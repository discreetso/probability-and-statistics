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7.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8.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9.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1.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2.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448" r:id="rId2"/>
    <p:sldId id="349" r:id="rId3"/>
    <p:sldId id="350" r:id="rId4"/>
    <p:sldId id="375" r:id="rId5"/>
    <p:sldId id="376" r:id="rId6"/>
    <p:sldId id="415" r:id="rId7"/>
    <p:sldId id="416" r:id="rId8"/>
    <p:sldId id="417" r:id="rId9"/>
    <p:sldId id="418" r:id="rId10"/>
    <p:sldId id="421" r:id="rId11"/>
    <p:sldId id="419" r:id="rId12"/>
    <p:sldId id="420" r:id="rId13"/>
    <p:sldId id="351" r:id="rId14"/>
    <p:sldId id="352" r:id="rId15"/>
    <p:sldId id="377" r:id="rId16"/>
    <p:sldId id="378" r:id="rId17"/>
    <p:sldId id="422" r:id="rId18"/>
    <p:sldId id="423" r:id="rId19"/>
    <p:sldId id="355" r:id="rId20"/>
    <p:sldId id="356" r:id="rId21"/>
    <p:sldId id="426" r:id="rId22"/>
    <p:sldId id="447" r:id="rId23"/>
    <p:sldId id="440" r:id="rId24"/>
    <p:sldId id="445" r:id="rId25"/>
    <p:sldId id="444" r:id="rId26"/>
    <p:sldId id="446" r:id="rId27"/>
    <p:sldId id="428" r:id="rId28"/>
    <p:sldId id="438" r:id="rId29"/>
    <p:sldId id="439" r:id="rId30"/>
    <p:sldId id="427" r:id="rId31"/>
    <p:sldId id="430" r:id="rId32"/>
    <p:sldId id="437" r:id="rId33"/>
    <p:sldId id="353" r:id="rId34"/>
    <p:sldId id="354" r:id="rId35"/>
    <p:sldId id="379" r:id="rId36"/>
    <p:sldId id="380" r:id="rId37"/>
    <p:sldId id="424" r:id="rId38"/>
    <p:sldId id="425" r:id="rId39"/>
    <p:sldId id="357" r:id="rId40"/>
    <p:sldId id="358" r:id="rId41"/>
    <p:sldId id="383" r:id="rId42"/>
    <p:sldId id="435" r:id="rId43"/>
    <p:sldId id="434" r:id="rId44"/>
    <p:sldId id="432" r:id="rId45"/>
    <p:sldId id="436" r:id="rId4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80297" autoAdjust="0"/>
  </p:normalViewPr>
  <p:slideViewPr>
    <p:cSldViewPr snapToGrid="0">
      <p:cViewPr varScale="1">
        <p:scale>
          <a:sx n="92" d="100"/>
          <a:sy n="92" d="100"/>
        </p:scale>
        <p:origin x="12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9.png"/><Relationship Id="rId4" Type="http://schemas.openxmlformats.org/officeDocument/2006/relationships/image" Target="../media/image8.svg"/></Relationships>
</file>

<file path=ppt/diagrams/_rels/data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8.svg"/></Relationships>
</file>

<file path=ppt/diagrams/_rels/data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4.png"/><Relationship Id="rId4" Type="http://schemas.openxmlformats.org/officeDocument/2006/relationships/image" Target="../media/image15.png"/></Relationships>
</file>

<file path=ppt/diagrams/_rels/data1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4.png"/><Relationship Id="rId4" Type="http://schemas.openxmlformats.org/officeDocument/2006/relationships/image" Target="../media/image30.png"/></Relationships>
</file>

<file path=ppt/diagrams/_rels/data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12.png"/><Relationship Id="rId5" Type="http://schemas.openxmlformats.org/officeDocument/2006/relationships/image" Target="../media/image30.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9.png"/><Relationship Id="rId4" Type="http://schemas.openxmlformats.org/officeDocument/2006/relationships/image" Target="../media/image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8.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4.png"/><Relationship Id="rId4" Type="http://schemas.openxmlformats.org/officeDocument/2006/relationships/image" Target="../media/image15.png"/></Relationships>
</file>

<file path=ppt/diagrams/_rels/drawing1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4.png"/><Relationship Id="rId4" Type="http://schemas.openxmlformats.org/officeDocument/2006/relationships/image" Target="../media/image30.png"/></Relationships>
</file>

<file path=ppt/diagrams/_rels/drawing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12.png"/><Relationship Id="rId5" Type="http://schemas.openxmlformats.org/officeDocument/2006/relationships/image" Target="../media/image30.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of Load Balancing.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Issues in Load Balancing.</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74B5A6-C3FA-4F02-8866-4FEBBE1B7189}" type="doc">
      <dgm:prSet loTypeId="urn:microsoft.com/office/officeart/2005/8/layout/matrix3" loCatId="matrix" qsTypeId="urn:microsoft.com/office/officeart/2005/8/quickstyle/simple1" qsCatId="simple" csTypeId="urn:microsoft.com/office/officeart/2005/8/colors/colorful5" csCatId="colorful" phldr="1"/>
      <dgm:spPr/>
      <dgm:t>
        <a:bodyPr/>
        <a:lstStyle/>
        <a:p>
          <a:endParaRPr lang="en-US"/>
        </a:p>
      </dgm:t>
    </dgm:pt>
    <dgm:pt modelId="{2003D639-4D99-4575-82B8-50C024305416}">
      <dgm:prSet custT="1"/>
      <dgm:spPr/>
      <dgm:t>
        <a:bodyPr/>
        <a:lstStyle/>
        <a:p>
          <a:r>
            <a:rPr lang="en-US" sz="1800" dirty="0"/>
            <a:t>Distributed computing system provides high performance environment that are able to provide high processing power. </a:t>
          </a:r>
        </a:p>
      </dgm:t>
    </dgm:pt>
    <dgm:pt modelId="{AD649B8B-44F0-496F-9F53-5C75DDB2CC80}" type="parTrans" cxnId="{C5F5CB9A-E917-42C7-94D0-152E5AF3C5E1}">
      <dgm:prSet/>
      <dgm:spPr/>
      <dgm:t>
        <a:bodyPr/>
        <a:lstStyle/>
        <a:p>
          <a:endParaRPr lang="en-US"/>
        </a:p>
      </dgm:t>
    </dgm:pt>
    <dgm:pt modelId="{F324C256-9A0A-4EBE-A282-07817B2FB1C0}" type="sibTrans" cxnId="{C5F5CB9A-E917-42C7-94D0-152E5AF3C5E1}">
      <dgm:prSet/>
      <dgm:spPr/>
      <dgm:t>
        <a:bodyPr/>
        <a:lstStyle/>
        <a:p>
          <a:endParaRPr lang="en-US"/>
        </a:p>
      </dgm:t>
    </dgm:pt>
    <dgm:pt modelId="{5F83E89D-9D47-4694-B7F2-B85388A41CC0}">
      <dgm:prSet custT="1"/>
      <dgm:spPr/>
      <dgm:t>
        <a:bodyPr/>
        <a:lstStyle/>
        <a:p>
          <a:r>
            <a:rPr lang="en-US" sz="1800" dirty="0"/>
            <a:t>Deals with distribution of processes among processors connected by a network.</a:t>
          </a:r>
        </a:p>
      </dgm:t>
    </dgm:pt>
    <dgm:pt modelId="{FD2194B0-CABD-4EDA-B878-44D22C127D25}" type="parTrans" cxnId="{6D21B44B-4BAC-42D1-BE3D-2E45BEFA9C4C}">
      <dgm:prSet/>
      <dgm:spPr/>
      <dgm:t>
        <a:bodyPr/>
        <a:lstStyle/>
        <a:p>
          <a:endParaRPr lang="en-US"/>
        </a:p>
      </dgm:t>
    </dgm:pt>
    <dgm:pt modelId="{A5947EFE-36BE-48D4-9DBB-20AD53517AA3}" type="sibTrans" cxnId="{6D21B44B-4BAC-42D1-BE3D-2E45BEFA9C4C}">
      <dgm:prSet/>
      <dgm:spPr/>
      <dgm:t>
        <a:bodyPr/>
        <a:lstStyle/>
        <a:p>
          <a:endParaRPr lang="en-US"/>
        </a:p>
      </dgm:t>
    </dgm:pt>
    <dgm:pt modelId="{FC91D38B-9CCA-4CD9-9A91-A000FA8ACD3E}">
      <dgm:prSet custT="1"/>
      <dgm:spPr/>
      <dgm:t>
        <a:bodyPr/>
        <a:lstStyle/>
        <a:p>
          <a:r>
            <a:rPr lang="en-US" sz="1800" dirty="0"/>
            <a:t>For homogeneous parallel systems, the computation load is distributed as evenly as possible in a parallel computer. </a:t>
          </a:r>
        </a:p>
      </dgm:t>
    </dgm:pt>
    <dgm:pt modelId="{C26AC5AC-2C89-4F22-8A74-4CA5E264E1B9}" type="parTrans" cxnId="{45E8882C-C311-483A-BF3D-DC521DE9C413}">
      <dgm:prSet/>
      <dgm:spPr/>
      <dgm:t>
        <a:bodyPr/>
        <a:lstStyle/>
        <a:p>
          <a:endParaRPr lang="en-US"/>
        </a:p>
      </dgm:t>
    </dgm:pt>
    <dgm:pt modelId="{C81CB45E-4D23-41DD-ADDA-E2E0EFDFACA7}" type="sibTrans" cxnId="{45E8882C-C311-483A-BF3D-DC521DE9C413}">
      <dgm:prSet/>
      <dgm:spPr/>
      <dgm:t>
        <a:bodyPr/>
        <a:lstStyle/>
        <a:p>
          <a:endParaRPr lang="en-US"/>
        </a:p>
      </dgm:t>
    </dgm:pt>
    <dgm:pt modelId="{DF4BFFCC-967D-4EF4-84E9-05191B53466E}">
      <dgm:prSet custT="1"/>
      <dgm:spPr/>
      <dgm:t>
        <a:bodyPr/>
        <a:lstStyle/>
        <a:p>
          <a:r>
            <a:rPr lang="en-US" sz="1800" dirty="0"/>
            <a:t>For heterogeneous parallel system, the computation load is distributed according to the computing power of each processor. </a:t>
          </a:r>
        </a:p>
      </dgm:t>
    </dgm:pt>
    <dgm:pt modelId="{52F3CFFC-81FE-4917-8773-DDAD6FA22FB7}" type="parTrans" cxnId="{043540CC-EF59-4DE6-8042-6BC95EDB19F5}">
      <dgm:prSet/>
      <dgm:spPr/>
      <dgm:t>
        <a:bodyPr/>
        <a:lstStyle/>
        <a:p>
          <a:endParaRPr lang="en-US"/>
        </a:p>
      </dgm:t>
    </dgm:pt>
    <dgm:pt modelId="{2D649F10-6958-4D65-834F-6DA95E511F7F}" type="sibTrans" cxnId="{043540CC-EF59-4DE6-8042-6BC95EDB19F5}">
      <dgm:prSet/>
      <dgm:spPr/>
      <dgm:t>
        <a:bodyPr/>
        <a:lstStyle/>
        <a:p>
          <a:endParaRPr lang="en-US"/>
        </a:p>
      </dgm:t>
    </dgm:pt>
    <dgm:pt modelId="{2EAE2871-2E05-4407-906E-D5EB7545CF2E}" type="pres">
      <dgm:prSet presAssocID="{FE74B5A6-C3FA-4F02-8866-4FEBBE1B7189}" presName="matrix" presStyleCnt="0">
        <dgm:presLayoutVars>
          <dgm:chMax val="1"/>
          <dgm:dir/>
          <dgm:resizeHandles val="exact"/>
        </dgm:presLayoutVars>
      </dgm:prSet>
      <dgm:spPr/>
    </dgm:pt>
    <dgm:pt modelId="{CB3AA36F-7169-4BA9-80D4-E0841E8C86AA}" type="pres">
      <dgm:prSet presAssocID="{FE74B5A6-C3FA-4F02-8866-4FEBBE1B7189}" presName="diamond" presStyleLbl="bgShp" presStyleIdx="0" presStyleCnt="1"/>
      <dgm:spPr/>
    </dgm:pt>
    <dgm:pt modelId="{178BF8DF-4F47-4ED7-A03B-A8302B498053}" type="pres">
      <dgm:prSet presAssocID="{FE74B5A6-C3FA-4F02-8866-4FEBBE1B7189}" presName="quad1" presStyleLbl="node1" presStyleIdx="0" presStyleCnt="4" custScaleX="101722" custScaleY="102962" custLinFactNeighborX="-24621" custLinFactNeighborY="912">
        <dgm:presLayoutVars>
          <dgm:chMax val="0"/>
          <dgm:chPref val="0"/>
          <dgm:bulletEnabled val="1"/>
        </dgm:presLayoutVars>
      </dgm:prSet>
      <dgm:spPr/>
    </dgm:pt>
    <dgm:pt modelId="{1E30EB58-8961-449E-A63B-B160522B5D87}" type="pres">
      <dgm:prSet presAssocID="{FE74B5A6-C3FA-4F02-8866-4FEBBE1B7189}" presName="quad2" presStyleLbl="node1" presStyleIdx="1" presStyleCnt="4" custScaleX="101722" custScaleY="102962" custLinFactNeighborX="-24621" custLinFactNeighborY="912">
        <dgm:presLayoutVars>
          <dgm:chMax val="0"/>
          <dgm:chPref val="0"/>
          <dgm:bulletEnabled val="1"/>
        </dgm:presLayoutVars>
      </dgm:prSet>
      <dgm:spPr/>
    </dgm:pt>
    <dgm:pt modelId="{519A428D-AD39-4AD7-B86E-F3268F5A94F5}" type="pres">
      <dgm:prSet presAssocID="{FE74B5A6-C3FA-4F02-8866-4FEBBE1B7189}" presName="quad3" presStyleLbl="node1" presStyleIdx="2" presStyleCnt="4" custScaleX="101722" custScaleY="102962" custLinFactNeighborX="-24621" custLinFactNeighborY="912">
        <dgm:presLayoutVars>
          <dgm:chMax val="0"/>
          <dgm:chPref val="0"/>
          <dgm:bulletEnabled val="1"/>
        </dgm:presLayoutVars>
      </dgm:prSet>
      <dgm:spPr/>
    </dgm:pt>
    <dgm:pt modelId="{B67B696F-A076-47F2-9A6B-F4074F3B2D66}" type="pres">
      <dgm:prSet presAssocID="{FE74B5A6-C3FA-4F02-8866-4FEBBE1B7189}" presName="quad4" presStyleLbl="node1" presStyleIdx="3" presStyleCnt="4" custScaleX="101722" custScaleY="102962" custLinFactNeighborX="-24621" custLinFactNeighborY="912">
        <dgm:presLayoutVars>
          <dgm:chMax val="0"/>
          <dgm:chPref val="0"/>
          <dgm:bulletEnabled val="1"/>
        </dgm:presLayoutVars>
      </dgm:prSet>
      <dgm:spPr/>
    </dgm:pt>
  </dgm:ptLst>
  <dgm:cxnLst>
    <dgm:cxn modelId="{6187FA00-FE3E-4110-BCEF-1DBD395B1E81}" type="presOf" srcId="{DF4BFFCC-967D-4EF4-84E9-05191B53466E}" destId="{B67B696F-A076-47F2-9A6B-F4074F3B2D66}" srcOrd="0" destOrd="0" presId="urn:microsoft.com/office/officeart/2005/8/layout/matrix3"/>
    <dgm:cxn modelId="{4A972D14-5107-49BD-93AE-DA035D864222}" type="presOf" srcId="{5F83E89D-9D47-4694-B7F2-B85388A41CC0}" destId="{1E30EB58-8961-449E-A63B-B160522B5D87}" srcOrd="0" destOrd="0" presId="urn:microsoft.com/office/officeart/2005/8/layout/matrix3"/>
    <dgm:cxn modelId="{55A4CE20-63CB-40A1-B130-E7588D3947E0}" type="presOf" srcId="{FE74B5A6-C3FA-4F02-8866-4FEBBE1B7189}" destId="{2EAE2871-2E05-4407-906E-D5EB7545CF2E}" srcOrd="0" destOrd="0" presId="urn:microsoft.com/office/officeart/2005/8/layout/matrix3"/>
    <dgm:cxn modelId="{45E8882C-C311-483A-BF3D-DC521DE9C413}" srcId="{FE74B5A6-C3FA-4F02-8866-4FEBBE1B7189}" destId="{FC91D38B-9CCA-4CD9-9A91-A000FA8ACD3E}" srcOrd="2" destOrd="0" parTransId="{C26AC5AC-2C89-4F22-8A74-4CA5E264E1B9}" sibTransId="{C81CB45E-4D23-41DD-ADDA-E2E0EFDFACA7}"/>
    <dgm:cxn modelId="{6D21B44B-4BAC-42D1-BE3D-2E45BEFA9C4C}" srcId="{FE74B5A6-C3FA-4F02-8866-4FEBBE1B7189}" destId="{5F83E89D-9D47-4694-B7F2-B85388A41CC0}" srcOrd="1" destOrd="0" parTransId="{FD2194B0-CABD-4EDA-B878-44D22C127D25}" sibTransId="{A5947EFE-36BE-48D4-9DBB-20AD53517AA3}"/>
    <dgm:cxn modelId="{31010A55-EF4D-4CE5-BC9F-F2E7EB5B3734}" type="presOf" srcId="{2003D639-4D99-4575-82B8-50C024305416}" destId="{178BF8DF-4F47-4ED7-A03B-A8302B498053}" srcOrd="0" destOrd="0" presId="urn:microsoft.com/office/officeart/2005/8/layout/matrix3"/>
    <dgm:cxn modelId="{C5F5CB9A-E917-42C7-94D0-152E5AF3C5E1}" srcId="{FE74B5A6-C3FA-4F02-8866-4FEBBE1B7189}" destId="{2003D639-4D99-4575-82B8-50C024305416}" srcOrd="0" destOrd="0" parTransId="{AD649B8B-44F0-496F-9F53-5C75DDB2CC80}" sibTransId="{F324C256-9A0A-4EBE-A282-07817B2FB1C0}"/>
    <dgm:cxn modelId="{043540CC-EF59-4DE6-8042-6BC95EDB19F5}" srcId="{FE74B5A6-C3FA-4F02-8866-4FEBBE1B7189}" destId="{DF4BFFCC-967D-4EF4-84E9-05191B53466E}" srcOrd="3" destOrd="0" parTransId="{52F3CFFC-81FE-4917-8773-DDAD6FA22FB7}" sibTransId="{2D649F10-6958-4D65-834F-6DA95E511F7F}"/>
    <dgm:cxn modelId="{9D4DE3F0-A95A-4112-A2EC-C4932B78BB69}" type="presOf" srcId="{FC91D38B-9CCA-4CD9-9A91-A000FA8ACD3E}" destId="{519A428D-AD39-4AD7-B86E-F3268F5A94F5}" srcOrd="0" destOrd="0" presId="urn:microsoft.com/office/officeart/2005/8/layout/matrix3"/>
    <dgm:cxn modelId="{9B9A63F4-E9DF-4887-90B2-5FB9DEEE9237}" type="presParOf" srcId="{2EAE2871-2E05-4407-906E-D5EB7545CF2E}" destId="{CB3AA36F-7169-4BA9-80D4-E0841E8C86AA}" srcOrd="0" destOrd="0" presId="urn:microsoft.com/office/officeart/2005/8/layout/matrix3"/>
    <dgm:cxn modelId="{22A8E1E6-803F-40FE-9980-20C9103418A3}" type="presParOf" srcId="{2EAE2871-2E05-4407-906E-D5EB7545CF2E}" destId="{178BF8DF-4F47-4ED7-A03B-A8302B498053}" srcOrd="1" destOrd="0" presId="urn:microsoft.com/office/officeart/2005/8/layout/matrix3"/>
    <dgm:cxn modelId="{CFB0C5A1-9821-425D-8B4E-89C39CDEFCA2}" type="presParOf" srcId="{2EAE2871-2E05-4407-906E-D5EB7545CF2E}" destId="{1E30EB58-8961-449E-A63B-B160522B5D87}" srcOrd="2" destOrd="0" presId="urn:microsoft.com/office/officeart/2005/8/layout/matrix3"/>
    <dgm:cxn modelId="{77B8ACA5-61A8-4E9D-9EDF-28F0D9CD3EF0}" type="presParOf" srcId="{2EAE2871-2E05-4407-906E-D5EB7545CF2E}" destId="{519A428D-AD39-4AD7-B86E-F3268F5A94F5}" srcOrd="3" destOrd="0" presId="urn:microsoft.com/office/officeart/2005/8/layout/matrix3"/>
    <dgm:cxn modelId="{BFDBF1E8-149C-4E0F-BCFE-E04B0009E39C}" type="presParOf" srcId="{2EAE2871-2E05-4407-906E-D5EB7545CF2E}" destId="{B67B696F-A076-47F2-9A6B-F4074F3B2D66}"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DC1144-D5B0-4493-B572-C1CB40436975}"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28E584E4-71EF-444F-8D9E-01E8218507BB}">
      <dgm:prSet/>
      <dgm:spPr/>
      <dgm:t>
        <a:bodyPr/>
        <a:lstStyle/>
        <a:p>
          <a:r>
            <a:rPr lang="en-US"/>
            <a:t>A load balancing strategy needs to resolve following issues:</a:t>
          </a:r>
          <a:endParaRPr lang="en-PK"/>
        </a:p>
      </dgm:t>
    </dgm:pt>
    <dgm:pt modelId="{C138D02F-E401-49AD-8623-0543EDC30953}" type="parTrans" cxnId="{75EC5556-D539-420F-B133-8900DC728E66}">
      <dgm:prSet/>
      <dgm:spPr/>
      <dgm:t>
        <a:bodyPr/>
        <a:lstStyle/>
        <a:p>
          <a:endParaRPr lang="en-PK"/>
        </a:p>
      </dgm:t>
    </dgm:pt>
    <dgm:pt modelId="{B6202F3C-98AC-4DB7-9A9B-D1BFB205E49B}" type="sibTrans" cxnId="{75EC5556-D539-420F-B133-8900DC728E66}">
      <dgm:prSet/>
      <dgm:spPr/>
      <dgm:t>
        <a:bodyPr/>
        <a:lstStyle/>
        <a:p>
          <a:endParaRPr lang="en-PK"/>
        </a:p>
      </dgm:t>
    </dgm:pt>
    <dgm:pt modelId="{AC23B101-B085-4E95-8906-9E1A50233F90}">
      <dgm:prSet custT="1"/>
      <dgm:spPr/>
      <dgm:t>
        <a:bodyPr/>
        <a:lstStyle/>
        <a:p>
          <a:r>
            <a:rPr lang="en-US" sz="2000" dirty="0"/>
            <a:t>What load information (measurements) can be used.</a:t>
          </a:r>
          <a:endParaRPr lang="en-PK" sz="2000" dirty="0"/>
        </a:p>
      </dgm:t>
    </dgm:pt>
    <dgm:pt modelId="{2D7FB563-6E75-4C9F-88A0-E5D00EFCD6FD}" type="parTrans" cxnId="{7DA8EF0A-E554-483B-B487-6179F0DDE07C}">
      <dgm:prSet/>
      <dgm:spPr/>
      <dgm:t>
        <a:bodyPr/>
        <a:lstStyle/>
        <a:p>
          <a:endParaRPr lang="en-PK"/>
        </a:p>
      </dgm:t>
    </dgm:pt>
    <dgm:pt modelId="{7A79FE80-E1F9-4403-9FD8-2EF9A120ECEF}" type="sibTrans" cxnId="{7DA8EF0A-E554-483B-B487-6179F0DDE07C}">
      <dgm:prSet/>
      <dgm:spPr/>
      <dgm:t>
        <a:bodyPr/>
        <a:lstStyle/>
        <a:p>
          <a:endParaRPr lang="en-PK"/>
        </a:p>
      </dgm:t>
    </dgm:pt>
    <dgm:pt modelId="{C623D35F-3818-4BDE-B971-54F68138BD8E}">
      <dgm:prSet custT="1"/>
      <dgm:spPr/>
      <dgm:t>
        <a:bodyPr/>
        <a:lstStyle/>
        <a:p>
          <a:r>
            <a:rPr lang="en-US" sz="2000" dirty="0"/>
            <a:t>When to invoke balancing, i.e., conditions to balance.</a:t>
          </a:r>
          <a:endParaRPr lang="en-PK" sz="2000" dirty="0"/>
        </a:p>
      </dgm:t>
    </dgm:pt>
    <dgm:pt modelId="{F46FCAAE-643E-4513-9BAF-E966EA793350}" type="parTrans" cxnId="{1CC84779-AAFA-4142-AE30-439656ABA248}">
      <dgm:prSet/>
      <dgm:spPr/>
      <dgm:t>
        <a:bodyPr/>
        <a:lstStyle/>
        <a:p>
          <a:endParaRPr lang="en-PK"/>
        </a:p>
      </dgm:t>
    </dgm:pt>
    <dgm:pt modelId="{E0B25587-A426-4A65-9483-2E3ED8A85722}" type="sibTrans" cxnId="{1CC84779-AAFA-4142-AE30-439656ABA248}">
      <dgm:prSet/>
      <dgm:spPr/>
      <dgm:t>
        <a:bodyPr/>
        <a:lstStyle/>
        <a:p>
          <a:endParaRPr lang="en-PK"/>
        </a:p>
      </dgm:t>
    </dgm:pt>
    <dgm:pt modelId="{9E7032CC-D476-48EE-8381-F0B9E411EDE7}">
      <dgm:prSet custT="1"/>
      <dgm:spPr/>
      <dgm:t>
        <a:bodyPr/>
        <a:lstStyle/>
        <a:p>
          <a:r>
            <a:rPr lang="en-US" sz="2000" dirty="0"/>
            <a:t>Which nodes make the load balancing decision.</a:t>
          </a:r>
          <a:endParaRPr lang="en-PK" sz="2000" dirty="0"/>
        </a:p>
      </dgm:t>
    </dgm:pt>
    <dgm:pt modelId="{68EA1D44-4C08-42F9-A437-42633E82D647}" type="parTrans" cxnId="{B77EB8E1-BC06-4D8F-BA19-88435D5306A2}">
      <dgm:prSet/>
      <dgm:spPr/>
      <dgm:t>
        <a:bodyPr/>
        <a:lstStyle/>
        <a:p>
          <a:endParaRPr lang="en-PK"/>
        </a:p>
      </dgm:t>
    </dgm:pt>
    <dgm:pt modelId="{8432055F-ADF1-4515-A101-4951BE9E9BC9}" type="sibTrans" cxnId="{B77EB8E1-BC06-4D8F-BA19-88435D5306A2}">
      <dgm:prSet/>
      <dgm:spPr/>
      <dgm:t>
        <a:bodyPr/>
        <a:lstStyle/>
        <a:p>
          <a:endParaRPr lang="en-PK"/>
        </a:p>
      </dgm:t>
    </dgm:pt>
    <dgm:pt modelId="{BDF4BE33-527B-4F52-8870-14B1577623BF}">
      <dgm:prSet custT="1"/>
      <dgm:spPr/>
      <dgm:t>
        <a:bodyPr/>
        <a:lstStyle/>
        <a:p>
          <a:r>
            <a:rPr lang="en-US" sz="2000" dirty="0"/>
            <a:t>How should old data be handled.</a:t>
          </a:r>
          <a:endParaRPr lang="en-PK" sz="2000" dirty="0"/>
        </a:p>
      </dgm:t>
    </dgm:pt>
    <dgm:pt modelId="{96284BEE-2F48-4FF9-A7BE-FE56975387B0}" type="parTrans" cxnId="{991DD5EE-C83B-41AC-A62F-75AEDAD80E50}">
      <dgm:prSet/>
      <dgm:spPr/>
      <dgm:t>
        <a:bodyPr/>
        <a:lstStyle/>
        <a:p>
          <a:endParaRPr lang="en-PK"/>
        </a:p>
      </dgm:t>
    </dgm:pt>
    <dgm:pt modelId="{9635CD6F-F676-45E4-9B9A-18C633058935}" type="sibTrans" cxnId="{991DD5EE-C83B-41AC-A62F-75AEDAD80E50}">
      <dgm:prSet/>
      <dgm:spPr/>
      <dgm:t>
        <a:bodyPr/>
        <a:lstStyle/>
        <a:p>
          <a:endParaRPr lang="en-PK"/>
        </a:p>
      </dgm:t>
    </dgm:pt>
    <dgm:pt modelId="{DF09E956-C309-4879-ACFA-440DB4BF988C}">
      <dgm:prSet custT="1"/>
      <dgm:spPr/>
      <dgm:t>
        <a:bodyPr/>
        <a:lstStyle/>
        <a:p>
          <a:r>
            <a:rPr lang="en-US" sz="2000" dirty="0"/>
            <a:t>How load migrations are to be managed.</a:t>
          </a:r>
          <a:endParaRPr lang="en-PK" sz="2000" dirty="0"/>
        </a:p>
      </dgm:t>
    </dgm:pt>
    <dgm:pt modelId="{6E4B1410-8CD3-4255-9975-391CE4D43D07}" type="parTrans" cxnId="{9E2DAA8B-2277-4D4B-91B2-E3E3A8F76DAB}">
      <dgm:prSet/>
      <dgm:spPr/>
      <dgm:t>
        <a:bodyPr/>
        <a:lstStyle/>
        <a:p>
          <a:endParaRPr lang="en-PK"/>
        </a:p>
      </dgm:t>
    </dgm:pt>
    <dgm:pt modelId="{59B287C9-9242-4B29-85DE-593FDC8FB7B2}" type="sibTrans" cxnId="{9E2DAA8B-2277-4D4B-91B2-E3E3A8F76DAB}">
      <dgm:prSet/>
      <dgm:spPr/>
      <dgm:t>
        <a:bodyPr/>
        <a:lstStyle/>
        <a:p>
          <a:endParaRPr lang="en-PK"/>
        </a:p>
      </dgm:t>
    </dgm:pt>
    <dgm:pt modelId="{679C78F8-01B9-4D38-BD0B-8B86F49B4992}" type="pres">
      <dgm:prSet presAssocID="{B7DC1144-D5B0-4493-B572-C1CB40436975}" presName="Name0" presStyleCnt="0">
        <dgm:presLayoutVars>
          <dgm:dir/>
          <dgm:animLvl val="lvl"/>
          <dgm:resizeHandles val="exact"/>
        </dgm:presLayoutVars>
      </dgm:prSet>
      <dgm:spPr/>
    </dgm:pt>
    <dgm:pt modelId="{E7002C38-77C2-4501-9E96-718E4D329D78}" type="pres">
      <dgm:prSet presAssocID="{28E584E4-71EF-444F-8D9E-01E8218507BB}" presName="linNode" presStyleCnt="0"/>
      <dgm:spPr/>
    </dgm:pt>
    <dgm:pt modelId="{C8B4F40B-D043-4D8D-95B2-62A9DFC548E6}" type="pres">
      <dgm:prSet presAssocID="{28E584E4-71EF-444F-8D9E-01E8218507BB}" presName="parentText" presStyleLbl="node1" presStyleIdx="0" presStyleCnt="1">
        <dgm:presLayoutVars>
          <dgm:chMax val="1"/>
          <dgm:bulletEnabled val="1"/>
        </dgm:presLayoutVars>
      </dgm:prSet>
      <dgm:spPr/>
    </dgm:pt>
    <dgm:pt modelId="{E3EC1BEB-A41C-4A44-A114-D5E5BA66050A}" type="pres">
      <dgm:prSet presAssocID="{28E584E4-71EF-444F-8D9E-01E8218507BB}" presName="descendantText" presStyleLbl="alignAccFollowNode1" presStyleIdx="0" presStyleCnt="1">
        <dgm:presLayoutVars>
          <dgm:bulletEnabled val="1"/>
        </dgm:presLayoutVars>
      </dgm:prSet>
      <dgm:spPr/>
    </dgm:pt>
  </dgm:ptLst>
  <dgm:cxnLst>
    <dgm:cxn modelId="{7DA8EF0A-E554-483B-B487-6179F0DDE07C}" srcId="{28E584E4-71EF-444F-8D9E-01E8218507BB}" destId="{AC23B101-B085-4E95-8906-9E1A50233F90}" srcOrd="0" destOrd="0" parTransId="{2D7FB563-6E75-4C9F-88A0-E5D00EFCD6FD}" sibTransId="{7A79FE80-E1F9-4403-9FD8-2EF9A120ECEF}"/>
    <dgm:cxn modelId="{2B99A616-734F-4D76-8EA9-6C6D12BBDC96}" type="presOf" srcId="{9E7032CC-D476-48EE-8381-F0B9E411EDE7}" destId="{E3EC1BEB-A41C-4A44-A114-D5E5BA66050A}" srcOrd="0" destOrd="2" presId="urn:microsoft.com/office/officeart/2005/8/layout/vList5"/>
    <dgm:cxn modelId="{F694C326-9FBA-4539-B5AC-207D53FAB034}" type="presOf" srcId="{28E584E4-71EF-444F-8D9E-01E8218507BB}" destId="{C8B4F40B-D043-4D8D-95B2-62A9DFC548E6}" srcOrd="0" destOrd="0" presId="urn:microsoft.com/office/officeart/2005/8/layout/vList5"/>
    <dgm:cxn modelId="{E30D7728-7B4B-44EF-AB4C-37E60F7042EA}" type="presOf" srcId="{B7DC1144-D5B0-4493-B572-C1CB40436975}" destId="{679C78F8-01B9-4D38-BD0B-8B86F49B4992}" srcOrd="0" destOrd="0" presId="urn:microsoft.com/office/officeart/2005/8/layout/vList5"/>
    <dgm:cxn modelId="{B0CCBB69-7B83-4373-B45A-37F79856BAB4}" type="presOf" srcId="{BDF4BE33-527B-4F52-8870-14B1577623BF}" destId="{E3EC1BEB-A41C-4A44-A114-D5E5BA66050A}" srcOrd="0" destOrd="3" presId="urn:microsoft.com/office/officeart/2005/8/layout/vList5"/>
    <dgm:cxn modelId="{549BF14E-37C7-45B2-8ECB-1A1C4D2CB515}" type="presOf" srcId="{AC23B101-B085-4E95-8906-9E1A50233F90}" destId="{E3EC1BEB-A41C-4A44-A114-D5E5BA66050A}" srcOrd="0" destOrd="0" presId="urn:microsoft.com/office/officeart/2005/8/layout/vList5"/>
    <dgm:cxn modelId="{F9E6E74F-4815-446F-AF52-FD47D3619222}" type="presOf" srcId="{DF09E956-C309-4879-ACFA-440DB4BF988C}" destId="{E3EC1BEB-A41C-4A44-A114-D5E5BA66050A}" srcOrd="0" destOrd="4" presId="urn:microsoft.com/office/officeart/2005/8/layout/vList5"/>
    <dgm:cxn modelId="{75EC5556-D539-420F-B133-8900DC728E66}" srcId="{B7DC1144-D5B0-4493-B572-C1CB40436975}" destId="{28E584E4-71EF-444F-8D9E-01E8218507BB}" srcOrd="0" destOrd="0" parTransId="{C138D02F-E401-49AD-8623-0543EDC30953}" sibTransId="{B6202F3C-98AC-4DB7-9A9B-D1BFB205E49B}"/>
    <dgm:cxn modelId="{1CC84779-AAFA-4142-AE30-439656ABA248}" srcId="{28E584E4-71EF-444F-8D9E-01E8218507BB}" destId="{C623D35F-3818-4BDE-B971-54F68138BD8E}" srcOrd="1" destOrd="0" parTransId="{F46FCAAE-643E-4513-9BAF-E966EA793350}" sibTransId="{E0B25587-A426-4A65-9483-2E3ED8A85722}"/>
    <dgm:cxn modelId="{9E2DAA8B-2277-4D4B-91B2-E3E3A8F76DAB}" srcId="{28E584E4-71EF-444F-8D9E-01E8218507BB}" destId="{DF09E956-C309-4879-ACFA-440DB4BF988C}" srcOrd="4" destOrd="0" parTransId="{6E4B1410-8CD3-4255-9975-391CE4D43D07}" sibTransId="{59B287C9-9242-4B29-85DE-593FDC8FB7B2}"/>
    <dgm:cxn modelId="{D5641AD8-BACA-4DD3-9C8A-1E4DF1891407}" type="presOf" srcId="{C623D35F-3818-4BDE-B971-54F68138BD8E}" destId="{E3EC1BEB-A41C-4A44-A114-D5E5BA66050A}" srcOrd="0" destOrd="1" presId="urn:microsoft.com/office/officeart/2005/8/layout/vList5"/>
    <dgm:cxn modelId="{B77EB8E1-BC06-4D8F-BA19-88435D5306A2}" srcId="{28E584E4-71EF-444F-8D9E-01E8218507BB}" destId="{9E7032CC-D476-48EE-8381-F0B9E411EDE7}" srcOrd="2" destOrd="0" parTransId="{68EA1D44-4C08-42F9-A437-42633E82D647}" sibTransId="{8432055F-ADF1-4515-A101-4951BE9E9BC9}"/>
    <dgm:cxn modelId="{991DD5EE-C83B-41AC-A62F-75AEDAD80E50}" srcId="{28E584E4-71EF-444F-8D9E-01E8218507BB}" destId="{BDF4BE33-527B-4F52-8870-14B1577623BF}" srcOrd="3" destOrd="0" parTransId="{96284BEE-2F48-4FF9-A7BE-FE56975387B0}" sibTransId="{9635CD6F-F676-45E4-9B9A-18C633058935}"/>
    <dgm:cxn modelId="{94233F89-2404-40D0-8B34-704B6543D825}" type="presParOf" srcId="{679C78F8-01B9-4D38-BD0B-8B86F49B4992}" destId="{E7002C38-77C2-4501-9E96-718E4D329D78}" srcOrd="0" destOrd="0" presId="urn:microsoft.com/office/officeart/2005/8/layout/vList5"/>
    <dgm:cxn modelId="{D3C12ADD-F168-4401-9552-6EA29B021833}" type="presParOf" srcId="{E7002C38-77C2-4501-9E96-718E4D329D78}" destId="{C8B4F40B-D043-4D8D-95B2-62A9DFC548E6}" srcOrd="0" destOrd="0" presId="urn:microsoft.com/office/officeart/2005/8/layout/vList5"/>
    <dgm:cxn modelId="{546518E0-98AA-4A32-84FC-287B55D557F0}" type="presParOf" srcId="{E7002C38-77C2-4501-9E96-718E4D329D78}" destId="{E3EC1BEB-A41C-4A44-A114-D5E5BA66050A}"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Understanding of Mapping Techniques for Load Balancing.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The need of Mapping Techniques for Load Balancing.</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custScaleX="106423">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990AA8D-7181-4A00-BD79-A8D4D615B48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4C589B4F-7134-493A-AF5A-3B48F27A59B6}">
      <dgm:prSet custT="1"/>
      <dgm:spPr/>
      <dgm:t>
        <a:bodyPr/>
        <a:lstStyle/>
        <a:p>
          <a:r>
            <a:rPr lang="en-US" sz="2000" dirty="0"/>
            <a:t>The computation domain is partitioned into several subdomains and then mapped onto processors of a parallel system with the objective that all tasks complete in the shortest amount of elapsed time. </a:t>
          </a:r>
        </a:p>
      </dgm:t>
    </dgm:pt>
    <dgm:pt modelId="{580B448A-6623-44DD-A74D-D95CCCC53092}" type="parTrans" cxnId="{B46A5505-E318-4EF6-8C4D-37CEC677C89E}">
      <dgm:prSet/>
      <dgm:spPr/>
      <dgm:t>
        <a:bodyPr/>
        <a:lstStyle/>
        <a:p>
          <a:endParaRPr lang="en-US"/>
        </a:p>
      </dgm:t>
    </dgm:pt>
    <dgm:pt modelId="{E7B49808-0609-40F3-8428-3BAE770F8EDF}" type="sibTrans" cxnId="{B46A5505-E318-4EF6-8C4D-37CEC677C89E}">
      <dgm:prSet/>
      <dgm:spPr/>
      <dgm:t>
        <a:bodyPr/>
        <a:lstStyle/>
        <a:p>
          <a:endParaRPr lang="en-US"/>
        </a:p>
      </dgm:t>
    </dgm:pt>
    <dgm:pt modelId="{638DD7C4-CEC8-4ADF-8D9A-D46C80ED38B3}">
      <dgm:prSet custT="1"/>
      <dgm:spPr/>
      <dgm:t>
        <a:bodyPr/>
        <a:lstStyle/>
        <a:p>
          <a:r>
            <a:rPr lang="en-US" sz="2000" dirty="0"/>
            <a:t>In order to achieve a small execution time, the overheads of executing the tasks in parallel must be minimized.</a:t>
          </a:r>
        </a:p>
      </dgm:t>
    </dgm:pt>
    <dgm:pt modelId="{EB479326-140F-4251-BBA3-8B0C817A51FD}" type="parTrans" cxnId="{65A01B84-2F45-48C3-95FF-24F88F95E06F}">
      <dgm:prSet/>
      <dgm:spPr/>
      <dgm:t>
        <a:bodyPr/>
        <a:lstStyle/>
        <a:p>
          <a:endParaRPr lang="en-US"/>
        </a:p>
      </dgm:t>
    </dgm:pt>
    <dgm:pt modelId="{993AEFE0-9E35-42E8-B51E-E110A85CAAE4}" type="sibTrans" cxnId="{65A01B84-2F45-48C3-95FF-24F88F95E06F}">
      <dgm:prSet/>
      <dgm:spPr/>
      <dgm:t>
        <a:bodyPr/>
        <a:lstStyle/>
        <a:p>
          <a:endParaRPr lang="en-US"/>
        </a:p>
      </dgm:t>
    </dgm:pt>
    <dgm:pt modelId="{E617B14B-CCFC-4216-816E-52869CF2684D}">
      <dgm:prSet custT="1"/>
      <dgm:spPr/>
      <dgm:t>
        <a:bodyPr/>
        <a:lstStyle/>
        <a:p>
          <a:r>
            <a:rPr lang="en-US" sz="2000"/>
            <a:t>In </a:t>
          </a:r>
          <a:r>
            <a:rPr lang="en-US" sz="2000" dirty="0"/>
            <a:t>general, the number of subdomains equals to the number of processors in a parallel system.</a:t>
          </a:r>
        </a:p>
      </dgm:t>
    </dgm:pt>
    <dgm:pt modelId="{F0B88549-04AD-4367-A944-21DFE4F36758}" type="parTrans" cxnId="{D3D881C5-F3EE-4B42-AFAB-138816DD00D5}">
      <dgm:prSet/>
      <dgm:spPr/>
      <dgm:t>
        <a:bodyPr/>
        <a:lstStyle/>
        <a:p>
          <a:endParaRPr lang="en-US"/>
        </a:p>
      </dgm:t>
    </dgm:pt>
    <dgm:pt modelId="{7A725ADE-9579-4BBC-8B3F-D524FB0DAE12}" type="sibTrans" cxnId="{D3D881C5-F3EE-4B42-AFAB-138816DD00D5}">
      <dgm:prSet/>
      <dgm:spPr/>
      <dgm:t>
        <a:bodyPr/>
        <a:lstStyle/>
        <a:p>
          <a:endParaRPr lang="en-US"/>
        </a:p>
      </dgm:t>
    </dgm:pt>
    <dgm:pt modelId="{F396A84B-D819-4F04-98B8-8629F45CCE53}" type="pres">
      <dgm:prSet presAssocID="{A990AA8D-7181-4A00-BD79-A8D4D615B488}" presName="linear" presStyleCnt="0">
        <dgm:presLayoutVars>
          <dgm:animLvl val="lvl"/>
          <dgm:resizeHandles val="exact"/>
        </dgm:presLayoutVars>
      </dgm:prSet>
      <dgm:spPr/>
    </dgm:pt>
    <dgm:pt modelId="{567FC3B1-C9BC-4C8F-8866-E051692FC681}" type="pres">
      <dgm:prSet presAssocID="{4C589B4F-7134-493A-AF5A-3B48F27A59B6}" presName="parentText" presStyleLbl="node1" presStyleIdx="0" presStyleCnt="3">
        <dgm:presLayoutVars>
          <dgm:chMax val="0"/>
          <dgm:bulletEnabled val="1"/>
        </dgm:presLayoutVars>
      </dgm:prSet>
      <dgm:spPr/>
    </dgm:pt>
    <dgm:pt modelId="{85750EB0-ABDF-499E-90B9-82F573397975}" type="pres">
      <dgm:prSet presAssocID="{E7B49808-0609-40F3-8428-3BAE770F8EDF}" presName="spacer" presStyleCnt="0"/>
      <dgm:spPr/>
    </dgm:pt>
    <dgm:pt modelId="{AAB22A10-BC83-4F15-A8E7-6C197E80CE44}" type="pres">
      <dgm:prSet presAssocID="{E617B14B-CCFC-4216-816E-52869CF2684D}" presName="parentText" presStyleLbl="node1" presStyleIdx="1" presStyleCnt="3">
        <dgm:presLayoutVars>
          <dgm:chMax val="0"/>
          <dgm:bulletEnabled val="1"/>
        </dgm:presLayoutVars>
      </dgm:prSet>
      <dgm:spPr/>
    </dgm:pt>
    <dgm:pt modelId="{253A2835-FF87-44DA-B526-6DABC84F942A}" type="pres">
      <dgm:prSet presAssocID="{7A725ADE-9579-4BBC-8B3F-D524FB0DAE12}" presName="spacer" presStyleCnt="0"/>
      <dgm:spPr/>
    </dgm:pt>
    <dgm:pt modelId="{F7310808-B0F0-4D61-9A99-C42CEDE215E4}" type="pres">
      <dgm:prSet presAssocID="{638DD7C4-CEC8-4ADF-8D9A-D46C80ED38B3}" presName="parentText" presStyleLbl="node1" presStyleIdx="2" presStyleCnt="3">
        <dgm:presLayoutVars>
          <dgm:chMax val="0"/>
          <dgm:bulletEnabled val="1"/>
        </dgm:presLayoutVars>
      </dgm:prSet>
      <dgm:spPr/>
    </dgm:pt>
  </dgm:ptLst>
  <dgm:cxnLst>
    <dgm:cxn modelId="{B46A5505-E318-4EF6-8C4D-37CEC677C89E}" srcId="{A990AA8D-7181-4A00-BD79-A8D4D615B488}" destId="{4C589B4F-7134-493A-AF5A-3B48F27A59B6}" srcOrd="0" destOrd="0" parTransId="{580B448A-6623-44DD-A74D-D95CCCC53092}" sibTransId="{E7B49808-0609-40F3-8428-3BAE770F8EDF}"/>
    <dgm:cxn modelId="{12722047-06F8-47D8-ADEB-2BD1A26EDB53}" type="presOf" srcId="{4C589B4F-7134-493A-AF5A-3B48F27A59B6}" destId="{567FC3B1-C9BC-4C8F-8866-E051692FC681}" srcOrd="0" destOrd="0" presId="urn:microsoft.com/office/officeart/2005/8/layout/vList2"/>
    <dgm:cxn modelId="{65A01B84-2F45-48C3-95FF-24F88F95E06F}" srcId="{A990AA8D-7181-4A00-BD79-A8D4D615B488}" destId="{638DD7C4-CEC8-4ADF-8D9A-D46C80ED38B3}" srcOrd="2" destOrd="0" parTransId="{EB479326-140F-4251-BBA3-8B0C817A51FD}" sibTransId="{993AEFE0-9E35-42E8-B51E-E110A85CAAE4}"/>
    <dgm:cxn modelId="{51F41D99-64C9-4B70-BBD7-DCDC3D7A3B8C}" type="presOf" srcId="{A990AA8D-7181-4A00-BD79-A8D4D615B488}" destId="{F396A84B-D819-4F04-98B8-8629F45CCE53}" srcOrd="0" destOrd="0" presId="urn:microsoft.com/office/officeart/2005/8/layout/vList2"/>
    <dgm:cxn modelId="{472A4DA8-385A-4AAB-8FF5-4E7A4ACA24FF}" type="presOf" srcId="{E617B14B-CCFC-4216-816E-52869CF2684D}" destId="{AAB22A10-BC83-4F15-A8E7-6C197E80CE44}" srcOrd="0" destOrd="0" presId="urn:microsoft.com/office/officeart/2005/8/layout/vList2"/>
    <dgm:cxn modelId="{2CCE0BC2-383E-4EC0-A7FC-279AA3324682}" type="presOf" srcId="{638DD7C4-CEC8-4ADF-8D9A-D46C80ED38B3}" destId="{F7310808-B0F0-4D61-9A99-C42CEDE215E4}" srcOrd="0" destOrd="0" presId="urn:microsoft.com/office/officeart/2005/8/layout/vList2"/>
    <dgm:cxn modelId="{D3D881C5-F3EE-4B42-AFAB-138816DD00D5}" srcId="{A990AA8D-7181-4A00-BD79-A8D4D615B488}" destId="{E617B14B-CCFC-4216-816E-52869CF2684D}" srcOrd="1" destOrd="0" parTransId="{F0B88549-04AD-4367-A944-21DFE4F36758}" sibTransId="{7A725ADE-9579-4BBC-8B3F-D524FB0DAE12}"/>
    <dgm:cxn modelId="{152ABE9C-56A3-4A3E-999F-1BC91648BAFB}" type="presParOf" srcId="{F396A84B-D819-4F04-98B8-8629F45CCE53}" destId="{567FC3B1-C9BC-4C8F-8866-E051692FC681}" srcOrd="0" destOrd="0" presId="urn:microsoft.com/office/officeart/2005/8/layout/vList2"/>
    <dgm:cxn modelId="{A9140BDD-4659-4192-9A22-176E6FA0A818}" type="presParOf" srcId="{F396A84B-D819-4F04-98B8-8629F45CCE53}" destId="{85750EB0-ABDF-499E-90B9-82F573397975}" srcOrd="1" destOrd="0" presId="urn:microsoft.com/office/officeart/2005/8/layout/vList2"/>
    <dgm:cxn modelId="{98D9019E-EB92-4BA3-BB12-25A38E619596}" type="presParOf" srcId="{F396A84B-D819-4F04-98B8-8629F45CCE53}" destId="{AAB22A10-BC83-4F15-A8E7-6C197E80CE44}" srcOrd="2" destOrd="0" presId="urn:microsoft.com/office/officeart/2005/8/layout/vList2"/>
    <dgm:cxn modelId="{32B0AE21-1F12-4B7E-8CFB-2D9E8C1A7175}" type="presParOf" srcId="{F396A84B-D819-4F04-98B8-8629F45CCE53}" destId="{253A2835-FF87-44DA-B526-6DABC84F942A}" srcOrd="3" destOrd="0" presId="urn:microsoft.com/office/officeart/2005/8/layout/vList2"/>
    <dgm:cxn modelId="{E3A02A47-B91B-4B71-BDE7-708C4BF5F414}" type="presParOf" srcId="{F396A84B-D819-4F04-98B8-8629F45CCE53}" destId="{F7310808-B0F0-4D61-9A99-C42CEDE215E4}"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A4FBD6-C444-496A-9B3C-E7018CE27AD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29CDDCD4-D9B2-4D7D-8EA3-EBDDDD5193FD}">
      <dgm:prSet/>
      <dgm:spPr/>
      <dgm:t>
        <a:bodyPr/>
        <a:lstStyle/>
        <a:p>
          <a:r>
            <a:rPr lang="en-US"/>
            <a:t>The quality of load balancing algorithms can be measured by two factor:</a:t>
          </a:r>
          <a:endParaRPr lang="en-PK"/>
        </a:p>
      </dgm:t>
    </dgm:pt>
    <dgm:pt modelId="{60BDACF0-0499-4E9B-A281-64C601D5FB15}" type="parTrans" cxnId="{C3AD81BE-42EF-42A6-A21D-6809B64A27F9}">
      <dgm:prSet/>
      <dgm:spPr/>
      <dgm:t>
        <a:bodyPr/>
        <a:lstStyle/>
        <a:p>
          <a:endParaRPr lang="en-PK"/>
        </a:p>
      </dgm:t>
    </dgm:pt>
    <dgm:pt modelId="{78B0C75C-8403-4C10-9E8D-FD68F997F4E4}" type="sibTrans" cxnId="{C3AD81BE-42EF-42A6-A21D-6809B64A27F9}">
      <dgm:prSet/>
      <dgm:spPr/>
      <dgm:t>
        <a:bodyPr/>
        <a:lstStyle/>
        <a:p>
          <a:endParaRPr lang="en-PK"/>
        </a:p>
      </dgm:t>
    </dgm:pt>
    <dgm:pt modelId="{4569C929-B17E-40D7-9BA5-199C571C0B26}">
      <dgm:prSet custT="1"/>
      <dgm:spPr/>
      <dgm:t>
        <a:bodyPr/>
        <a:lstStyle/>
        <a:p>
          <a:r>
            <a:rPr lang="en-US" sz="2000" dirty="0"/>
            <a:t>Number of steps: Needed to get the balanced state.</a:t>
          </a:r>
          <a:endParaRPr lang="en-PK" sz="2000" dirty="0"/>
        </a:p>
      </dgm:t>
    </dgm:pt>
    <dgm:pt modelId="{6FA17798-D9E1-44AA-B9A7-0277F5389917}" type="parTrans" cxnId="{2FDBFF69-B8DB-4E52-95C4-A38D1E5B3F0E}">
      <dgm:prSet/>
      <dgm:spPr/>
      <dgm:t>
        <a:bodyPr/>
        <a:lstStyle/>
        <a:p>
          <a:endParaRPr lang="en-PK"/>
        </a:p>
      </dgm:t>
    </dgm:pt>
    <dgm:pt modelId="{606309AC-8A96-4C6C-98A5-9B6A3E2CDD07}" type="sibTrans" cxnId="{2FDBFF69-B8DB-4E52-95C4-A38D1E5B3F0E}">
      <dgm:prSet/>
      <dgm:spPr/>
      <dgm:t>
        <a:bodyPr/>
        <a:lstStyle/>
        <a:p>
          <a:endParaRPr lang="en-PK"/>
        </a:p>
      </dgm:t>
    </dgm:pt>
    <dgm:pt modelId="{9A20EAF3-4A42-498B-B305-E97F00154118}">
      <dgm:prSet custT="1"/>
      <dgm:spPr/>
      <dgm:t>
        <a:bodyPr/>
        <a:lstStyle/>
        <a:p>
          <a:r>
            <a:rPr lang="en-US" sz="2000" dirty="0"/>
            <a:t>Extent of loads: Moves over the link to which nodes are connected.</a:t>
          </a:r>
          <a:endParaRPr lang="en-PK" sz="2000" dirty="0"/>
        </a:p>
      </dgm:t>
    </dgm:pt>
    <dgm:pt modelId="{32A5395A-FD04-434F-A1A9-CD7CDCAD5E5F}" type="parTrans" cxnId="{154426D2-177A-45A2-BE40-C5248584C946}">
      <dgm:prSet/>
      <dgm:spPr/>
      <dgm:t>
        <a:bodyPr/>
        <a:lstStyle/>
        <a:p>
          <a:endParaRPr lang="en-PK"/>
        </a:p>
      </dgm:t>
    </dgm:pt>
    <dgm:pt modelId="{F4729B11-D699-45D4-8399-6536E7B55C6C}" type="sibTrans" cxnId="{154426D2-177A-45A2-BE40-C5248584C946}">
      <dgm:prSet/>
      <dgm:spPr/>
      <dgm:t>
        <a:bodyPr/>
        <a:lstStyle/>
        <a:p>
          <a:endParaRPr lang="en-PK"/>
        </a:p>
      </dgm:t>
    </dgm:pt>
    <dgm:pt modelId="{3EA603F7-8B3B-4137-854D-635565370AFA}">
      <dgm:prSet custT="1"/>
      <dgm:spPr/>
      <dgm:t>
        <a:bodyPr/>
        <a:lstStyle/>
        <a:p>
          <a:endParaRPr lang="en-PK" sz="2000" dirty="0"/>
        </a:p>
      </dgm:t>
    </dgm:pt>
    <dgm:pt modelId="{93DFB3F0-348E-4920-9117-432D7C2F25C8}" type="parTrans" cxnId="{21F50446-CA7F-46DD-90EC-799E1E117DFE}">
      <dgm:prSet/>
      <dgm:spPr/>
    </dgm:pt>
    <dgm:pt modelId="{3FD90B3A-E4C4-4A67-8067-18E31729BC61}" type="sibTrans" cxnId="{21F50446-CA7F-46DD-90EC-799E1E117DFE}">
      <dgm:prSet/>
      <dgm:spPr/>
    </dgm:pt>
    <dgm:pt modelId="{F998B10F-E992-4FA3-9A7E-749C58A65BB5}" type="pres">
      <dgm:prSet presAssocID="{92A4FBD6-C444-496A-9B3C-E7018CE27ADE}" presName="Name0" presStyleCnt="0">
        <dgm:presLayoutVars>
          <dgm:dir/>
          <dgm:animLvl val="lvl"/>
          <dgm:resizeHandles val="exact"/>
        </dgm:presLayoutVars>
      </dgm:prSet>
      <dgm:spPr/>
    </dgm:pt>
    <dgm:pt modelId="{D2855808-1D78-492F-BD56-8C76610AF17B}" type="pres">
      <dgm:prSet presAssocID="{29CDDCD4-D9B2-4D7D-8EA3-EBDDDD5193FD}" presName="linNode" presStyleCnt="0"/>
      <dgm:spPr/>
    </dgm:pt>
    <dgm:pt modelId="{5A18EF14-EBF9-42D4-B5F3-2CFA32B4113B}" type="pres">
      <dgm:prSet presAssocID="{29CDDCD4-D9B2-4D7D-8EA3-EBDDDD5193FD}" presName="parentText" presStyleLbl="node1" presStyleIdx="0" presStyleCnt="1">
        <dgm:presLayoutVars>
          <dgm:chMax val="1"/>
          <dgm:bulletEnabled val="1"/>
        </dgm:presLayoutVars>
      </dgm:prSet>
      <dgm:spPr/>
    </dgm:pt>
    <dgm:pt modelId="{976947B0-E1A0-4B82-B90F-0B99D8F509B9}" type="pres">
      <dgm:prSet presAssocID="{29CDDCD4-D9B2-4D7D-8EA3-EBDDDD5193FD}" presName="descendantText" presStyleLbl="alignAccFollowNode1" presStyleIdx="0" presStyleCnt="1">
        <dgm:presLayoutVars>
          <dgm:bulletEnabled val="1"/>
        </dgm:presLayoutVars>
      </dgm:prSet>
      <dgm:spPr/>
    </dgm:pt>
  </dgm:ptLst>
  <dgm:cxnLst>
    <dgm:cxn modelId="{C44B4303-1F17-4BC6-AA99-BA7F974460BB}" type="presOf" srcId="{92A4FBD6-C444-496A-9B3C-E7018CE27ADE}" destId="{F998B10F-E992-4FA3-9A7E-749C58A65BB5}" srcOrd="0" destOrd="0" presId="urn:microsoft.com/office/officeart/2005/8/layout/vList5"/>
    <dgm:cxn modelId="{729C6A1B-F9CA-4F53-82C5-47A5035D2B83}" type="presOf" srcId="{9A20EAF3-4A42-498B-B305-E97F00154118}" destId="{976947B0-E1A0-4B82-B90F-0B99D8F509B9}" srcOrd="0" destOrd="2" presId="urn:microsoft.com/office/officeart/2005/8/layout/vList5"/>
    <dgm:cxn modelId="{D5BE4D5D-41FB-4112-A2DA-FB6A76538646}" type="presOf" srcId="{4569C929-B17E-40D7-9BA5-199C571C0B26}" destId="{976947B0-E1A0-4B82-B90F-0B99D8F509B9}" srcOrd="0" destOrd="0" presId="urn:microsoft.com/office/officeart/2005/8/layout/vList5"/>
    <dgm:cxn modelId="{00D83F43-2170-47B7-BCD7-D08EB1783EF0}" type="presOf" srcId="{29CDDCD4-D9B2-4D7D-8EA3-EBDDDD5193FD}" destId="{5A18EF14-EBF9-42D4-B5F3-2CFA32B4113B}" srcOrd="0" destOrd="0" presId="urn:microsoft.com/office/officeart/2005/8/layout/vList5"/>
    <dgm:cxn modelId="{21F50446-CA7F-46DD-90EC-799E1E117DFE}" srcId="{29CDDCD4-D9B2-4D7D-8EA3-EBDDDD5193FD}" destId="{3EA603F7-8B3B-4137-854D-635565370AFA}" srcOrd="1" destOrd="0" parTransId="{93DFB3F0-348E-4920-9117-432D7C2F25C8}" sibTransId="{3FD90B3A-E4C4-4A67-8067-18E31729BC61}"/>
    <dgm:cxn modelId="{2FDBFF69-B8DB-4E52-95C4-A38D1E5B3F0E}" srcId="{29CDDCD4-D9B2-4D7D-8EA3-EBDDDD5193FD}" destId="{4569C929-B17E-40D7-9BA5-199C571C0B26}" srcOrd="0" destOrd="0" parTransId="{6FA17798-D9E1-44AA-B9A7-0277F5389917}" sibTransId="{606309AC-8A96-4C6C-98A5-9B6A3E2CDD07}"/>
    <dgm:cxn modelId="{E6E0186A-BD37-4BEF-BABA-6F93EB26357F}" type="presOf" srcId="{3EA603F7-8B3B-4137-854D-635565370AFA}" destId="{976947B0-E1A0-4B82-B90F-0B99D8F509B9}" srcOrd="0" destOrd="1" presId="urn:microsoft.com/office/officeart/2005/8/layout/vList5"/>
    <dgm:cxn modelId="{C3AD81BE-42EF-42A6-A21D-6809B64A27F9}" srcId="{92A4FBD6-C444-496A-9B3C-E7018CE27ADE}" destId="{29CDDCD4-D9B2-4D7D-8EA3-EBDDDD5193FD}" srcOrd="0" destOrd="0" parTransId="{60BDACF0-0499-4E9B-A281-64C601D5FB15}" sibTransId="{78B0C75C-8403-4C10-9E8D-FD68F997F4E4}"/>
    <dgm:cxn modelId="{154426D2-177A-45A2-BE40-C5248584C946}" srcId="{29CDDCD4-D9B2-4D7D-8EA3-EBDDDD5193FD}" destId="{9A20EAF3-4A42-498B-B305-E97F00154118}" srcOrd="2" destOrd="0" parTransId="{32A5395A-FD04-434F-A1A9-CD7CDCAD5E5F}" sibTransId="{F4729B11-D699-45D4-8399-6536E7B55C6C}"/>
    <dgm:cxn modelId="{338490BE-75E7-413E-A094-5B824FB940A7}" type="presParOf" srcId="{F998B10F-E992-4FA3-9A7E-749C58A65BB5}" destId="{D2855808-1D78-492F-BD56-8C76610AF17B}" srcOrd="0" destOrd="0" presId="urn:microsoft.com/office/officeart/2005/8/layout/vList5"/>
    <dgm:cxn modelId="{E38974CB-1EAB-4627-BD18-0CC397E4C68E}" type="presParOf" srcId="{D2855808-1D78-492F-BD56-8C76610AF17B}" destId="{5A18EF14-EBF9-42D4-B5F3-2CFA32B4113B}" srcOrd="0" destOrd="0" presId="urn:microsoft.com/office/officeart/2005/8/layout/vList5"/>
    <dgm:cxn modelId="{03330D7F-BAED-426F-8EB7-2E516BE54FE7}" type="presParOf" srcId="{D2855808-1D78-492F-BD56-8C76610AF17B}" destId="{976947B0-E1A0-4B82-B90F-0B99D8F509B9}"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59CCA29-5BAC-48DA-A750-991B42DD5C96}"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EACB39A0-53B3-427F-9C97-051217870EBA}">
      <dgm:prSet custT="1"/>
      <dgm:spPr/>
      <dgm:t>
        <a:bodyPr/>
        <a:lstStyle/>
        <a:p>
          <a:r>
            <a:rPr lang="en-US" sz="2000" dirty="0"/>
            <a:t>There are two key sources of overhead. The time spent in inter-process interaction is one source of overhead. Another important source of overhead is the time that some processes may spend being idle. </a:t>
          </a:r>
        </a:p>
      </dgm:t>
    </dgm:pt>
    <dgm:pt modelId="{B9DC1A48-F117-471B-92D5-091D5573D1AB}" type="parTrans" cxnId="{7EEBA550-43D1-4D1A-B562-462E91A85A63}">
      <dgm:prSet/>
      <dgm:spPr/>
      <dgm:t>
        <a:bodyPr/>
        <a:lstStyle/>
        <a:p>
          <a:endParaRPr lang="en-US"/>
        </a:p>
      </dgm:t>
    </dgm:pt>
    <dgm:pt modelId="{FB35988D-F610-498B-B3A8-DD55FF543421}" type="sibTrans" cxnId="{7EEBA550-43D1-4D1A-B562-462E91A85A63}">
      <dgm:prSet/>
      <dgm:spPr/>
      <dgm:t>
        <a:bodyPr/>
        <a:lstStyle/>
        <a:p>
          <a:endParaRPr lang="en-US"/>
        </a:p>
      </dgm:t>
    </dgm:pt>
    <dgm:pt modelId="{AA44D0DE-066A-4670-9A52-625F1A7F731B}">
      <dgm:prSet custT="1"/>
      <dgm:spPr/>
      <dgm:t>
        <a:bodyPr/>
        <a:lstStyle/>
        <a:p>
          <a:r>
            <a:rPr lang="en-US" sz="2000" dirty="0"/>
            <a:t>A good mapping of tasks onto processes must strive to achieve the twin objectives:</a:t>
          </a:r>
        </a:p>
      </dgm:t>
    </dgm:pt>
    <dgm:pt modelId="{70D2AE06-2CF1-43F6-A387-9749F0FEBFD6}" type="parTrans" cxnId="{E34AD4B3-A233-45BC-A078-9EB866E2F4D2}">
      <dgm:prSet/>
      <dgm:spPr/>
      <dgm:t>
        <a:bodyPr/>
        <a:lstStyle/>
        <a:p>
          <a:endParaRPr lang="en-US"/>
        </a:p>
      </dgm:t>
    </dgm:pt>
    <dgm:pt modelId="{56B348A9-3093-4C6A-A02D-C00A79EBADEE}" type="sibTrans" cxnId="{E34AD4B3-A233-45BC-A078-9EB866E2F4D2}">
      <dgm:prSet/>
      <dgm:spPr/>
      <dgm:t>
        <a:bodyPr/>
        <a:lstStyle/>
        <a:p>
          <a:endParaRPr lang="en-US"/>
        </a:p>
      </dgm:t>
    </dgm:pt>
    <dgm:pt modelId="{DFFE7173-E31D-4C73-A9BF-F25938A6C504}">
      <dgm:prSet custT="1"/>
      <dgm:spPr/>
      <dgm:t>
        <a:bodyPr/>
        <a:lstStyle/>
        <a:p>
          <a:r>
            <a:rPr lang="en-US" sz="2000" dirty="0"/>
            <a:t>Reducing the amount of time processes spend in interacting with each other</a:t>
          </a:r>
        </a:p>
      </dgm:t>
    </dgm:pt>
    <dgm:pt modelId="{6877FAE3-FB87-442D-8D98-44ED9757A1A2}" type="parTrans" cxnId="{756C83EC-9A2D-4A66-815D-13B0D8715E14}">
      <dgm:prSet/>
      <dgm:spPr/>
      <dgm:t>
        <a:bodyPr/>
        <a:lstStyle/>
        <a:p>
          <a:endParaRPr lang="en-US"/>
        </a:p>
      </dgm:t>
    </dgm:pt>
    <dgm:pt modelId="{9C611994-3242-4BE4-A4C1-850F880780DF}" type="sibTrans" cxnId="{756C83EC-9A2D-4A66-815D-13B0D8715E14}">
      <dgm:prSet/>
      <dgm:spPr/>
      <dgm:t>
        <a:bodyPr/>
        <a:lstStyle/>
        <a:p>
          <a:endParaRPr lang="en-US"/>
        </a:p>
      </dgm:t>
    </dgm:pt>
    <dgm:pt modelId="{EE302E45-B19F-4371-BCF3-99BF02E81912}">
      <dgm:prSet custT="1"/>
      <dgm:spPr/>
      <dgm:t>
        <a:bodyPr/>
        <a:lstStyle/>
        <a:p>
          <a:r>
            <a:rPr lang="en-US" sz="2000" dirty="0"/>
            <a:t>Reducing the total amount of time some processes are idle while the others are engaged in performing some tasks.</a:t>
          </a:r>
        </a:p>
      </dgm:t>
    </dgm:pt>
    <dgm:pt modelId="{C9C9187D-F065-49CA-BA37-2BD4EF524633}" type="parTrans" cxnId="{4C5B084A-E9EA-4BD0-92CA-0204F9B09B28}">
      <dgm:prSet/>
      <dgm:spPr/>
      <dgm:t>
        <a:bodyPr/>
        <a:lstStyle/>
        <a:p>
          <a:endParaRPr lang="en-US"/>
        </a:p>
      </dgm:t>
    </dgm:pt>
    <dgm:pt modelId="{2D962139-E8C7-4182-9743-A68C3EBBD3DB}" type="sibTrans" cxnId="{4C5B084A-E9EA-4BD0-92CA-0204F9B09B28}">
      <dgm:prSet/>
      <dgm:spPr/>
      <dgm:t>
        <a:bodyPr/>
        <a:lstStyle/>
        <a:p>
          <a:endParaRPr lang="en-US"/>
        </a:p>
      </dgm:t>
    </dgm:pt>
    <dgm:pt modelId="{B4DC92B7-BD5E-4082-880E-49254A2C6AB8}" type="pres">
      <dgm:prSet presAssocID="{859CCA29-5BAC-48DA-A750-991B42DD5C96}" presName="Name0" presStyleCnt="0">
        <dgm:presLayoutVars>
          <dgm:dir/>
          <dgm:animLvl val="lvl"/>
          <dgm:resizeHandles val="exact"/>
        </dgm:presLayoutVars>
      </dgm:prSet>
      <dgm:spPr/>
    </dgm:pt>
    <dgm:pt modelId="{BE8ABFC1-3161-4516-907B-DE5138911D29}" type="pres">
      <dgm:prSet presAssocID="{AA44D0DE-066A-4670-9A52-625F1A7F731B}" presName="boxAndChildren" presStyleCnt="0"/>
      <dgm:spPr/>
    </dgm:pt>
    <dgm:pt modelId="{2339F421-0102-4278-8B92-F614784B48F1}" type="pres">
      <dgm:prSet presAssocID="{AA44D0DE-066A-4670-9A52-625F1A7F731B}" presName="parentTextBox" presStyleLbl="node1" presStyleIdx="0" presStyleCnt="2"/>
      <dgm:spPr/>
    </dgm:pt>
    <dgm:pt modelId="{BAAF8E66-B31C-4D6D-9E10-C2B04D07D5DF}" type="pres">
      <dgm:prSet presAssocID="{AA44D0DE-066A-4670-9A52-625F1A7F731B}" presName="entireBox" presStyleLbl="node1" presStyleIdx="0" presStyleCnt="2"/>
      <dgm:spPr/>
    </dgm:pt>
    <dgm:pt modelId="{6C3FB609-C607-4C28-BA2B-6E8DBBF4313F}" type="pres">
      <dgm:prSet presAssocID="{AA44D0DE-066A-4670-9A52-625F1A7F731B}" presName="descendantBox" presStyleCnt="0"/>
      <dgm:spPr/>
    </dgm:pt>
    <dgm:pt modelId="{D8195930-5D7C-4A97-BBA7-3E228FD7E690}" type="pres">
      <dgm:prSet presAssocID="{DFFE7173-E31D-4C73-A9BF-F25938A6C504}" presName="childTextBox" presStyleLbl="fgAccFollowNode1" presStyleIdx="0" presStyleCnt="2">
        <dgm:presLayoutVars>
          <dgm:bulletEnabled val="1"/>
        </dgm:presLayoutVars>
      </dgm:prSet>
      <dgm:spPr/>
    </dgm:pt>
    <dgm:pt modelId="{1B3387DC-B4BF-4B51-94CF-0D12662EF77F}" type="pres">
      <dgm:prSet presAssocID="{EE302E45-B19F-4371-BCF3-99BF02E81912}" presName="childTextBox" presStyleLbl="fgAccFollowNode1" presStyleIdx="1" presStyleCnt="2">
        <dgm:presLayoutVars>
          <dgm:bulletEnabled val="1"/>
        </dgm:presLayoutVars>
      </dgm:prSet>
      <dgm:spPr/>
    </dgm:pt>
    <dgm:pt modelId="{444F51A5-7145-41F8-83EF-936768B9A359}" type="pres">
      <dgm:prSet presAssocID="{FB35988D-F610-498B-B3A8-DD55FF543421}" presName="sp" presStyleCnt="0"/>
      <dgm:spPr/>
    </dgm:pt>
    <dgm:pt modelId="{AF5CF4B5-F571-4ECA-BB0F-3CF27B6CF3B3}" type="pres">
      <dgm:prSet presAssocID="{EACB39A0-53B3-427F-9C97-051217870EBA}" presName="arrowAndChildren" presStyleCnt="0"/>
      <dgm:spPr/>
    </dgm:pt>
    <dgm:pt modelId="{BB44C383-8BBE-4C4F-B90D-D835A5CE1CFA}" type="pres">
      <dgm:prSet presAssocID="{EACB39A0-53B3-427F-9C97-051217870EBA}" presName="parentTextArrow" presStyleLbl="node1" presStyleIdx="1" presStyleCnt="2" custScaleY="73942"/>
      <dgm:spPr/>
    </dgm:pt>
  </dgm:ptLst>
  <dgm:cxnLst>
    <dgm:cxn modelId="{62E4C704-EBF6-44C7-87BC-922E7B1BE57A}" type="presOf" srcId="{AA44D0DE-066A-4670-9A52-625F1A7F731B}" destId="{BAAF8E66-B31C-4D6D-9E10-C2B04D07D5DF}" srcOrd="1" destOrd="0" presId="urn:microsoft.com/office/officeart/2005/8/layout/process4"/>
    <dgm:cxn modelId="{EC70ED1B-20CA-4C0D-A32D-BDB802C39E87}" type="presOf" srcId="{EE302E45-B19F-4371-BCF3-99BF02E81912}" destId="{1B3387DC-B4BF-4B51-94CF-0D12662EF77F}" srcOrd="0" destOrd="0" presId="urn:microsoft.com/office/officeart/2005/8/layout/process4"/>
    <dgm:cxn modelId="{7FCF172C-A313-404D-9AFD-DBC075E0E323}" type="presOf" srcId="{AA44D0DE-066A-4670-9A52-625F1A7F731B}" destId="{2339F421-0102-4278-8B92-F614784B48F1}" srcOrd="0" destOrd="0" presId="urn:microsoft.com/office/officeart/2005/8/layout/process4"/>
    <dgm:cxn modelId="{FCE68B3C-B041-460E-8B8B-1F47F78018E9}" type="presOf" srcId="{EACB39A0-53B3-427F-9C97-051217870EBA}" destId="{BB44C383-8BBE-4C4F-B90D-D835A5CE1CFA}" srcOrd="0" destOrd="0" presId="urn:microsoft.com/office/officeart/2005/8/layout/process4"/>
    <dgm:cxn modelId="{4C5B084A-E9EA-4BD0-92CA-0204F9B09B28}" srcId="{AA44D0DE-066A-4670-9A52-625F1A7F731B}" destId="{EE302E45-B19F-4371-BCF3-99BF02E81912}" srcOrd="1" destOrd="0" parTransId="{C9C9187D-F065-49CA-BA37-2BD4EF524633}" sibTransId="{2D962139-E8C7-4182-9743-A68C3EBBD3DB}"/>
    <dgm:cxn modelId="{7EEBA550-43D1-4D1A-B562-462E91A85A63}" srcId="{859CCA29-5BAC-48DA-A750-991B42DD5C96}" destId="{EACB39A0-53B3-427F-9C97-051217870EBA}" srcOrd="0" destOrd="0" parTransId="{B9DC1A48-F117-471B-92D5-091D5573D1AB}" sibTransId="{FB35988D-F610-498B-B3A8-DD55FF543421}"/>
    <dgm:cxn modelId="{E34AD4B3-A233-45BC-A078-9EB866E2F4D2}" srcId="{859CCA29-5BAC-48DA-A750-991B42DD5C96}" destId="{AA44D0DE-066A-4670-9A52-625F1A7F731B}" srcOrd="1" destOrd="0" parTransId="{70D2AE06-2CF1-43F6-A387-9749F0FEBFD6}" sibTransId="{56B348A9-3093-4C6A-A02D-C00A79EBADEE}"/>
    <dgm:cxn modelId="{2D40EABC-3F2E-492D-846F-4AB529E5B54D}" type="presOf" srcId="{859CCA29-5BAC-48DA-A750-991B42DD5C96}" destId="{B4DC92B7-BD5E-4082-880E-49254A2C6AB8}" srcOrd="0" destOrd="0" presId="urn:microsoft.com/office/officeart/2005/8/layout/process4"/>
    <dgm:cxn modelId="{756C83EC-9A2D-4A66-815D-13B0D8715E14}" srcId="{AA44D0DE-066A-4670-9A52-625F1A7F731B}" destId="{DFFE7173-E31D-4C73-A9BF-F25938A6C504}" srcOrd="0" destOrd="0" parTransId="{6877FAE3-FB87-442D-8D98-44ED9757A1A2}" sibTransId="{9C611994-3242-4BE4-A4C1-850F880780DF}"/>
    <dgm:cxn modelId="{725261FE-7E28-44BC-B63F-1387962075A5}" type="presOf" srcId="{DFFE7173-E31D-4C73-A9BF-F25938A6C504}" destId="{D8195930-5D7C-4A97-BBA7-3E228FD7E690}" srcOrd="0" destOrd="0" presId="urn:microsoft.com/office/officeart/2005/8/layout/process4"/>
    <dgm:cxn modelId="{83C14DF2-6977-4BC0-B495-A6509FBD1F7B}" type="presParOf" srcId="{B4DC92B7-BD5E-4082-880E-49254A2C6AB8}" destId="{BE8ABFC1-3161-4516-907B-DE5138911D29}" srcOrd="0" destOrd="0" presId="urn:microsoft.com/office/officeart/2005/8/layout/process4"/>
    <dgm:cxn modelId="{34D1307E-0A0B-4B67-A654-966CA560F632}" type="presParOf" srcId="{BE8ABFC1-3161-4516-907B-DE5138911D29}" destId="{2339F421-0102-4278-8B92-F614784B48F1}" srcOrd="0" destOrd="0" presId="urn:microsoft.com/office/officeart/2005/8/layout/process4"/>
    <dgm:cxn modelId="{E88D0EF6-554B-48E7-9032-D57AC0E7B9AF}" type="presParOf" srcId="{BE8ABFC1-3161-4516-907B-DE5138911D29}" destId="{BAAF8E66-B31C-4D6D-9E10-C2B04D07D5DF}" srcOrd="1" destOrd="0" presId="urn:microsoft.com/office/officeart/2005/8/layout/process4"/>
    <dgm:cxn modelId="{E4EF5A7B-2D26-4E81-A4D4-8B312BEBD1E5}" type="presParOf" srcId="{BE8ABFC1-3161-4516-907B-DE5138911D29}" destId="{6C3FB609-C607-4C28-BA2B-6E8DBBF4313F}" srcOrd="2" destOrd="0" presId="urn:microsoft.com/office/officeart/2005/8/layout/process4"/>
    <dgm:cxn modelId="{1340B71E-1E26-4EFD-A4C6-ABBDD4ED4200}" type="presParOf" srcId="{6C3FB609-C607-4C28-BA2B-6E8DBBF4313F}" destId="{D8195930-5D7C-4A97-BBA7-3E228FD7E690}" srcOrd="0" destOrd="0" presId="urn:microsoft.com/office/officeart/2005/8/layout/process4"/>
    <dgm:cxn modelId="{6DC22FDD-3703-4917-B6A9-3201106B54C8}" type="presParOf" srcId="{6C3FB609-C607-4C28-BA2B-6E8DBBF4313F}" destId="{1B3387DC-B4BF-4B51-94CF-0D12662EF77F}" srcOrd="1" destOrd="0" presId="urn:microsoft.com/office/officeart/2005/8/layout/process4"/>
    <dgm:cxn modelId="{9F756FFA-A00F-4FA6-A91E-A604BE3ABA19}" type="presParOf" srcId="{B4DC92B7-BD5E-4082-880E-49254A2C6AB8}" destId="{444F51A5-7145-41F8-83EF-936768B9A359}" srcOrd="1" destOrd="0" presId="urn:microsoft.com/office/officeart/2005/8/layout/process4"/>
    <dgm:cxn modelId="{C8E6421E-DCFD-4E30-B17F-DAD761BA18E0}" type="presParOf" srcId="{B4DC92B7-BD5E-4082-880E-49254A2C6AB8}" destId="{AF5CF4B5-F571-4ECA-BB0F-3CF27B6CF3B3}" srcOrd="2" destOrd="0" presId="urn:microsoft.com/office/officeart/2005/8/layout/process4"/>
    <dgm:cxn modelId="{ACBFD1A3-E78B-48F6-BAC4-F997DEC4EABA}" type="presParOf" srcId="{AF5CF4B5-F571-4ECA-BB0F-3CF27B6CF3B3}" destId="{BB44C383-8BBE-4C4F-B90D-D835A5CE1CFA}"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202334B-6122-40ED-8821-81F55D52B12A}"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5DAE7A56-4A23-4049-884B-22FA2FFC4A49}">
      <dgm:prSet custT="1"/>
      <dgm:spPr/>
      <dgm:t>
        <a:bodyPr/>
        <a:lstStyle/>
        <a:p>
          <a:r>
            <a:rPr lang="en-US" sz="2000" dirty="0"/>
            <a:t>Mapping techniques used in parallel algorithms can be broadly classified into two categories:</a:t>
          </a:r>
        </a:p>
      </dgm:t>
    </dgm:pt>
    <dgm:pt modelId="{0B51F10E-5777-4FCD-8950-BF53C5181EDC}" type="parTrans" cxnId="{FDC6E814-16D2-418E-8848-F86F317B1DE6}">
      <dgm:prSet/>
      <dgm:spPr/>
      <dgm:t>
        <a:bodyPr/>
        <a:lstStyle/>
        <a:p>
          <a:endParaRPr lang="en-US"/>
        </a:p>
      </dgm:t>
    </dgm:pt>
    <dgm:pt modelId="{178AAF84-A4B3-4F31-92F7-11E2B04B498E}" type="sibTrans" cxnId="{FDC6E814-16D2-418E-8848-F86F317B1DE6}">
      <dgm:prSet/>
      <dgm:spPr/>
      <dgm:t>
        <a:bodyPr/>
        <a:lstStyle/>
        <a:p>
          <a:endParaRPr lang="en-US"/>
        </a:p>
      </dgm:t>
    </dgm:pt>
    <dgm:pt modelId="{068FBB32-3954-4EF8-BE77-AAE6F91F8B96}">
      <dgm:prSet custT="1"/>
      <dgm:spPr/>
      <dgm:t>
        <a:bodyPr/>
        <a:lstStyle/>
        <a:p>
          <a:r>
            <a:rPr lang="en-US" sz="2000" dirty="0"/>
            <a:t>Static Mapping.</a:t>
          </a:r>
        </a:p>
      </dgm:t>
    </dgm:pt>
    <dgm:pt modelId="{F85B0886-E838-4C10-9A9F-E928341CD1A8}" type="parTrans" cxnId="{FF0CCAD1-72F7-4F50-8120-5E872E487885}">
      <dgm:prSet/>
      <dgm:spPr/>
      <dgm:t>
        <a:bodyPr/>
        <a:lstStyle/>
        <a:p>
          <a:endParaRPr lang="en-US"/>
        </a:p>
      </dgm:t>
    </dgm:pt>
    <dgm:pt modelId="{E57850A5-D6F3-40E4-8F22-F6FC309FAB60}" type="sibTrans" cxnId="{FF0CCAD1-72F7-4F50-8120-5E872E487885}">
      <dgm:prSet/>
      <dgm:spPr/>
      <dgm:t>
        <a:bodyPr/>
        <a:lstStyle/>
        <a:p>
          <a:endParaRPr lang="en-US"/>
        </a:p>
      </dgm:t>
    </dgm:pt>
    <dgm:pt modelId="{DF623EDC-5C3C-4E11-98E8-D03B15A097EA}">
      <dgm:prSet custT="1"/>
      <dgm:spPr/>
      <dgm:t>
        <a:bodyPr/>
        <a:lstStyle/>
        <a:p>
          <a:r>
            <a:rPr lang="en-US" sz="2000" dirty="0"/>
            <a:t>Dynamic Mapping.</a:t>
          </a:r>
        </a:p>
      </dgm:t>
    </dgm:pt>
    <dgm:pt modelId="{62BCA7F7-D9A3-46E7-8081-E9583802EF8B}" type="parTrans" cxnId="{167714F8-65B1-457C-AE59-2C239F261A1D}">
      <dgm:prSet/>
      <dgm:spPr/>
      <dgm:t>
        <a:bodyPr/>
        <a:lstStyle/>
        <a:p>
          <a:endParaRPr lang="en-US"/>
        </a:p>
      </dgm:t>
    </dgm:pt>
    <dgm:pt modelId="{00C6ED66-6476-4148-A72D-42F2C231B375}" type="sibTrans" cxnId="{167714F8-65B1-457C-AE59-2C239F261A1D}">
      <dgm:prSet/>
      <dgm:spPr/>
      <dgm:t>
        <a:bodyPr/>
        <a:lstStyle/>
        <a:p>
          <a:endParaRPr lang="en-US"/>
        </a:p>
      </dgm:t>
    </dgm:pt>
    <dgm:pt modelId="{5B46C004-7F12-4668-A9AD-1C406FBF1037}">
      <dgm:prSet custT="1"/>
      <dgm:spPr/>
      <dgm:t>
        <a:bodyPr/>
        <a:lstStyle/>
        <a:p>
          <a:r>
            <a:rPr lang="en-US" sz="2000" dirty="0"/>
            <a:t>The parallel programming paradigm and the characteristics of tasks and the interactions among them determine whether a static or a dynamic mapping is more suitable.</a:t>
          </a:r>
        </a:p>
      </dgm:t>
    </dgm:pt>
    <dgm:pt modelId="{E9F0D7C8-71C6-4076-BEDC-8BA04E944550}" type="parTrans" cxnId="{A01F97FD-EDCB-44C5-BD47-E3471EDBC951}">
      <dgm:prSet/>
      <dgm:spPr/>
      <dgm:t>
        <a:bodyPr/>
        <a:lstStyle/>
        <a:p>
          <a:endParaRPr lang="en-US"/>
        </a:p>
      </dgm:t>
    </dgm:pt>
    <dgm:pt modelId="{33BFB1D1-EB74-4125-9601-FC357C00E79B}" type="sibTrans" cxnId="{A01F97FD-EDCB-44C5-BD47-E3471EDBC951}">
      <dgm:prSet/>
      <dgm:spPr/>
      <dgm:t>
        <a:bodyPr/>
        <a:lstStyle/>
        <a:p>
          <a:endParaRPr lang="en-US"/>
        </a:p>
      </dgm:t>
    </dgm:pt>
    <dgm:pt modelId="{B720ED9F-EFB6-479F-8802-AA9387EF881F}" type="pres">
      <dgm:prSet presAssocID="{0202334B-6122-40ED-8821-81F55D52B12A}" presName="Name0" presStyleCnt="0">
        <dgm:presLayoutVars>
          <dgm:dir/>
          <dgm:animLvl val="lvl"/>
          <dgm:resizeHandles val="exact"/>
        </dgm:presLayoutVars>
      </dgm:prSet>
      <dgm:spPr/>
    </dgm:pt>
    <dgm:pt modelId="{D3113B9C-93BF-45D6-8BD2-F60DB176DE20}" type="pres">
      <dgm:prSet presAssocID="{5B46C004-7F12-4668-A9AD-1C406FBF1037}" presName="boxAndChildren" presStyleCnt="0"/>
      <dgm:spPr/>
    </dgm:pt>
    <dgm:pt modelId="{8C92D1DD-39AB-4616-93E9-55BDFF83EFFF}" type="pres">
      <dgm:prSet presAssocID="{5B46C004-7F12-4668-A9AD-1C406FBF1037}" presName="parentTextBox" presStyleLbl="node1" presStyleIdx="0" presStyleCnt="2"/>
      <dgm:spPr/>
    </dgm:pt>
    <dgm:pt modelId="{632DF996-D45E-4B3D-A18D-210B70CF5DFC}" type="pres">
      <dgm:prSet presAssocID="{178AAF84-A4B3-4F31-92F7-11E2B04B498E}" presName="sp" presStyleCnt="0"/>
      <dgm:spPr/>
    </dgm:pt>
    <dgm:pt modelId="{0FAF6607-3745-4E7E-99B3-33BEF59C9290}" type="pres">
      <dgm:prSet presAssocID="{5DAE7A56-4A23-4049-884B-22FA2FFC4A49}" presName="arrowAndChildren" presStyleCnt="0"/>
      <dgm:spPr/>
    </dgm:pt>
    <dgm:pt modelId="{AE5476A3-DCB4-4371-9A24-99F3BC0FDCB8}" type="pres">
      <dgm:prSet presAssocID="{5DAE7A56-4A23-4049-884B-22FA2FFC4A49}" presName="parentTextArrow" presStyleLbl="node1" presStyleIdx="0" presStyleCnt="2"/>
      <dgm:spPr/>
    </dgm:pt>
    <dgm:pt modelId="{898FE681-BABD-40B0-9FAE-ACAEEABB6FF6}" type="pres">
      <dgm:prSet presAssocID="{5DAE7A56-4A23-4049-884B-22FA2FFC4A49}" presName="arrow" presStyleLbl="node1" presStyleIdx="1" presStyleCnt="2"/>
      <dgm:spPr/>
    </dgm:pt>
    <dgm:pt modelId="{F582BDEA-5701-4522-9510-0D86C0721D24}" type="pres">
      <dgm:prSet presAssocID="{5DAE7A56-4A23-4049-884B-22FA2FFC4A49}" presName="descendantArrow" presStyleCnt="0"/>
      <dgm:spPr/>
    </dgm:pt>
    <dgm:pt modelId="{F2976260-B5BD-4895-81B9-D8E99C8F3506}" type="pres">
      <dgm:prSet presAssocID="{068FBB32-3954-4EF8-BE77-AAE6F91F8B96}" presName="childTextArrow" presStyleLbl="fgAccFollowNode1" presStyleIdx="0" presStyleCnt="2">
        <dgm:presLayoutVars>
          <dgm:bulletEnabled val="1"/>
        </dgm:presLayoutVars>
      </dgm:prSet>
      <dgm:spPr/>
    </dgm:pt>
    <dgm:pt modelId="{9DD45884-D8EB-4AD4-8A4F-F5EE463D55E2}" type="pres">
      <dgm:prSet presAssocID="{DF623EDC-5C3C-4E11-98E8-D03B15A097EA}" presName="childTextArrow" presStyleLbl="fgAccFollowNode1" presStyleIdx="1" presStyleCnt="2">
        <dgm:presLayoutVars>
          <dgm:bulletEnabled val="1"/>
        </dgm:presLayoutVars>
      </dgm:prSet>
      <dgm:spPr/>
    </dgm:pt>
  </dgm:ptLst>
  <dgm:cxnLst>
    <dgm:cxn modelId="{6C814B01-E0CF-4C32-8342-0C017C9E35E1}" type="presOf" srcId="{068FBB32-3954-4EF8-BE77-AAE6F91F8B96}" destId="{F2976260-B5BD-4895-81B9-D8E99C8F3506}" srcOrd="0" destOrd="0" presId="urn:microsoft.com/office/officeart/2005/8/layout/process4"/>
    <dgm:cxn modelId="{FDC6E814-16D2-418E-8848-F86F317B1DE6}" srcId="{0202334B-6122-40ED-8821-81F55D52B12A}" destId="{5DAE7A56-4A23-4049-884B-22FA2FFC4A49}" srcOrd="0" destOrd="0" parTransId="{0B51F10E-5777-4FCD-8950-BF53C5181EDC}" sibTransId="{178AAF84-A4B3-4F31-92F7-11E2B04B498E}"/>
    <dgm:cxn modelId="{7E53D81B-7958-4A09-A63D-D6E00E3EC016}" type="presOf" srcId="{0202334B-6122-40ED-8821-81F55D52B12A}" destId="{B720ED9F-EFB6-479F-8802-AA9387EF881F}" srcOrd="0" destOrd="0" presId="urn:microsoft.com/office/officeart/2005/8/layout/process4"/>
    <dgm:cxn modelId="{71ED9F94-E1F1-4698-BB27-36D3CE61D029}" type="presOf" srcId="{5DAE7A56-4A23-4049-884B-22FA2FFC4A49}" destId="{AE5476A3-DCB4-4371-9A24-99F3BC0FDCB8}" srcOrd="0" destOrd="0" presId="urn:microsoft.com/office/officeart/2005/8/layout/process4"/>
    <dgm:cxn modelId="{B00BD0C1-0D3C-426B-9AD1-C8EE9BE3012E}" type="presOf" srcId="{5DAE7A56-4A23-4049-884B-22FA2FFC4A49}" destId="{898FE681-BABD-40B0-9FAE-ACAEEABB6FF6}" srcOrd="1" destOrd="0" presId="urn:microsoft.com/office/officeart/2005/8/layout/process4"/>
    <dgm:cxn modelId="{FF0CCAD1-72F7-4F50-8120-5E872E487885}" srcId="{5DAE7A56-4A23-4049-884B-22FA2FFC4A49}" destId="{068FBB32-3954-4EF8-BE77-AAE6F91F8B96}" srcOrd="0" destOrd="0" parTransId="{F85B0886-E838-4C10-9A9F-E928341CD1A8}" sibTransId="{E57850A5-D6F3-40E4-8F22-F6FC309FAB60}"/>
    <dgm:cxn modelId="{D0D95BDC-B59A-4904-9DFF-53D3299961C2}" type="presOf" srcId="{DF623EDC-5C3C-4E11-98E8-D03B15A097EA}" destId="{9DD45884-D8EB-4AD4-8A4F-F5EE463D55E2}" srcOrd="0" destOrd="0" presId="urn:microsoft.com/office/officeart/2005/8/layout/process4"/>
    <dgm:cxn modelId="{167714F8-65B1-457C-AE59-2C239F261A1D}" srcId="{5DAE7A56-4A23-4049-884B-22FA2FFC4A49}" destId="{DF623EDC-5C3C-4E11-98E8-D03B15A097EA}" srcOrd="1" destOrd="0" parTransId="{62BCA7F7-D9A3-46E7-8081-E9583802EF8B}" sibTransId="{00C6ED66-6476-4148-A72D-42F2C231B375}"/>
    <dgm:cxn modelId="{A01F97FD-EDCB-44C5-BD47-E3471EDBC951}" srcId="{0202334B-6122-40ED-8821-81F55D52B12A}" destId="{5B46C004-7F12-4668-A9AD-1C406FBF1037}" srcOrd="1" destOrd="0" parTransId="{E9F0D7C8-71C6-4076-BEDC-8BA04E944550}" sibTransId="{33BFB1D1-EB74-4125-9601-FC357C00E79B}"/>
    <dgm:cxn modelId="{B6D677FF-106D-4FA9-911D-9A5D9AC0A9A9}" type="presOf" srcId="{5B46C004-7F12-4668-A9AD-1C406FBF1037}" destId="{8C92D1DD-39AB-4616-93E9-55BDFF83EFFF}" srcOrd="0" destOrd="0" presId="urn:microsoft.com/office/officeart/2005/8/layout/process4"/>
    <dgm:cxn modelId="{3DC61F26-F66E-4052-AEAD-96F341A9C5AC}" type="presParOf" srcId="{B720ED9F-EFB6-479F-8802-AA9387EF881F}" destId="{D3113B9C-93BF-45D6-8BD2-F60DB176DE20}" srcOrd="0" destOrd="0" presId="urn:microsoft.com/office/officeart/2005/8/layout/process4"/>
    <dgm:cxn modelId="{AAD67773-A07A-4470-B6A0-F95DA1CAD1F2}" type="presParOf" srcId="{D3113B9C-93BF-45D6-8BD2-F60DB176DE20}" destId="{8C92D1DD-39AB-4616-93E9-55BDFF83EFFF}" srcOrd="0" destOrd="0" presId="urn:microsoft.com/office/officeart/2005/8/layout/process4"/>
    <dgm:cxn modelId="{43582D37-4933-47A9-9CEC-ED62352E51DC}" type="presParOf" srcId="{B720ED9F-EFB6-479F-8802-AA9387EF881F}" destId="{632DF996-D45E-4B3D-A18D-210B70CF5DFC}" srcOrd="1" destOrd="0" presId="urn:microsoft.com/office/officeart/2005/8/layout/process4"/>
    <dgm:cxn modelId="{525F7D8D-76CA-4361-8A48-8010B95E97A4}" type="presParOf" srcId="{B720ED9F-EFB6-479F-8802-AA9387EF881F}" destId="{0FAF6607-3745-4E7E-99B3-33BEF59C9290}" srcOrd="2" destOrd="0" presId="urn:microsoft.com/office/officeart/2005/8/layout/process4"/>
    <dgm:cxn modelId="{52F73ACA-5A0C-4680-94A8-1864BC4A3B69}" type="presParOf" srcId="{0FAF6607-3745-4E7E-99B3-33BEF59C9290}" destId="{AE5476A3-DCB4-4371-9A24-99F3BC0FDCB8}" srcOrd="0" destOrd="0" presId="urn:microsoft.com/office/officeart/2005/8/layout/process4"/>
    <dgm:cxn modelId="{5FD554DB-64F2-46EF-A9E2-0383C2FE1FC4}" type="presParOf" srcId="{0FAF6607-3745-4E7E-99B3-33BEF59C9290}" destId="{898FE681-BABD-40B0-9FAE-ACAEEABB6FF6}" srcOrd="1" destOrd="0" presId="urn:microsoft.com/office/officeart/2005/8/layout/process4"/>
    <dgm:cxn modelId="{B11C0ED6-2AB8-494E-B39A-2C9D72B08D10}" type="presParOf" srcId="{0FAF6607-3745-4E7E-99B3-33BEF59C9290}" destId="{F582BDEA-5701-4522-9510-0D86C0721D24}" srcOrd="2" destOrd="0" presId="urn:microsoft.com/office/officeart/2005/8/layout/process4"/>
    <dgm:cxn modelId="{E458B7B8-7F39-4CCC-A204-64B77FEBBD97}" type="presParOf" srcId="{F582BDEA-5701-4522-9510-0D86C0721D24}" destId="{F2976260-B5BD-4895-81B9-D8E99C8F3506}" srcOrd="0" destOrd="0" presId="urn:microsoft.com/office/officeart/2005/8/layout/process4"/>
    <dgm:cxn modelId="{2FE69019-0038-4986-8E18-F369D5D0E0C9}" type="presParOf" srcId="{F582BDEA-5701-4522-9510-0D86C0721D24}" destId="{9DD45884-D8EB-4AD4-8A4F-F5EE463D55E2}" srcOrd="1"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dirty="0">
              <a:latin typeface="Arial" panose="020B0604020202020204" pitchFamily="34" charset="0"/>
              <a:cs typeface="Arial" panose="020B0604020202020204" pitchFamily="34" charset="0"/>
            </a:rPr>
            <a:t>Understanding of Static Mapping for Load Balancing.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r>
            <a:rPr lang="en-US" dirty="0">
              <a:latin typeface="Arial" panose="020B0604020202020204" pitchFamily="34" charset="0"/>
              <a:cs typeface="Arial" panose="020B0604020202020204" pitchFamily="34" charset="0"/>
            </a:rPr>
            <a:t>Advantages</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8A0421D9-B701-49A1-90A7-E53B79ECC77A}">
      <dgm:prSet/>
      <dgm:spPr/>
      <dgm:t>
        <a:bodyPr/>
        <a:lstStyle/>
        <a:p>
          <a:pPr>
            <a:lnSpc>
              <a:spcPct val="100000"/>
            </a:lnSpc>
          </a:pPr>
          <a:r>
            <a:rPr lang="en-US" dirty="0">
              <a:latin typeface="Arial" panose="020B0604020202020204" pitchFamily="34" charset="0"/>
              <a:cs typeface="Arial" panose="020B0604020202020204" pitchFamily="34" charset="0"/>
            </a:rPr>
            <a:t>Disadvantages</a:t>
          </a:r>
        </a:p>
      </dgm:t>
    </dgm:pt>
    <dgm:pt modelId="{EC0D3764-C361-4FD2-8C53-19A60EC606F7}" type="parTrans" cxnId="{D8C0BB27-0BB9-4ACC-A9C8-3BEE1474AD65}">
      <dgm:prSet/>
      <dgm:spPr/>
      <dgm:t>
        <a:bodyPr/>
        <a:lstStyle/>
        <a:p>
          <a:endParaRPr lang="en-PK"/>
        </a:p>
      </dgm:t>
    </dgm:pt>
    <dgm:pt modelId="{F5966BF2-F3FF-4850-99EC-84EC2BD3F0D6}" type="sibTrans" cxnId="{D8C0BB27-0BB9-4ACC-A9C8-3BEE1474AD65}">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3"/>
      <dgm:spPr/>
    </dgm:pt>
    <dgm:pt modelId="{C11A7D35-1FE6-446D-AE68-CDC0EA75C5EF}" type="pres">
      <dgm:prSet presAssocID="{ED44C359-7308-4379-89E9-19E66492F1E3}" presName="iconRect" presStyleLbl="node1" presStyleIdx="0" presStyleCnt="3"/>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3" custScaleX="103951">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3"/>
      <dgm:spPr/>
    </dgm:pt>
    <dgm:pt modelId="{3807B6D7-BF48-4FDE-BD86-4D161441F3BF}" type="pres">
      <dgm:prSet presAssocID="{B52304F7-9CCF-4381-9DB7-D65E8FF69D9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3">
        <dgm:presLayoutVars>
          <dgm:chMax val="0"/>
          <dgm:chPref val="0"/>
        </dgm:presLayoutVars>
      </dgm:prSet>
      <dgm:spPr/>
    </dgm:pt>
    <dgm:pt modelId="{8CA7F016-8F5C-453C-840E-5B8AF26543E7}" type="pres">
      <dgm:prSet presAssocID="{3B0ED119-AD1B-484D-96A0-C81E45281368}" presName="sibTrans" presStyleCnt="0"/>
      <dgm:spPr/>
    </dgm:pt>
    <dgm:pt modelId="{6B53A455-BC53-4D26-8969-E3936745DB98}" type="pres">
      <dgm:prSet presAssocID="{8A0421D9-B701-49A1-90A7-E53B79ECC77A}" presName="compNode" presStyleCnt="0"/>
      <dgm:spPr/>
    </dgm:pt>
    <dgm:pt modelId="{FF037896-5989-486B-B77D-EAEAC5BF3A1C}" type="pres">
      <dgm:prSet presAssocID="{8A0421D9-B701-49A1-90A7-E53B79ECC77A}" presName="bgRect" presStyleLbl="bgShp" presStyleIdx="2" presStyleCnt="3"/>
      <dgm:spPr/>
    </dgm:pt>
    <dgm:pt modelId="{168329D6-AA1B-4AE5-98FC-1CC31CB04DE3}" type="pres">
      <dgm:prSet presAssocID="{8A0421D9-B701-49A1-90A7-E53B79ECC77A}" presName="iconRect" presStyleLbl="node1" presStyleIdx="2" presStyleCnt="3"/>
      <dgm:spPr>
        <a:blipFill rotWithShape="1">
          <a:blip xmlns:r="http://schemas.openxmlformats.org/officeDocument/2006/relationships" r:embed="rId5"/>
          <a:srcRect/>
          <a:stretch>
            <a:fillRect/>
          </a:stretch>
        </a:blipFill>
        <a:ln>
          <a:noFill/>
        </a:ln>
      </dgm:spPr>
      <dgm:extLst>
        <a:ext uri="{E40237B7-FDA0-4F09-8148-C483321AD2D9}">
          <dgm14:cNvPr xmlns:dgm14="http://schemas.microsoft.com/office/drawing/2010/diagram" id="0" name="" descr="Cloud Computing"/>
        </a:ext>
      </dgm:extLst>
    </dgm:pt>
    <dgm:pt modelId="{F77B756E-AF5C-49C9-B265-E6BE8B36021E}" type="pres">
      <dgm:prSet presAssocID="{8A0421D9-B701-49A1-90A7-E53B79ECC77A}" presName="spaceRect" presStyleCnt="0"/>
      <dgm:spPr/>
    </dgm:pt>
    <dgm:pt modelId="{CFB2E88A-01F6-451D-B965-7AE3E7CC6C30}" type="pres">
      <dgm:prSet presAssocID="{8A0421D9-B701-49A1-90A7-E53B79ECC77A}" presName="parTx" presStyleLbl="revTx" presStyleIdx="2" presStyleCnt="3">
        <dgm:presLayoutVars>
          <dgm:chMax val="0"/>
          <dgm:chPref val="0"/>
        </dgm:presLayoutVars>
      </dgm:prSet>
      <dgm:spPr/>
    </dgm:pt>
  </dgm:ptLst>
  <dgm:cxnLst>
    <dgm:cxn modelId="{D8C0BB27-0BB9-4ACC-A9C8-3BEE1474AD65}" srcId="{AC605FAC-F4E1-443B-91BE-22C6277E36A9}" destId="{8A0421D9-B701-49A1-90A7-E53B79ECC77A}" srcOrd="2" destOrd="0" parTransId="{EC0D3764-C361-4FD2-8C53-19A60EC606F7}" sibTransId="{F5966BF2-F3FF-4850-99EC-84EC2BD3F0D6}"/>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94FB99D1-CACC-4251-95D7-E4D381C606FF}" type="presOf" srcId="{8A0421D9-B701-49A1-90A7-E53B79ECC77A}" destId="{CFB2E88A-01F6-451D-B965-7AE3E7CC6C30}"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822A3F06-383F-45B9-9A74-311960ABF54C}" type="presParOf" srcId="{203A11AC-6691-4719-A18C-2D6C7EA9F1B7}" destId="{8CA7F016-8F5C-453C-840E-5B8AF26543E7}" srcOrd="3" destOrd="0" presId="urn:microsoft.com/office/officeart/2018/2/layout/IconVerticalSolidList"/>
    <dgm:cxn modelId="{E1F818E6-0E6F-47F9-BD61-E60BE0398844}" type="presParOf" srcId="{203A11AC-6691-4719-A18C-2D6C7EA9F1B7}" destId="{6B53A455-BC53-4D26-8969-E3936745DB98}" srcOrd="4" destOrd="0" presId="urn:microsoft.com/office/officeart/2018/2/layout/IconVerticalSolidList"/>
    <dgm:cxn modelId="{3ED4D970-8AC5-4F5E-A87B-FD804F8F9533}" type="presParOf" srcId="{6B53A455-BC53-4D26-8969-E3936745DB98}" destId="{FF037896-5989-486B-B77D-EAEAC5BF3A1C}" srcOrd="0" destOrd="0" presId="urn:microsoft.com/office/officeart/2018/2/layout/IconVerticalSolidList"/>
    <dgm:cxn modelId="{D9FA3612-D1F1-40DC-94E2-2D77CD32D48C}" type="presParOf" srcId="{6B53A455-BC53-4D26-8969-E3936745DB98}" destId="{168329D6-AA1B-4AE5-98FC-1CC31CB04DE3}" srcOrd="1" destOrd="0" presId="urn:microsoft.com/office/officeart/2018/2/layout/IconVerticalSolidList"/>
    <dgm:cxn modelId="{2F799774-C87A-4375-9F8F-AEDD24C156AC}" type="presParOf" srcId="{6B53A455-BC53-4D26-8969-E3936745DB98}" destId="{F77B756E-AF5C-49C9-B265-E6BE8B36021E}" srcOrd="2" destOrd="0" presId="urn:microsoft.com/office/officeart/2018/2/layout/IconVerticalSolidList"/>
    <dgm:cxn modelId="{4FA0E140-4C91-4127-A609-1051D9C87635}" type="presParOf" srcId="{6B53A455-BC53-4D26-8969-E3936745DB98}" destId="{CFB2E88A-01F6-451D-B965-7AE3E7CC6C3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318441C-9F92-4766-9348-FEB5D7C0519D}"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PK"/>
        </a:p>
      </dgm:t>
    </dgm:pt>
    <dgm:pt modelId="{FCCABDB8-EAA5-4A91-B082-9A70AB22FED8}">
      <dgm:prSet/>
      <dgm:spPr/>
      <dgm:t>
        <a:bodyPr/>
        <a:lstStyle/>
        <a:p>
          <a:r>
            <a:rPr lang="en-US" dirty="0"/>
            <a:t>Processes are assigned to the processors at compile time.</a:t>
          </a:r>
          <a:endParaRPr lang="en-PK" dirty="0"/>
        </a:p>
      </dgm:t>
    </dgm:pt>
    <dgm:pt modelId="{F1758C55-97CB-4756-A2A3-2D0F624AA3E2}" type="parTrans" cxnId="{D78C1801-855B-4B5D-9DB8-3ABE6FD4CFC6}">
      <dgm:prSet/>
      <dgm:spPr/>
      <dgm:t>
        <a:bodyPr/>
        <a:lstStyle/>
        <a:p>
          <a:endParaRPr lang="en-PK"/>
        </a:p>
      </dgm:t>
    </dgm:pt>
    <dgm:pt modelId="{04F7D688-FC91-4954-BD1D-74411CADBD39}" type="sibTrans" cxnId="{D78C1801-855B-4B5D-9DB8-3ABE6FD4CFC6}">
      <dgm:prSet/>
      <dgm:spPr/>
      <dgm:t>
        <a:bodyPr/>
        <a:lstStyle/>
        <a:p>
          <a:endParaRPr lang="en-PK"/>
        </a:p>
      </dgm:t>
    </dgm:pt>
    <dgm:pt modelId="{5FF7F0D7-7CDD-4BC1-9E28-E9B4E5E70162}">
      <dgm:prSet/>
      <dgm:spPr/>
      <dgm:t>
        <a:bodyPr/>
        <a:lstStyle/>
        <a:p>
          <a:r>
            <a:rPr lang="en-US"/>
            <a:t>Once the process are assigned, no change or reassignment is possible at run time.</a:t>
          </a:r>
          <a:endParaRPr lang="en-PK"/>
        </a:p>
      </dgm:t>
    </dgm:pt>
    <dgm:pt modelId="{498DE203-4E15-488D-A939-5C7C9E03DB81}" type="parTrans" cxnId="{4D2C0875-7387-4592-9FAF-68B455874E32}">
      <dgm:prSet/>
      <dgm:spPr/>
      <dgm:t>
        <a:bodyPr/>
        <a:lstStyle/>
        <a:p>
          <a:endParaRPr lang="en-PK"/>
        </a:p>
      </dgm:t>
    </dgm:pt>
    <dgm:pt modelId="{01768257-A27A-4E2E-8E7F-9DB27D397B23}" type="sibTrans" cxnId="{4D2C0875-7387-4592-9FAF-68B455874E32}">
      <dgm:prSet/>
      <dgm:spPr/>
      <dgm:t>
        <a:bodyPr/>
        <a:lstStyle/>
        <a:p>
          <a:endParaRPr lang="en-PK"/>
        </a:p>
      </dgm:t>
    </dgm:pt>
    <dgm:pt modelId="{05CFF073-E928-422C-B602-E3ED146B11C2}">
      <dgm:prSet/>
      <dgm:spPr/>
      <dgm:t>
        <a:bodyPr/>
        <a:lstStyle/>
        <a:p>
          <a:r>
            <a:rPr lang="en-US"/>
            <a:t>Need a good estimate of task sizes.</a:t>
          </a:r>
          <a:endParaRPr lang="en-PK"/>
        </a:p>
      </dgm:t>
    </dgm:pt>
    <dgm:pt modelId="{6F15FC8E-D458-42B9-BD70-AE888366FDA1}" type="parTrans" cxnId="{55EE31E9-8BD9-4CC2-898D-99B3E4F646E6}">
      <dgm:prSet/>
      <dgm:spPr/>
      <dgm:t>
        <a:bodyPr/>
        <a:lstStyle/>
        <a:p>
          <a:endParaRPr lang="en-PK"/>
        </a:p>
      </dgm:t>
    </dgm:pt>
    <dgm:pt modelId="{38A37F9F-1260-4C71-A9A8-16A0C746D081}" type="sibTrans" cxnId="{55EE31E9-8BD9-4CC2-898D-99B3E4F646E6}">
      <dgm:prSet/>
      <dgm:spPr/>
      <dgm:t>
        <a:bodyPr/>
        <a:lstStyle/>
        <a:p>
          <a:endParaRPr lang="en-PK"/>
        </a:p>
      </dgm:t>
    </dgm:pt>
    <dgm:pt modelId="{FBFEF1A5-38B3-455D-B709-531A318A6283}">
      <dgm:prSet/>
      <dgm:spPr/>
      <dgm:t>
        <a:bodyPr/>
        <a:lstStyle/>
        <a:p>
          <a:r>
            <a:rPr lang="en-US"/>
            <a:t>Number of jobs on each node is fix.</a:t>
          </a:r>
          <a:endParaRPr lang="en-PK"/>
        </a:p>
      </dgm:t>
    </dgm:pt>
    <dgm:pt modelId="{DB242C8E-2830-46F5-8F91-3E40272E269A}" type="parTrans" cxnId="{7F0ECA79-8DFB-4F8E-8D49-E9129B076A4F}">
      <dgm:prSet/>
      <dgm:spPr/>
      <dgm:t>
        <a:bodyPr/>
        <a:lstStyle/>
        <a:p>
          <a:endParaRPr lang="en-PK"/>
        </a:p>
      </dgm:t>
    </dgm:pt>
    <dgm:pt modelId="{14573499-40ED-4B7C-933E-A006E004B22A}" type="sibTrans" cxnId="{7F0ECA79-8DFB-4F8E-8D49-E9129B076A4F}">
      <dgm:prSet/>
      <dgm:spPr/>
      <dgm:t>
        <a:bodyPr/>
        <a:lstStyle/>
        <a:p>
          <a:endParaRPr lang="en-PK"/>
        </a:p>
      </dgm:t>
    </dgm:pt>
    <dgm:pt modelId="{0173C461-0A99-4F3A-9E68-101FFD790F05}">
      <dgm:prSet/>
      <dgm:spPr/>
      <dgm:t>
        <a:bodyPr/>
        <a:lstStyle/>
        <a:p>
          <a:r>
            <a:rPr lang="en-US"/>
            <a:t>Scheduling decisions are made probabilistically.</a:t>
          </a:r>
          <a:endParaRPr lang="en-PK"/>
        </a:p>
      </dgm:t>
    </dgm:pt>
    <dgm:pt modelId="{406A8E69-0BA2-4C78-B351-2B43DEB12845}" type="parTrans" cxnId="{2DE2019A-6A45-4376-B6F4-F648DBD15CF5}">
      <dgm:prSet/>
      <dgm:spPr/>
      <dgm:t>
        <a:bodyPr/>
        <a:lstStyle/>
        <a:p>
          <a:endParaRPr lang="en-PK"/>
        </a:p>
      </dgm:t>
    </dgm:pt>
    <dgm:pt modelId="{05C385B1-8097-44D7-B360-5E02EB4D0C9F}" type="sibTrans" cxnId="{2DE2019A-6A45-4376-B6F4-F648DBD15CF5}">
      <dgm:prSet/>
      <dgm:spPr/>
      <dgm:t>
        <a:bodyPr/>
        <a:lstStyle/>
        <a:p>
          <a:endParaRPr lang="en-PK"/>
        </a:p>
      </dgm:t>
    </dgm:pt>
    <dgm:pt modelId="{225F36D5-449F-4B52-9382-0C523B88AAAC}" type="pres">
      <dgm:prSet presAssocID="{D318441C-9F92-4766-9348-FEB5D7C0519D}" presName="Name0" presStyleCnt="0">
        <dgm:presLayoutVars>
          <dgm:dir/>
          <dgm:resizeHandles val="exact"/>
        </dgm:presLayoutVars>
      </dgm:prSet>
      <dgm:spPr/>
    </dgm:pt>
    <dgm:pt modelId="{145E335A-5280-4CBB-B453-C78B20214762}" type="pres">
      <dgm:prSet presAssocID="{FCCABDB8-EAA5-4A91-B082-9A70AB22FED8}" presName="node" presStyleLbl="node1" presStyleIdx="0" presStyleCnt="5">
        <dgm:presLayoutVars>
          <dgm:bulletEnabled val="1"/>
        </dgm:presLayoutVars>
      </dgm:prSet>
      <dgm:spPr>
        <a:prstGeom prst="flowChartAlternateProcess">
          <a:avLst/>
        </a:prstGeom>
      </dgm:spPr>
    </dgm:pt>
    <dgm:pt modelId="{3EA48DAA-59D7-43A7-8DD9-9F83E75B6A8F}" type="pres">
      <dgm:prSet presAssocID="{04F7D688-FC91-4954-BD1D-74411CADBD39}" presName="sibTrans" presStyleLbl="sibTrans1D1" presStyleIdx="0" presStyleCnt="4"/>
      <dgm:spPr/>
    </dgm:pt>
    <dgm:pt modelId="{08DA6C59-8616-4DD8-829C-9F5FD2CDD1BB}" type="pres">
      <dgm:prSet presAssocID="{04F7D688-FC91-4954-BD1D-74411CADBD39}" presName="connectorText" presStyleLbl="sibTrans1D1" presStyleIdx="0" presStyleCnt="4"/>
      <dgm:spPr/>
    </dgm:pt>
    <dgm:pt modelId="{76266F99-5425-4CE9-BC44-BB0078FB4B2A}" type="pres">
      <dgm:prSet presAssocID="{5FF7F0D7-7CDD-4BC1-9E28-E9B4E5E70162}" presName="node" presStyleLbl="node1" presStyleIdx="1" presStyleCnt="5">
        <dgm:presLayoutVars>
          <dgm:bulletEnabled val="1"/>
        </dgm:presLayoutVars>
      </dgm:prSet>
      <dgm:spPr>
        <a:prstGeom prst="flowChartAlternateProcess">
          <a:avLst/>
        </a:prstGeom>
      </dgm:spPr>
    </dgm:pt>
    <dgm:pt modelId="{4CE96B8B-A320-47FD-9FC4-47960F5D377D}" type="pres">
      <dgm:prSet presAssocID="{01768257-A27A-4E2E-8E7F-9DB27D397B23}" presName="sibTrans" presStyleLbl="sibTrans1D1" presStyleIdx="1" presStyleCnt="4"/>
      <dgm:spPr/>
    </dgm:pt>
    <dgm:pt modelId="{70D0CD27-CDC5-420B-B5A4-F9758426763C}" type="pres">
      <dgm:prSet presAssocID="{01768257-A27A-4E2E-8E7F-9DB27D397B23}" presName="connectorText" presStyleLbl="sibTrans1D1" presStyleIdx="1" presStyleCnt="4"/>
      <dgm:spPr/>
    </dgm:pt>
    <dgm:pt modelId="{7C483344-1A70-4531-9786-C3B4199EE880}" type="pres">
      <dgm:prSet presAssocID="{05CFF073-E928-422C-B602-E3ED146B11C2}" presName="node" presStyleLbl="node1" presStyleIdx="2" presStyleCnt="5">
        <dgm:presLayoutVars>
          <dgm:bulletEnabled val="1"/>
        </dgm:presLayoutVars>
      </dgm:prSet>
      <dgm:spPr>
        <a:prstGeom prst="flowChartAlternateProcess">
          <a:avLst/>
        </a:prstGeom>
      </dgm:spPr>
    </dgm:pt>
    <dgm:pt modelId="{02E3B8A2-455F-40F3-971D-274B571FFEDD}" type="pres">
      <dgm:prSet presAssocID="{38A37F9F-1260-4C71-A9A8-16A0C746D081}" presName="sibTrans" presStyleLbl="sibTrans1D1" presStyleIdx="2" presStyleCnt="4"/>
      <dgm:spPr/>
    </dgm:pt>
    <dgm:pt modelId="{72D14954-1853-47A5-85C0-A41F5CA16173}" type="pres">
      <dgm:prSet presAssocID="{38A37F9F-1260-4C71-A9A8-16A0C746D081}" presName="connectorText" presStyleLbl="sibTrans1D1" presStyleIdx="2" presStyleCnt="4"/>
      <dgm:spPr/>
    </dgm:pt>
    <dgm:pt modelId="{94CB4952-8635-4BD4-8AAF-049F15A116F5}" type="pres">
      <dgm:prSet presAssocID="{FBFEF1A5-38B3-455D-B709-531A318A6283}" presName="node" presStyleLbl="node1" presStyleIdx="3" presStyleCnt="5">
        <dgm:presLayoutVars>
          <dgm:bulletEnabled val="1"/>
        </dgm:presLayoutVars>
      </dgm:prSet>
      <dgm:spPr>
        <a:prstGeom prst="flowChartAlternateProcess">
          <a:avLst/>
        </a:prstGeom>
      </dgm:spPr>
    </dgm:pt>
    <dgm:pt modelId="{C44894C7-B4C5-434F-A0FD-AB88F35E89D1}" type="pres">
      <dgm:prSet presAssocID="{14573499-40ED-4B7C-933E-A006E004B22A}" presName="sibTrans" presStyleLbl="sibTrans1D1" presStyleIdx="3" presStyleCnt="4"/>
      <dgm:spPr/>
    </dgm:pt>
    <dgm:pt modelId="{516620C7-D462-4073-B3F5-C7B7CCB3FEB6}" type="pres">
      <dgm:prSet presAssocID="{14573499-40ED-4B7C-933E-A006E004B22A}" presName="connectorText" presStyleLbl="sibTrans1D1" presStyleIdx="3" presStyleCnt="4"/>
      <dgm:spPr/>
    </dgm:pt>
    <dgm:pt modelId="{67435CED-B3A0-4817-9FAC-E7E9EB1016CE}" type="pres">
      <dgm:prSet presAssocID="{0173C461-0A99-4F3A-9E68-101FFD790F05}" presName="node" presStyleLbl="node1" presStyleIdx="4" presStyleCnt="5">
        <dgm:presLayoutVars>
          <dgm:bulletEnabled val="1"/>
        </dgm:presLayoutVars>
      </dgm:prSet>
      <dgm:spPr>
        <a:prstGeom prst="flowChartAlternateProcess">
          <a:avLst/>
        </a:prstGeom>
      </dgm:spPr>
    </dgm:pt>
  </dgm:ptLst>
  <dgm:cxnLst>
    <dgm:cxn modelId="{D78C1801-855B-4B5D-9DB8-3ABE6FD4CFC6}" srcId="{D318441C-9F92-4766-9348-FEB5D7C0519D}" destId="{FCCABDB8-EAA5-4A91-B082-9A70AB22FED8}" srcOrd="0" destOrd="0" parTransId="{F1758C55-97CB-4756-A2A3-2D0F624AA3E2}" sibTransId="{04F7D688-FC91-4954-BD1D-74411CADBD39}"/>
    <dgm:cxn modelId="{F0B55A01-2AA9-4F5A-87D3-0011A864F186}" type="presOf" srcId="{01768257-A27A-4E2E-8E7F-9DB27D397B23}" destId="{4CE96B8B-A320-47FD-9FC4-47960F5D377D}" srcOrd="0" destOrd="0" presId="urn:microsoft.com/office/officeart/2016/7/layout/RepeatingBendingProcessNew"/>
    <dgm:cxn modelId="{7E41DA17-EB0E-4B59-A83C-6F13F3303FC9}" type="presOf" srcId="{FCCABDB8-EAA5-4A91-B082-9A70AB22FED8}" destId="{145E335A-5280-4CBB-B453-C78B20214762}" srcOrd="0" destOrd="0" presId="urn:microsoft.com/office/officeart/2016/7/layout/RepeatingBendingProcessNew"/>
    <dgm:cxn modelId="{DCC6C81F-2B29-4F7C-9AD5-A438F0B9A63A}" type="presOf" srcId="{38A37F9F-1260-4C71-A9A8-16A0C746D081}" destId="{02E3B8A2-455F-40F3-971D-274B571FFEDD}" srcOrd="0" destOrd="0" presId="urn:microsoft.com/office/officeart/2016/7/layout/RepeatingBendingProcessNew"/>
    <dgm:cxn modelId="{4D2C0875-7387-4592-9FAF-68B455874E32}" srcId="{D318441C-9F92-4766-9348-FEB5D7C0519D}" destId="{5FF7F0D7-7CDD-4BC1-9E28-E9B4E5E70162}" srcOrd="1" destOrd="0" parTransId="{498DE203-4E15-488D-A939-5C7C9E03DB81}" sibTransId="{01768257-A27A-4E2E-8E7F-9DB27D397B23}"/>
    <dgm:cxn modelId="{7F0ECA79-8DFB-4F8E-8D49-E9129B076A4F}" srcId="{D318441C-9F92-4766-9348-FEB5D7C0519D}" destId="{FBFEF1A5-38B3-455D-B709-531A318A6283}" srcOrd="3" destOrd="0" parTransId="{DB242C8E-2830-46F5-8F91-3E40272E269A}" sibTransId="{14573499-40ED-4B7C-933E-A006E004B22A}"/>
    <dgm:cxn modelId="{5423748B-D1F6-4835-9372-9E57E191D04C}" type="presOf" srcId="{01768257-A27A-4E2E-8E7F-9DB27D397B23}" destId="{70D0CD27-CDC5-420B-B5A4-F9758426763C}" srcOrd="1" destOrd="0" presId="urn:microsoft.com/office/officeart/2016/7/layout/RepeatingBendingProcessNew"/>
    <dgm:cxn modelId="{2DE2019A-6A45-4376-B6F4-F648DBD15CF5}" srcId="{D318441C-9F92-4766-9348-FEB5D7C0519D}" destId="{0173C461-0A99-4F3A-9E68-101FFD790F05}" srcOrd="4" destOrd="0" parTransId="{406A8E69-0BA2-4C78-B351-2B43DEB12845}" sibTransId="{05C385B1-8097-44D7-B360-5E02EB4D0C9F}"/>
    <dgm:cxn modelId="{AA4AB19B-5042-4C08-A2DC-E19BF1C63877}" type="presOf" srcId="{04F7D688-FC91-4954-BD1D-74411CADBD39}" destId="{3EA48DAA-59D7-43A7-8DD9-9F83E75B6A8F}" srcOrd="0" destOrd="0" presId="urn:microsoft.com/office/officeart/2016/7/layout/RepeatingBendingProcessNew"/>
    <dgm:cxn modelId="{281CD4B2-8A9D-440D-A2A2-2CEA238B93DE}" type="presOf" srcId="{38A37F9F-1260-4C71-A9A8-16A0C746D081}" destId="{72D14954-1853-47A5-85C0-A41F5CA16173}" srcOrd="1" destOrd="0" presId="urn:microsoft.com/office/officeart/2016/7/layout/RepeatingBendingProcessNew"/>
    <dgm:cxn modelId="{FF8CC1B4-47E9-4336-BC43-FEB793EFB04B}" type="presOf" srcId="{5FF7F0D7-7CDD-4BC1-9E28-E9B4E5E70162}" destId="{76266F99-5425-4CE9-BC44-BB0078FB4B2A}" srcOrd="0" destOrd="0" presId="urn:microsoft.com/office/officeart/2016/7/layout/RepeatingBendingProcessNew"/>
    <dgm:cxn modelId="{E754D6B7-4041-4E63-BD23-D64435AE5651}" type="presOf" srcId="{05CFF073-E928-422C-B602-E3ED146B11C2}" destId="{7C483344-1A70-4531-9786-C3B4199EE880}" srcOrd="0" destOrd="0" presId="urn:microsoft.com/office/officeart/2016/7/layout/RepeatingBendingProcessNew"/>
    <dgm:cxn modelId="{CD5BFFB9-2A37-4111-835D-6F33FA0E0D12}" type="presOf" srcId="{0173C461-0A99-4F3A-9E68-101FFD790F05}" destId="{67435CED-B3A0-4817-9FAC-E7E9EB1016CE}" srcOrd="0" destOrd="0" presId="urn:microsoft.com/office/officeart/2016/7/layout/RepeatingBendingProcessNew"/>
    <dgm:cxn modelId="{99FD6ECA-E29B-47BA-AAB7-AD32B93D48F9}" type="presOf" srcId="{14573499-40ED-4B7C-933E-A006E004B22A}" destId="{C44894C7-B4C5-434F-A0FD-AB88F35E89D1}" srcOrd="0" destOrd="0" presId="urn:microsoft.com/office/officeart/2016/7/layout/RepeatingBendingProcessNew"/>
    <dgm:cxn modelId="{7CD571CF-0804-4D20-935E-42CD75DAFFED}" type="presOf" srcId="{14573499-40ED-4B7C-933E-A006E004B22A}" destId="{516620C7-D462-4073-B3F5-C7B7CCB3FEB6}" srcOrd="1" destOrd="0" presId="urn:microsoft.com/office/officeart/2016/7/layout/RepeatingBendingProcessNew"/>
    <dgm:cxn modelId="{8D9691DA-DD4E-4AF2-8793-8695AEACE932}" type="presOf" srcId="{04F7D688-FC91-4954-BD1D-74411CADBD39}" destId="{08DA6C59-8616-4DD8-829C-9F5FD2CDD1BB}" srcOrd="1" destOrd="0" presId="urn:microsoft.com/office/officeart/2016/7/layout/RepeatingBendingProcessNew"/>
    <dgm:cxn modelId="{55EE31E9-8BD9-4CC2-898D-99B3E4F646E6}" srcId="{D318441C-9F92-4766-9348-FEB5D7C0519D}" destId="{05CFF073-E928-422C-B602-E3ED146B11C2}" srcOrd="2" destOrd="0" parTransId="{6F15FC8E-D458-42B9-BD70-AE888366FDA1}" sibTransId="{38A37F9F-1260-4C71-A9A8-16A0C746D081}"/>
    <dgm:cxn modelId="{186BD7E9-D07E-4601-B9C5-EE7640ADBE6C}" type="presOf" srcId="{FBFEF1A5-38B3-455D-B709-531A318A6283}" destId="{94CB4952-8635-4BD4-8AAF-049F15A116F5}" srcOrd="0" destOrd="0" presId="urn:microsoft.com/office/officeart/2016/7/layout/RepeatingBendingProcessNew"/>
    <dgm:cxn modelId="{A1B604F5-FB03-4B04-9D81-57339E508D76}" type="presOf" srcId="{D318441C-9F92-4766-9348-FEB5D7C0519D}" destId="{225F36D5-449F-4B52-9382-0C523B88AAAC}" srcOrd="0" destOrd="0" presId="urn:microsoft.com/office/officeart/2016/7/layout/RepeatingBendingProcessNew"/>
    <dgm:cxn modelId="{AE7EDDD6-4023-4B06-80D5-D5C95A5C6DEE}" type="presParOf" srcId="{225F36D5-449F-4B52-9382-0C523B88AAAC}" destId="{145E335A-5280-4CBB-B453-C78B20214762}" srcOrd="0" destOrd="0" presId="urn:microsoft.com/office/officeart/2016/7/layout/RepeatingBendingProcessNew"/>
    <dgm:cxn modelId="{2D349739-78D8-4B07-AEB0-48E2E22A4597}" type="presParOf" srcId="{225F36D5-449F-4B52-9382-0C523B88AAAC}" destId="{3EA48DAA-59D7-43A7-8DD9-9F83E75B6A8F}" srcOrd="1" destOrd="0" presId="urn:microsoft.com/office/officeart/2016/7/layout/RepeatingBendingProcessNew"/>
    <dgm:cxn modelId="{DBA23A16-5D3D-4DC3-AC9F-EFD4E547B696}" type="presParOf" srcId="{3EA48DAA-59D7-43A7-8DD9-9F83E75B6A8F}" destId="{08DA6C59-8616-4DD8-829C-9F5FD2CDD1BB}" srcOrd="0" destOrd="0" presId="urn:microsoft.com/office/officeart/2016/7/layout/RepeatingBendingProcessNew"/>
    <dgm:cxn modelId="{464CC6A8-9879-440F-B15B-229987739737}" type="presParOf" srcId="{225F36D5-449F-4B52-9382-0C523B88AAAC}" destId="{76266F99-5425-4CE9-BC44-BB0078FB4B2A}" srcOrd="2" destOrd="0" presId="urn:microsoft.com/office/officeart/2016/7/layout/RepeatingBendingProcessNew"/>
    <dgm:cxn modelId="{D65AEB46-144F-4851-8D8E-72F5434195E1}" type="presParOf" srcId="{225F36D5-449F-4B52-9382-0C523B88AAAC}" destId="{4CE96B8B-A320-47FD-9FC4-47960F5D377D}" srcOrd="3" destOrd="0" presId="urn:microsoft.com/office/officeart/2016/7/layout/RepeatingBendingProcessNew"/>
    <dgm:cxn modelId="{F1C5FD50-6E73-4D92-A475-FFBF7A91EEBE}" type="presParOf" srcId="{4CE96B8B-A320-47FD-9FC4-47960F5D377D}" destId="{70D0CD27-CDC5-420B-B5A4-F9758426763C}" srcOrd="0" destOrd="0" presId="urn:microsoft.com/office/officeart/2016/7/layout/RepeatingBendingProcessNew"/>
    <dgm:cxn modelId="{B450497F-AC58-4467-81FD-55B1DF660C6C}" type="presParOf" srcId="{225F36D5-449F-4B52-9382-0C523B88AAAC}" destId="{7C483344-1A70-4531-9786-C3B4199EE880}" srcOrd="4" destOrd="0" presId="urn:microsoft.com/office/officeart/2016/7/layout/RepeatingBendingProcessNew"/>
    <dgm:cxn modelId="{320CB0FB-4F80-4CD9-80DA-0AD3482A35BD}" type="presParOf" srcId="{225F36D5-449F-4B52-9382-0C523B88AAAC}" destId="{02E3B8A2-455F-40F3-971D-274B571FFEDD}" srcOrd="5" destOrd="0" presId="urn:microsoft.com/office/officeart/2016/7/layout/RepeatingBendingProcessNew"/>
    <dgm:cxn modelId="{B70A8F11-8629-4425-A839-1CB447934E50}" type="presParOf" srcId="{02E3B8A2-455F-40F3-971D-274B571FFEDD}" destId="{72D14954-1853-47A5-85C0-A41F5CA16173}" srcOrd="0" destOrd="0" presId="urn:microsoft.com/office/officeart/2016/7/layout/RepeatingBendingProcessNew"/>
    <dgm:cxn modelId="{5C5E8526-4188-41C8-83FB-F2E99B15D63E}" type="presParOf" srcId="{225F36D5-449F-4B52-9382-0C523B88AAAC}" destId="{94CB4952-8635-4BD4-8AAF-049F15A116F5}" srcOrd="6" destOrd="0" presId="urn:microsoft.com/office/officeart/2016/7/layout/RepeatingBendingProcessNew"/>
    <dgm:cxn modelId="{A6D63F1B-E1BD-4906-9CE8-95EACA0B731E}" type="presParOf" srcId="{225F36D5-449F-4B52-9382-0C523B88AAAC}" destId="{C44894C7-B4C5-434F-A0FD-AB88F35E89D1}" srcOrd="7" destOrd="0" presId="urn:microsoft.com/office/officeart/2016/7/layout/RepeatingBendingProcessNew"/>
    <dgm:cxn modelId="{F84F02C4-5E05-4AE1-9CC5-7CDF5F85ABDC}" type="presParOf" srcId="{C44894C7-B4C5-434F-A0FD-AB88F35E89D1}" destId="{516620C7-D462-4073-B3F5-C7B7CCB3FEB6}" srcOrd="0" destOrd="0" presId="urn:microsoft.com/office/officeart/2016/7/layout/RepeatingBendingProcessNew"/>
    <dgm:cxn modelId="{6BA19895-B3AB-493B-8B36-222A0A0841A1}" type="presParOf" srcId="{225F36D5-449F-4B52-9382-0C523B88AAAC}" destId="{67435CED-B3A0-4817-9FAC-E7E9EB1016CE}" srcOrd="8" destOrd="0" presId="urn:microsoft.com/office/officeart/2016/7/layout/RepeatingBendingProcessNew"/>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6DD3440-1C48-4DA2-AC07-C7A44A84ADE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47EFDFE-417A-488B-960A-6CC45A3C9116}">
      <dgm:prSet custT="1"/>
      <dgm:spPr/>
      <dgm:t>
        <a:bodyPr/>
        <a:lstStyle/>
        <a:p>
          <a:r>
            <a:rPr lang="en-US" sz="2000" dirty="0">
              <a:latin typeface="+mn-lt"/>
              <a:cs typeface="Arial" panose="020B0604020202020204" pitchFamily="34" charset="0"/>
            </a:rPr>
            <a:t>Algorithms that make use of static mapping are in general easier to design and program.</a:t>
          </a:r>
        </a:p>
      </dgm:t>
    </dgm:pt>
    <dgm:pt modelId="{BFCB95E7-A4BB-4600-9679-C753EE8D7E3E}" type="parTrans" cxnId="{6EA474D6-00AD-4C29-8AE5-290212574897}">
      <dgm:prSet/>
      <dgm:spPr/>
      <dgm:t>
        <a:bodyPr/>
        <a:lstStyle/>
        <a:p>
          <a:endParaRPr lang="en-US"/>
        </a:p>
      </dgm:t>
    </dgm:pt>
    <dgm:pt modelId="{276B0C2B-0C11-4C73-B4A1-69DADCB73439}" type="sibTrans" cxnId="{6EA474D6-00AD-4C29-8AE5-290212574897}">
      <dgm:prSet/>
      <dgm:spPr/>
      <dgm:t>
        <a:bodyPr/>
        <a:lstStyle/>
        <a:p>
          <a:endParaRPr lang="en-US"/>
        </a:p>
      </dgm:t>
    </dgm:pt>
    <dgm:pt modelId="{8BFBEAF1-DEA2-4EAB-9DE9-6A1F029E8BCD}">
      <dgm:prSet custT="1"/>
      <dgm:spPr/>
      <dgm:t>
        <a:bodyPr/>
        <a:lstStyle/>
        <a:p>
          <a:r>
            <a:rPr lang="en-US" sz="2000" dirty="0">
              <a:latin typeface="+mn-lt"/>
              <a:cs typeface="Arial" panose="020B0604020202020204" pitchFamily="34" charset="0"/>
            </a:rPr>
            <a:t>Less network traffic due to load balancing related messages.</a:t>
          </a:r>
        </a:p>
      </dgm:t>
    </dgm:pt>
    <dgm:pt modelId="{5329B21C-2CF9-411B-842D-F3FF9794BF83}" type="parTrans" cxnId="{8BB8321E-FD27-405A-BAC1-28B9FCA0A304}">
      <dgm:prSet/>
      <dgm:spPr/>
      <dgm:t>
        <a:bodyPr/>
        <a:lstStyle/>
        <a:p>
          <a:endParaRPr lang="en-US"/>
        </a:p>
      </dgm:t>
    </dgm:pt>
    <dgm:pt modelId="{FF96F165-8ED2-4AEA-920E-E1B7B447FA2E}" type="sibTrans" cxnId="{8BB8321E-FD27-405A-BAC1-28B9FCA0A304}">
      <dgm:prSet/>
      <dgm:spPr/>
      <dgm:t>
        <a:bodyPr/>
        <a:lstStyle/>
        <a:p>
          <a:endParaRPr lang="en-US"/>
        </a:p>
      </dgm:t>
    </dgm:pt>
    <dgm:pt modelId="{11A9EC5B-572A-4789-8C64-ADC1DB71E7D7}">
      <dgm:prSet custT="1"/>
      <dgm:spPr/>
      <dgm:t>
        <a:bodyPr/>
        <a:lstStyle/>
        <a:p>
          <a:r>
            <a:rPr lang="en-US" sz="2000" dirty="0">
              <a:latin typeface="+mn-lt"/>
              <a:cs typeface="Arial" panose="020B0604020202020204" pitchFamily="34" charset="0"/>
            </a:rPr>
            <a:t>Since the mapping is fixed, there is no need for communication between processing nodes to determine task allocation. </a:t>
          </a:r>
          <a:br>
            <a:rPr lang="en-US" sz="2000" dirty="0">
              <a:latin typeface="+mn-lt"/>
              <a:cs typeface="Arial" panose="020B0604020202020204" pitchFamily="34" charset="0"/>
            </a:rPr>
          </a:br>
          <a:r>
            <a:rPr lang="en-US" sz="2000" dirty="0">
              <a:latin typeface="+mn-lt"/>
              <a:cs typeface="Arial" panose="020B0604020202020204" pitchFamily="34" charset="0"/>
            </a:rPr>
            <a:t>This reduces communication overhead and can improve performance.</a:t>
          </a:r>
        </a:p>
      </dgm:t>
    </dgm:pt>
    <dgm:pt modelId="{ACE789B2-74A3-464E-B23F-10B5AB7063E6}" type="parTrans" cxnId="{048D47C5-E6AC-4700-9C40-6B89A99AD6F7}">
      <dgm:prSet/>
      <dgm:spPr/>
      <dgm:t>
        <a:bodyPr/>
        <a:lstStyle/>
        <a:p>
          <a:endParaRPr lang="en-PK"/>
        </a:p>
      </dgm:t>
    </dgm:pt>
    <dgm:pt modelId="{2D2069BF-1C64-49CD-A115-79522AF74DD1}" type="sibTrans" cxnId="{048D47C5-E6AC-4700-9C40-6B89A99AD6F7}">
      <dgm:prSet/>
      <dgm:spPr/>
      <dgm:t>
        <a:bodyPr/>
        <a:lstStyle/>
        <a:p>
          <a:endParaRPr lang="en-PK"/>
        </a:p>
      </dgm:t>
    </dgm:pt>
    <dgm:pt modelId="{F8512443-B9C7-4800-BA20-0FA6D51ED952}" type="pres">
      <dgm:prSet presAssocID="{B6DD3440-1C48-4DA2-AC07-C7A44A84ADE0}" presName="hierChild1" presStyleCnt="0">
        <dgm:presLayoutVars>
          <dgm:chPref val="1"/>
          <dgm:dir/>
          <dgm:animOne val="branch"/>
          <dgm:animLvl val="lvl"/>
          <dgm:resizeHandles/>
        </dgm:presLayoutVars>
      </dgm:prSet>
      <dgm:spPr/>
    </dgm:pt>
    <dgm:pt modelId="{7FFFECD9-1C5F-4AA0-9B7A-1C62BC2F6F02}" type="pres">
      <dgm:prSet presAssocID="{047EFDFE-417A-488B-960A-6CC45A3C9116}" presName="hierRoot1" presStyleCnt="0"/>
      <dgm:spPr/>
    </dgm:pt>
    <dgm:pt modelId="{1716F9AF-FA49-4E9D-B1E9-2774EE04DDB3}" type="pres">
      <dgm:prSet presAssocID="{047EFDFE-417A-488B-960A-6CC45A3C9116}" presName="composite" presStyleCnt="0"/>
      <dgm:spPr/>
    </dgm:pt>
    <dgm:pt modelId="{CCD44DEE-AF87-4998-B3EB-17B3A1CD1B08}" type="pres">
      <dgm:prSet presAssocID="{047EFDFE-417A-488B-960A-6CC45A3C9116}" presName="background" presStyleLbl="node0" presStyleIdx="0" presStyleCnt="3"/>
      <dgm:spPr/>
    </dgm:pt>
    <dgm:pt modelId="{43B83A25-F892-485E-B5BC-EED0CFD5C495}" type="pres">
      <dgm:prSet presAssocID="{047EFDFE-417A-488B-960A-6CC45A3C9116}" presName="text" presStyleLbl="fgAcc0" presStyleIdx="0" presStyleCnt="3" custScaleY="169836">
        <dgm:presLayoutVars>
          <dgm:chPref val="3"/>
        </dgm:presLayoutVars>
      </dgm:prSet>
      <dgm:spPr/>
    </dgm:pt>
    <dgm:pt modelId="{0E4E5911-688F-4E27-97E4-D07248BA23F7}" type="pres">
      <dgm:prSet presAssocID="{047EFDFE-417A-488B-960A-6CC45A3C9116}" presName="hierChild2" presStyleCnt="0"/>
      <dgm:spPr/>
    </dgm:pt>
    <dgm:pt modelId="{027B26F4-74C0-4CDA-9760-15DE61282D2E}" type="pres">
      <dgm:prSet presAssocID="{11A9EC5B-572A-4789-8C64-ADC1DB71E7D7}" presName="hierRoot1" presStyleCnt="0"/>
      <dgm:spPr/>
    </dgm:pt>
    <dgm:pt modelId="{F572FC59-D521-4185-8048-41659D544A94}" type="pres">
      <dgm:prSet presAssocID="{11A9EC5B-572A-4789-8C64-ADC1DB71E7D7}" presName="composite" presStyleCnt="0"/>
      <dgm:spPr/>
    </dgm:pt>
    <dgm:pt modelId="{DE31AEEF-8827-4E88-A43D-524379F72822}" type="pres">
      <dgm:prSet presAssocID="{11A9EC5B-572A-4789-8C64-ADC1DB71E7D7}" presName="background" presStyleLbl="node0" presStyleIdx="1" presStyleCnt="3"/>
      <dgm:spPr/>
    </dgm:pt>
    <dgm:pt modelId="{F6ACB382-E942-4C87-9AAF-DFB844D6F265}" type="pres">
      <dgm:prSet presAssocID="{11A9EC5B-572A-4789-8C64-ADC1DB71E7D7}" presName="text" presStyleLbl="fgAcc0" presStyleIdx="1" presStyleCnt="3" custScaleY="167744">
        <dgm:presLayoutVars>
          <dgm:chPref val="3"/>
        </dgm:presLayoutVars>
      </dgm:prSet>
      <dgm:spPr/>
    </dgm:pt>
    <dgm:pt modelId="{C85F5D9A-224A-4A86-8E0A-C81ECCD24AF4}" type="pres">
      <dgm:prSet presAssocID="{11A9EC5B-572A-4789-8C64-ADC1DB71E7D7}" presName="hierChild2" presStyleCnt="0"/>
      <dgm:spPr/>
    </dgm:pt>
    <dgm:pt modelId="{C48CC765-F541-4B75-B3C3-12ECB985630E}" type="pres">
      <dgm:prSet presAssocID="{8BFBEAF1-DEA2-4EAB-9DE9-6A1F029E8BCD}" presName="hierRoot1" presStyleCnt="0"/>
      <dgm:spPr/>
    </dgm:pt>
    <dgm:pt modelId="{9732A2A2-776D-4C13-A446-A109E89A2F34}" type="pres">
      <dgm:prSet presAssocID="{8BFBEAF1-DEA2-4EAB-9DE9-6A1F029E8BCD}" presName="composite" presStyleCnt="0"/>
      <dgm:spPr/>
    </dgm:pt>
    <dgm:pt modelId="{59710026-4909-4B24-858E-40BA65BF8B60}" type="pres">
      <dgm:prSet presAssocID="{8BFBEAF1-DEA2-4EAB-9DE9-6A1F029E8BCD}" presName="background" presStyleLbl="node0" presStyleIdx="2" presStyleCnt="3"/>
      <dgm:spPr/>
    </dgm:pt>
    <dgm:pt modelId="{3A4C2D2F-5445-43D4-942B-38766AD5A895}" type="pres">
      <dgm:prSet presAssocID="{8BFBEAF1-DEA2-4EAB-9DE9-6A1F029E8BCD}" presName="text" presStyleLbl="fgAcc0" presStyleIdx="2" presStyleCnt="3" custScaleY="156557">
        <dgm:presLayoutVars>
          <dgm:chPref val="3"/>
        </dgm:presLayoutVars>
      </dgm:prSet>
      <dgm:spPr/>
    </dgm:pt>
    <dgm:pt modelId="{B2067A16-F372-418E-9C8A-E9863BC09371}" type="pres">
      <dgm:prSet presAssocID="{8BFBEAF1-DEA2-4EAB-9DE9-6A1F029E8BCD}" presName="hierChild2" presStyleCnt="0"/>
      <dgm:spPr/>
    </dgm:pt>
  </dgm:ptLst>
  <dgm:cxnLst>
    <dgm:cxn modelId="{8BB8321E-FD27-405A-BAC1-28B9FCA0A304}" srcId="{B6DD3440-1C48-4DA2-AC07-C7A44A84ADE0}" destId="{8BFBEAF1-DEA2-4EAB-9DE9-6A1F029E8BCD}" srcOrd="2" destOrd="0" parTransId="{5329B21C-2CF9-411B-842D-F3FF9794BF83}" sibTransId="{FF96F165-8ED2-4AEA-920E-E1B7B447FA2E}"/>
    <dgm:cxn modelId="{3194B451-F4DE-4709-ACDA-2A17AE229A81}" type="presOf" srcId="{11A9EC5B-572A-4789-8C64-ADC1DB71E7D7}" destId="{F6ACB382-E942-4C87-9AAF-DFB844D6F265}" srcOrd="0" destOrd="0" presId="urn:microsoft.com/office/officeart/2005/8/layout/hierarchy1"/>
    <dgm:cxn modelId="{C677278F-5F7A-423F-8BD6-D53355599CCA}" type="presOf" srcId="{047EFDFE-417A-488B-960A-6CC45A3C9116}" destId="{43B83A25-F892-485E-B5BC-EED0CFD5C495}" srcOrd="0" destOrd="0" presId="urn:microsoft.com/office/officeart/2005/8/layout/hierarchy1"/>
    <dgm:cxn modelId="{EA187FBF-E42D-4741-A074-BB4B50A13A77}" type="presOf" srcId="{8BFBEAF1-DEA2-4EAB-9DE9-6A1F029E8BCD}" destId="{3A4C2D2F-5445-43D4-942B-38766AD5A895}" srcOrd="0" destOrd="0" presId="urn:microsoft.com/office/officeart/2005/8/layout/hierarchy1"/>
    <dgm:cxn modelId="{048D47C5-E6AC-4700-9C40-6B89A99AD6F7}" srcId="{B6DD3440-1C48-4DA2-AC07-C7A44A84ADE0}" destId="{11A9EC5B-572A-4789-8C64-ADC1DB71E7D7}" srcOrd="1" destOrd="0" parTransId="{ACE789B2-74A3-464E-B23F-10B5AB7063E6}" sibTransId="{2D2069BF-1C64-49CD-A115-79522AF74DD1}"/>
    <dgm:cxn modelId="{6EA474D6-00AD-4C29-8AE5-290212574897}" srcId="{B6DD3440-1C48-4DA2-AC07-C7A44A84ADE0}" destId="{047EFDFE-417A-488B-960A-6CC45A3C9116}" srcOrd="0" destOrd="0" parTransId="{BFCB95E7-A4BB-4600-9679-C753EE8D7E3E}" sibTransId="{276B0C2B-0C11-4C73-B4A1-69DADCB73439}"/>
    <dgm:cxn modelId="{C348A3E5-7203-4ECA-BF06-868F3C4E93CB}" type="presOf" srcId="{B6DD3440-1C48-4DA2-AC07-C7A44A84ADE0}" destId="{F8512443-B9C7-4800-BA20-0FA6D51ED952}" srcOrd="0" destOrd="0" presId="urn:microsoft.com/office/officeart/2005/8/layout/hierarchy1"/>
    <dgm:cxn modelId="{8F4E209A-7D29-440B-9F81-6DA0023B48D0}" type="presParOf" srcId="{F8512443-B9C7-4800-BA20-0FA6D51ED952}" destId="{7FFFECD9-1C5F-4AA0-9B7A-1C62BC2F6F02}" srcOrd="0" destOrd="0" presId="urn:microsoft.com/office/officeart/2005/8/layout/hierarchy1"/>
    <dgm:cxn modelId="{0F78BA59-378A-4FAF-B327-500CE80E40B4}" type="presParOf" srcId="{7FFFECD9-1C5F-4AA0-9B7A-1C62BC2F6F02}" destId="{1716F9AF-FA49-4E9D-B1E9-2774EE04DDB3}" srcOrd="0" destOrd="0" presId="urn:microsoft.com/office/officeart/2005/8/layout/hierarchy1"/>
    <dgm:cxn modelId="{4FCBF7E9-05C6-42F5-ABBB-8C68CBBB806D}" type="presParOf" srcId="{1716F9AF-FA49-4E9D-B1E9-2774EE04DDB3}" destId="{CCD44DEE-AF87-4998-B3EB-17B3A1CD1B08}" srcOrd="0" destOrd="0" presId="urn:microsoft.com/office/officeart/2005/8/layout/hierarchy1"/>
    <dgm:cxn modelId="{69F28D67-4133-4EE2-8095-B99C9C3FD867}" type="presParOf" srcId="{1716F9AF-FA49-4E9D-B1E9-2774EE04DDB3}" destId="{43B83A25-F892-485E-B5BC-EED0CFD5C495}" srcOrd="1" destOrd="0" presId="urn:microsoft.com/office/officeart/2005/8/layout/hierarchy1"/>
    <dgm:cxn modelId="{EA1FAC44-1FDF-4DA6-80E1-0DF29C6BDDF8}" type="presParOf" srcId="{7FFFECD9-1C5F-4AA0-9B7A-1C62BC2F6F02}" destId="{0E4E5911-688F-4E27-97E4-D07248BA23F7}" srcOrd="1" destOrd="0" presId="urn:microsoft.com/office/officeart/2005/8/layout/hierarchy1"/>
    <dgm:cxn modelId="{95CB601C-1F30-49AD-A206-D8B449388EA4}" type="presParOf" srcId="{F8512443-B9C7-4800-BA20-0FA6D51ED952}" destId="{027B26F4-74C0-4CDA-9760-15DE61282D2E}" srcOrd="1" destOrd="0" presId="urn:microsoft.com/office/officeart/2005/8/layout/hierarchy1"/>
    <dgm:cxn modelId="{E08E66B8-1759-4A4E-8E04-008C96D5BA74}" type="presParOf" srcId="{027B26F4-74C0-4CDA-9760-15DE61282D2E}" destId="{F572FC59-D521-4185-8048-41659D544A94}" srcOrd="0" destOrd="0" presId="urn:microsoft.com/office/officeart/2005/8/layout/hierarchy1"/>
    <dgm:cxn modelId="{877C2553-CA30-43CC-BC2B-F34F28F3FF57}" type="presParOf" srcId="{F572FC59-D521-4185-8048-41659D544A94}" destId="{DE31AEEF-8827-4E88-A43D-524379F72822}" srcOrd="0" destOrd="0" presId="urn:microsoft.com/office/officeart/2005/8/layout/hierarchy1"/>
    <dgm:cxn modelId="{5D8A4C64-9405-4350-AFFF-AEDF7CE290C0}" type="presParOf" srcId="{F572FC59-D521-4185-8048-41659D544A94}" destId="{F6ACB382-E942-4C87-9AAF-DFB844D6F265}" srcOrd="1" destOrd="0" presId="urn:microsoft.com/office/officeart/2005/8/layout/hierarchy1"/>
    <dgm:cxn modelId="{0DC2B4E5-9473-4D75-880B-2F77A9F0DDA0}" type="presParOf" srcId="{027B26F4-74C0-4CDA-9760-15DE61282D2E}" destId="{C85F5D9A-224A-4A86-8E0A-C81ECCD24AF4}" srcOrd="1" destOrd="0" presId="urn:microsoft.com/office/officeart/2005/8/layout/hierarchy1"/>
    <dgm:cxn modelId="{8220CD77-8178-4F13-9A19-3A8DC1EF6D8C}" type="presParOf" srcId="{F8512443-B9C7-4800-BA20-0FA6D51ED952}" destId="{C48CC765-F541-4B75-B3C3-12ECB985630E}" srcOrd="2" destOrd="0" presId="urn:microsoft.com/office/officeart/2005/8/layout/hierarchy1"/>
    <dgm:cxn modelId="{5FDBDAD6-A1B1-480D-83DA-EB52100D7F31}" type="presParOf" srcId="{C48CC765-F541-4B75-B3C3-12ECB985630E}" destId="{9732A2A2-776D-4C13-A446-A109E89A2F34}" srcOrd="0" destOrd="0" presId="urn:microsoft.com/office/officeart/2005/8/layout/hierarchy1"/>
    <dgm:cxn modelId="{2B546233-9906-42B5-9FD4-9357F07FEE2B}" type="presParOf" srcId="{9732A2A2-776D-4C13-A446-A109E89A2F34}" destId="{59710026-4909-4B24-858E-40BA65BF8B60}" srcOrd="0" destOrd="0" presId="urn:microsoft.com/office/officeart/2005/8/layout/hierarchy1"/>
    <dgm:cxn modelId="{3C023C31-A7D6-4A25-AE47-89B5B2D25D71}" type="presParOf" srcId="{9732A2A2-776D-4C13-A446-A109E89A2F34}" destId="{3A4C2D2F-5445-43D4-942B-38766AD5A895}" srcOrd="1" destOrd="0" presId="urn:microsoft.com/office/officeart/2005/8/layout/hierarchy1"/>
    <dgm:cxn modelId="{743CC8BD-41B4-442D-9F99-B238E8EFECA8}" type="presParOf" srcId="{C48CC765-F541-4B75-B3C3-12ECB985630E}" destId="{B2067A16-F372-418E-9C8A-E9863BC09371}"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3CEC565-FF81-48C0-BFFB-FBE5438CCC99}"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C0F9E771-060F-44BF-AE2F-BF36FAE315A5}">
      <dgm:prSet custT="1"/>
      <dgm:spPr/>
      <dgm:t>
        <a:bodyPr/>
        <a:lstStyle/>
        <a:p>
          <a:r>
            <a:rPr lang="en-US" sz="2000" dirty="0">
              <a:latin typeface="+mn-lt"/>
              <a:cs typeface="Arial" panose="020B0604020202020204" pitchFamily="34" charset="0"/>
            </a:rPr>
            <a:t>It is very difficult to compute a-priori execution time.</a:t>
          </a:r>
        </a:p>
      </dgm:t>
    </dgm:pt>
    <dgm:pt modelId="{A7715018-A9A3-4539-9958-D5B2AB90A155}" type="parTrans" cxnId="{5B2D3A23-0F51-4A7D-A8DC-A845EF1FD7EC}">
      <dgm:prSet/>
      <dgm:spPr/>
      <dgm:t>
        <a:bodyPr/>
        <a:lstStyle/>
        <a:p>
          <a:endParaRPr lang="en-US"/>
        </a:p>
      </dgm:t>
    </dgm:pt>
    <dgm:pt modelId="{65CE108F-527C-4F69-80EB-35A5D8C8600D}" type="sibTrans" cxnId="{5B2D3A23-0F51-4A7D-A8DC-A845EF1FD7EC}">
      <dgm:prSet/>
      <dgm:spPr/>
      <dgm:t>
        <a:bodyPr/>
        <a:lstStyle/>
        <a:p>
          <a:endParaRPr lang="en-US"/>
        </a:p>
      </dgm:t>
    </dgm:pt>
    <dgm:pt modelId="{4F0F5AA9-A920-47B9-8AF1-4B3190EC5AB4}">
      <dgm:prSet custT="1"/>
      <dgm:spPr/>
      <dgm:t>
        <a:bodyPr/>
        <a:lstStyle/>
        <a:p>
          <a:r>
            <a:rPr lang="en-US" sz="2000" dirty="0">
              <a:latin typeface="+mn-lt"/>
              <a:cs typeface="Arial" panose="020B0604020202020204" pitchFamily="34" charset="0"/>
            </a:rPr>
            <a:t>The process allocation cannot be changed during execution.</a:t>
          </a:r>
        </a:p>
      </dgm:t>
    </dgm:pt>
    <dgm:pt modelId="{3F43EA90-DC2A-4A44-B5F1-2FE7D1565AD8}" type="parTrans" cxnId="{0B311DF0-6EC2-493C-BBD3-F44DA705F54E}">
      <dgm:prSet/>
      <dgm:spPr/>
      <dgm:t>
        <a:bodyPr/>
        <a:lstStyle/>
        <a:p>
          <a:endParaRPr lang="en-US"/>
        </a:p>
      </dgm:t>
    </dgm:pt>
    <dgm:pt modelId="{9CA1AECB-1693-4D24-8231-EE004AB363FD}" type="sibTrans" cxnId="{0B311DF0-6EC2-493C-BBD3-F44DA705F54E}">
      <dgm:prSet/>
      <dgm:spPr/>
      <dgm:t>
        <a:bodyPr/>
        <a:lstStyle/>
        <a:p>
          <a:endParaRPr lang="en-US"/>
        </a:p>
      </dgm:t>
    </dgm:pt>
    <dgm:pt modelId="{FD6EA196-1900-43CF-A2B8-1AD8F1F61858}">
      <dgm:prSet custT="1"/>
      <dgm:spPr/>
      <dgm:t>
        <a:bodyPr/>
        <a:lstStyle/>
        <a:p>
          <a:r>
            <a:rPr lang="en-US" sz="2000" dirty="0">
              <a:latin typeface="+mn-lt"/>
              <a:cs typeface="Arial" panose="020B0604020202020204" pitchFamily="34" charset="0"/>
            </a:rPr>
            <a:t>Lack of Fault Tolerance: Static mapping does not account for node failures, which can result in system downtime if a node fails. </a:t>
          </a:r>
          <a:endParaRPr lang="en-PK" sz="2000" dirty="0">
            <a:latin typeface="+mn-lt"/>
            <a:cs typeface="Arial" panose="020B0604020202020204" pitchFamily="34" charset="0"/>
          </a:endParaRPr>
        </a:p>
      </dgm:t>
    </dgm:pt>
    <dgm:pt modelId="{DAA9FFF3-DC07-48DC-BBF0-BB1042277E2B}" type="parTrans" cxnId="{7E65288F-5115-4499-A4EC-A2CB1BC7F5A9}">
      <dgm:prSet/>
      <dgm:spPr/>
      <dgm:t>
        <a:bodyPr/>
        <a:lstStyle/>
        <a:p>
          <a:endParaRPr lang="en-PK"/>
        </a:p>
      </dgm:t>
    </dgm:pt>
    <dgm:pt modelId="{EB78B3E5-D208-4E34-BA7A-F7E2DA0A6F69}" type="sibTrans" cxnId="{7E65288F-5115-4499-A4EC-A2CB1BC7F5A9}">
      <dgm:prSet/>
      <dgm:spPr/>
      <dgm:t>
        <a:bodyPr/>
        <a:lstStyle/>
        <a:p>
          <a:endParaRPr lang="en-PK"/>
        </a:p>
      </dgm:t>
    </dgm:pt>
    <dgm:pt modelId="{9A58F2F0-2F0E-4907-9ABB-E6E713C4A6A3}" type="pres">
      <dgm:prSet presAssocID="{33CEC565-FF81-48C0-BFFB-FBE5438CCC99}" presName="hierChild1" presStyleCnt="0">
        <dgm:presLayoutVars>
          <dgm:chPref val="1"/>
          <dgm:dir/>
          <dgm:animOne val="branch"/>
          <dgm:animLvl val="lvl"/>
          <dgm:resizeHandles/>
        </dgm:presLayoutVars>
      </dgm:prSet>
      <dgm:spPr/>
    </dgm:pt>
    <dgm:pt modelId="{546269B7-8167-4E0E-9604-3C7CB2211D73}" type="pres">
      <dgm:prSet presAssocID="{C0F9E771-060F-44BF-AE2F-BF36FAE315A5}" presName="hierRoot1" presStyleCnt="0"/>
      <dgm:spPr/>
    </dgm:pt>
    <dgm:pt modelId="{69AD30C0-F827-4EAF-9B27-2C53827AA2E3}" type="pres">
      <dgm:prSet presAssocID="{C0F9E771-060F-44BF-AE2F-BF36FAE315A5}" presName="composite" presStyleCnt="0"/>
      <dgm:spPr/>
    </dgm:pt>
    <dgm:pt modelId="{37F8D7CD-B869-4A17-9284-E52643265CFD}" type="pres">
      <dgm:prSet presAssocID="{C0F9E771-060F-44BF-AE2F-BF36FAE315A5}" presName="background" presStyleLbl="node0" presStyleIdx="0" presStyleCnt="3"/>
      <dgm:spPr/>
    </dgm:pt>
    <dgm:pt modelId="{D1D50DF2-FC5F-4409-B1DD-108FF974ED9A}" type="pres">
      <dgm:prSet presAssocID="{C0F9E771-060F-44BF-AE2F-BF36FAE315A5}" presName="text" presStyleLbl="fgAcc0" presStyleIdx="0" presStyleCnt="3" custScaleY="115676">
        <dgm:presLayoutVars>
          <dgm:chPref val="3"/>
        </dgm:presLayoutVars>
      </dgm:prSet>
      <dgm:spPr/>
    </dgm:pt>
    <dgm:pt modelId="{A1875C72-BDCA-4DF7-9D8D-47772B4A88B7}" type="pres">
      <dgm:prSet presAssocID="{C0F9E771-060F-44BF-AE2F-BF36FAE315A5}" presName="hierChild2" presStyleCnt="0"/>
      <dgm:spPr/>
    </dgm:pt>
    <dgm:pt modelId="{7F8B7E33-846F-416A-9563-3A3C1E5D1F41}" type="pres">
      <dgm:prSet presAssocID="{FD6EA196-1900-43CF-A2B8-1AD8F1F61858}" presName="hierRoot1" presStyleCnt="0"/>
      <dgm:spPr/>
    </dgm:pt>
    <dgm:pt modelId="{6200310A-FA25-4D1F-B17C-66D3C203F928}" type="pres">
      <dgm:prSet presAssocID="{FD6EA196-1900-43CF-A2B8-1AD8F1F61858}" presName="composite" presStyleCnt="0"/>
      <dgm:spPr/>
    </dgm:pt>
    <dgm:pt modelId="{35B21056-41B9-4870-AFEA-116EEB53B954}" type="pres">
      <dgm:prSet presAssocID="{FD6EA196-1900-43CF-A2B8-1AD8F1F61858}" presName="background" presStyleLbl="node0" presStyleIdx="1" presStyleCnt="3"/>
      <dgm:spPr/>
    </dgm:pt>
    <dgm:pt modelId="{758D07A8-F089-4EC9-9468-0D96439A1F51}" type="pres">
      <dgm:prSet presAssocID="{FD6EA196-1900-43CF-A2B8-1AD8F1F61858}" presName="text" presStyleLbl="fgAcc0" presStyleIdx="1" presStyleCnt="3" custScaleY="115676">
        <dgm:presLayoutVars>
          <dgm:chPref val="3"/>
        </dgm:presLayoutVars>
      </dgm:prSet>
      <dgm:spPr/>
    </dgm:pt>
    <dgm:pt modelId="{41C55A24-1E79-4D9F-91DD-449C41C515DC}" type="pres">
      <dgm:prSet presAssocID="{FD6EA196-1900-43CF-A2B8-1AD8F1F61858}" presName="hierChild2" presStyleCnt="0"/>
      <dgm:spPr/>
    </dgm:pt>
    <dgm:pt modelId="{2DA51B88-9EBE-44D9-A901-29A4CA3C6AFA}" type="pres">
      <dgm:prSet presAssocID="{4F0F5AA9-A920-47B9-8AF1-4B3190EC5AB4}" presName="hierRoot1" presStyleCnt="0"/>
      <dgm:spPr/>
    </dgm:pt>
    <dgm:pt modelId="{B43BED04-6ADA-4027-9641-9F076D0EA6BC}" type="pres">
      <dgm:prSet presAssocID="{4F0F5AA9-A920-47B9-8AF1-4B3190EC5AB4}" presName="composite" presStyleCnt="0"/>
      <dgm:spPr/>
    </dgm:pt>
    <dgm:pt modelId="{BE0D9E31-DD36-4AD6-AB4F-B7610D73FA4A}" type="pres">
      <dgm:prSet presAssocID="{4F0F5AA9-A920-47B9-8AF1-4B3190EC5AB4}" presName="background" presStyleLbl="node0" presStyleIdx="2" presStyleCnt="3"/>
      <dgm:spPr/>
    </dgm:pt>
    <dgm:pt modelId="{EB53A175-DE44-4114-8259-4F773B870E6D}" type="pres">
      <dgm:prSet presAssocID="{4F0F5AA9-A920-47B9-8AF1-4B3190EC5AB4}" presName="text" presStyleLbl="fgAcc0" presStyleIdx="2" presStyleCnt="3" custScaleY="115676">
        <dgm:presLayoutVars>
          <dgm:chPref val="3"/>
        </dgm:presLayoutVars>
      </dgm:prSet>
      <dgm:spPr/>
    </dgm:pt>
    <dgm:pt modelId="{C1D462A1-91C6-4040-B25B-82CF3F136594}" type="pres">
      <dgm:prSet presAssocID="{4F0F5AA9-A920-47B9-8AF1-4B3190EC5AB4}" presName="hierChild2" presStyleCnt="0"/>
      <dgm:spPr/>
    </dgm:pt>
  </dgm:ptLst>
  <dgm:cxnLst>
    <dgm:cxn modelId="{5B2D3A23-0F51-4A7D-A8DC-A845EF1FD7EC}" srcId="{33CEC565-FF81-48C0-BFFB-FBE5438CCC99}" destId="{C0F9E771-060F-44BF-AE2F-BF36FAE315A5}" srcOrd="0" destOrd="0" parTransId="{A7715018-A9A3-4539-9958-D5B2AB90A155}" sibTransId="{65CE108F-527C-4F69-80EB-35A5D8C8600D}"/>
    <dgm:cxn modelId="{281CDF28-66F3-4CAE-B8E9-493C243B8009}" type="presOf" srcId="{4F0F5AA9-A920-47B9-8AF1-4B3190EC5AB4}" destId="{EB53A175-DE44-4114-8259-4F773B870E6D}" srcOrd="0" destOrd="0" presId="urn:microsoft.com/office/officeart/2005/8/layout/hierarchy1"/>
    <dgm:cxn modelId="{A9CF153A-C666-4B19-A900-2D1C014B1520}" type="presOf" srcId="{FD6EA196-1900-43CF-A2B8-1AD8F1F61858}" destId="{758D07A8-F089-4EC9-9468-0D96439A1F51}" srcOrd="0" destOrd="0" presId="urn:microsoft.com/office/officeart/2005/8/layout/hierarchy1"/>
    <dgm:cxn modelId="{5F4F9F3B-85F4-4BE7-9A6C-4F8C8DA1FF5B}" type="presOf" srcId="{C0F9E771-060F-44BF-AE2F-BF36FAE315A5}" destId="{D1D50DF2-FC5F-4409-B1DD-108FF974ED9A}" srcOrd="0" destOrd="0" presId="urn:microsoft.com/office/officeart/2005/8/layout/hierarchy1"/>
    <dgm:cxn modelId="{93CC0073-BBD8-406F-B423-208BD2E3C49E}" type="presOf" srcId="{33CEC565-FF81-48C0-BFFB-FBE5438CCC99}" destId="{9A58F2F0-2F0E-4907-9ABB-E6E713C4A6A3}" srcOrd="0" destOrd="0" presId="urn:microsoft.com/office/officeart/2005/8/layout/hierarchy1"/>
    <dgm:cxn modelId="{7E65288F-5115-4499-A4EC-A2CB1BC7F5A9}" srcId="{33CEC565-FF81-48C0-BFFB-FBE5438CCC99}" destId="{FD6EA196-1900-43CF-A2B8-1AD8F1F61858}" srcOrd="1" destOrd="0" parTransId="{DAA9FFF3-DC07-48DC-BBF0-BB1042277E2B}" sibTransId="{EB78B3E5-D208-4E34-BA7A-F7E2DA0A6F69}"/>
    <dgm:cxn modelId="{0B311DF0-6EC2-493C-BBD3-F44DA705F54E}" srcId="{33CEC565-FF81-48C0-BFFB-FBE5438CCC99}" destId="{4F0F5AA9-A920-47B9-8AF1-4B3190EC5AB4}" srcOrd="2" destOrd="0" parTransId="{3F43EA90-DC2A-4A44-B5F1-2FE7D1565AD8}" sibTransId="{9CA1AECB-1693-4D24-8231-EE004AB363FD}"/>
    <dgm:cxn modelId="{82E5958C-ADCD-4C46-B840-EB61284E71DF}" type="presParOf" srcId="{9A58F2F0-2F0E-4907-9ABB-E6E713C4A6A3}" destId="{546269B7-8167-4E0E-9604-3C7CB2211D73}" srcOrd="0" destOrd="0" presId="urn:microsoft.com/office/officeart/2005/8/layout/hierarchy1"/>
    <dgm:cxn modelId="{F410A108-0C67-4248-8053-02EC1142E08A}" type="presParOf" srcId="{546269B7-8167-4E0E-9604-3C7CB2211D73}" destId="{69AD30C0-F827-4EAF-9B27-2C53827AA2E3}" srcOrd="0" destOrd="0" presId="urn:microsoft.com/office/officeart/2005/8/layout/hierarchy1"/>
    <dgm:cxn modelId="{018BA075-6388-4FFA-9F5B-1FDEC35D64B3}" type="presParOf" srcId="{69AD30C0-F827-4EAF-9B27-2C53827AA2E3}" destId="{37F8D7CD-B869-4A17-9284-E52643265CFD}" srcOrd="0" destOrd="0" presId="urn:microsoft.com/office/officeart/2005/8/layout/hierarchy1"/>
    <dgm:cxn modelId="{98EBAF7D-F667-4C52-B64C-91E46A0CC55F}" type="presParOf" srcId="{69AD30C0-F827-4EAF-9B27-2C53827AA2E3}" destId="{D1D50DF2-FC5F-4409-B1DD-108FF974ED9A}" srcOrd="1" destOrd="0" presId="urn:microsoft.com/office/officeart/2005/8/layout/hierarchy1"/>
    <dgm:cxn modelId="{99CE7514-5D35-4465-872A-E90ED1A324C4}" type="presParOf" srcId="{546269B7-8167-4E0E-9604-3C7CB2211D73}" destId="{A1875C72-BDCA-4DF7-9D8D-47772B4A88B7}" srcOrd="1" destOrd="0" presId="urn:microsoft.com/office/officeart/2005/8/layout/hierarchy1"/>
    <dgm:cxn modelId="{08203BF0-BA4F-43F6-B5BD-E152EFDEA0E0}" type="presParOf" srcId="{9A58F2F0-2F0E-4907-9ABB-E6E713C4A6A3}" destId="{7F8B7E33-846F-416A-9563-3A3C1E5D1F41}" srcOrd="1" destOrd="0" presId="urn:microsoft.com/office/officeart/2005/8/layout/hierarchy1"/>
    <dgm:cxn modelId="{ABB1B512-271A-4D8C-9A9C-E926575A10F6}" type="presParOf" srcId="{7F8B7E33-846F-416A-9563-3A3C1E5D1F41}" destId="{6200310A-FA25-4D1F-B17C-66D3C203F928}" srcOrd="0" destOrd="0" presId="urn:microsoft.com/office/officeart/2005/8/layout/hierarchy1"/>
    <dgm:cxn modelId="{DA1C8B27-669A-4CF1-B7AE-8A1B6E8F2149}" type="presParOf" srcId="{6200310A-FA25-4D1F-B17C-66D3C203F928}" destId="{35B21056-41B9-4870-AFEA-116EEB53B954}" srcOrd="0" destOrd="0" presId="urn:microsoft.com/office/officeart/2005/8/layout/hierarchy1"/>
    <dgm:cxn modelId="{A142E422-9AA6-41B3-91D7-7259F0A24690}" type="presParOf" srcId="{6200310A-FA25-4D1F-B17C-66D3C203F928}" destId="{758D07A8-F089-4EC9-9468-0D96439A1F51}" srcOrd="1" destOrd="0" presId="urn:microsoft.com/office/officeart/2005/8/layout/hierarchy1"/>
    <dgm:cxn modelId="{E8FA61E7-8D90-4EAA-80AD-0566D7B0AD65}" type="presParOf" srcId="{7F8B7E33-846F-416A-9563-3A3C1E5D1F41}" destId="{41C55A24-1E79-4D9F-91DD-449C41C515DC}" srcOrd="1" destOrd="0" presId="urn:microsoft.com/office/officeart/2005/8/layout/hierarchy1"/>
    <dgm:cxn modelId="{3659FF24-33DF-4D27-89F0-A8D5B9A6F118}" type="presParOf" srcId="{9A58F2F0-2F0E-4907-9ABB-E6E713C4A6A3}" destId="{2DA51B88-9EBE-44D9-A901-29A4CA3C6AFA}" srcOrd="2" destOrd="0" presId="urn:microsoft.com/office/officeart/2005/8/layout/hierarchy1"/>
    <dgm:cxn modelId="{AE46C2A2-B3E9-4106-BD9E-5D65827C50A3}" type="presParOf" srcId="{2DA51B88-9EBE-44D9-A901-29A4CA3C6AFA}" destId="{B43BED04-6ADA-4027-9641-9F076D0EA6BC}" srcOrd="0" destOrd="0" presId="urn:microsoft.com/office/officeart/2005/8/layout/hierarchy1"/>
    <dgm:cxn modelId="{4B6BB46C-71BE-4D8F-8775-771A2E810D6D}" type="presParOf" srcId="{B43BED04-6ADA-4027-9641-9F076D0EA6BC}" destId="{BE0D9E31-DD36-4AD6-AB4F-B7610D73FA4A}" srcOrd="0" destOrd="0" presId="urn:microsoft.com/office/officeart/2005/8/layout/hierarchy1"/>
    <dgm:cxn modelId="{66F38613-DF5A-4743-8010-ED9A8A377C9D}" type="presParOf" srcId="{B43BED04-6ADA-4027-9641-9F076D0EA6BC}" destId="{EB53A175-DE44-4114-8259-4F773B870E6D}" srcOrd="1" destOrd="0" presId="urn:microsoft.com/office/officeart/2005/8/layout/hierarchy1"/>
    <dgm:cxn modelId="{F432B8DD-36A6-41AA-94FF-E470EEDE1659}" type="presParOf" srcId="{2DA51B88-9EBE-44D9-A901-29A4CA3C6AFA}" destId="{C1D462A1-91C6-4040-B25B-82CF3F136594}"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dirty="0">
              <a:latin typeface="Arial" panose="020B0604020202020204" pitchFamily="34" charset="0"/>
              <a:cs typeface="Arial" panose="020B0604020202020204" pitchFamily="34" charset="0"/>
            </a:rPr>
            <a:t>Mappings Based on Data Partitioning.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r>
            <a:rPr lang="en-US" dirty="0">
              <a:latin typeface="Arial" panose="020B0604020202020204" pitchFamily="34" charset="0"/>
              <a:cs typeface="Arial" panose="020B0604020202020204" pitchFamily="34" charset="0"/>
            </a:rPr>
            <a:t>Mappings Based on Task Partitioning.</a:t>
          </a:r>
          <a:endParaRPr lang="en-PK" dirty="0">
            <a:latin typeface="Arial" panose="020B0604020202020204" pitchFamily="34" charset="0"/>
            <a:cs typeface="Arial" panose="020B0604020202020204" pitchFamily="34" charset="0"/>
          </a:endParaRP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4B174D80-1756-437D-A707-D934FFFB78C1}">
      <dgm:prSet/>
      <dgm:spPr/>
      <dgm:t>
        <a:bodyPr/>
        <a:lstStyle/>
        <a:p>
          <a:pPr>
            <a:lnSpc>
              <a:spcPct val="100000"/>
            </a:lnSpc>
          </a:pPr>
          <a:r>
            <a:rPr lang="en-US" dirty="0">
              <a:latin typeface="Arial" panose="020B0604020202020204" pitchFamily="34" charset="0"/>
              <a:cs typeface="Arial" panose="020B0604020202020204" pitchFamily="34" charset="0"/>
            </a:rPr>
            <a:t>Hierarchical Mappings.</a:t>
          </a:r>
        </a:p>
      </dgm:t>
    </dgm:pt>
    <dgm:pt modelId="{3C55FC1C-6EBD-428B-B5EA-1B67E74DC5A4}" type="parTrans" cxnId="{2B27D91C-F1ED-41BD-9AB9-062A6AF09034}">
      <dgm:prSet/>
      <dgm:spPr/>
      <dgm:t>
        <a:bodyPr/>
        <a:lstStyle/>
        <a:p>
          <a:endParaRPr lang="en-PK"/>
        </a:p>
      </dgm:t>
    </dgm:pt>
    <dgm:pt modelId="{B7CB0159-74C6-4147-93B5-5B59D68660C9}" type="sibTrans" cxnId="{2B27D91C-F1ED-41BD-9AB9-062A6AF09034}">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3"/>
      <dgm:spPr/>
    </dgm:pt>
    <dgm:pt modelId="{C11A7D35-1FE6-446D-AE68-CDC0EA75C5EF}" type="pres">
      <dgm:prSet presAssocID="{ED44C359-7308-4379-89E9-19E66492F1E3}" presName="iconRect" presStyleLbl="node1" presStyleIdx="0" presStyleCnt="3"/>
      <dgm:spPr>
        <a:blipFill>
          <a:blip xmlns:r="http://schemas.openxmlformats.org/officeDocument/2006/relationships" r:embed="rId1"/>
          <a:srcRect/>
          <a:stretch>
            <a:fillRect/>
          </a:stretch>
        </a:blipFill>
        <a:ln>
          <a:noFill/>
        </a:ln>
      </dgm:spPr>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3">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3"/>
      <dgm:spPr/>
    </dgm:pt>
    <dgm:pt modelId="{3807B6D7-BF48-4FDE-BD86-4D161441F3BF}" type="pres">
      <dgm:prSet presAssocID="{B52304F7-9CCF-4381-9DB7-D65E8FF69D98}" presName="icon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3">
        <dgm:presLayoutVars>
          <dgm:chMax val="0"/>
          <dgm:chPref val="0"/>
        </dgm:presLayoutVars>
      </dgm:prSet>
      <dgm:spPr/>
    </dgm:pt>
    <dgm:pt modelId="{256B8A40-7892-4C0A-BDB2-D433850921C9}" type="pres">
      <dgm:prSet presAssocID="{3B0ED119-AD1B-484D-96A0-C81E45281368}" presName="sibTrans" presStyleCnt="0"/>
      <dgm:spPr/>
    </dgm:pt>
    <dgm:pt modelId="{D6C3A0E4-1849-48D2-A844-6C371B32F5EC}" type="pres">
      <dgm:prSet presAssocID="{4B174D80-1756-437D-A707-D934FFFB78C1}" presName="compNode" presStyleCnt="0"/>
      <dgm:spPr/>
    </dgm:pt>
    <dgm:pt modelId="{E59A8886-64D3-4589-84BF-B310E5D1B2BC}" type="pres">
      <dgm:prSet presAssocID="{4B174D80-1756-437D-A707-D934FFFB78C1}" presName="bgRect" presStyleLbl="bgShp" presStyleIdx="2" presStyleCnt="3"/>
      <dgm:spPr/>
    </dgm:pt>
    <dgm:pt modelId="{D7BF929A-CA61-47C2-9E5B-592C818C043A}" type="pres">
      <dgm:prSet presAssocID="{4B174D80-1756-437D-A707-D934FFFB78C1}" presName="iconRect" presStyleLbl="node1" presStyleIdx="2" presStyleCnt="3"/>
      <dgm:spPr>
        <a:blipFill>
          <a:blip xmlns:r="http://schemas.openxmlformats.org/officeDocument/2006/relationships" r:embed="rId4"/>
          <a:srcRect/>
          <a:stretch>
            <a:fillRect l="-14000" r="-14000"/>
          </a:stretch>
        </a:blipFill>
        <a:ln>
          <a:noFill/>
        </a:ln>
      </dgm:spPr>
    </dgm:pt>
    <dgm:pt modelId="{CB255F88-0E93-4EC9-A29C-A1823E5A6345}" type="pres">
      <dgm:prSet presAssocID="{4B174D80-1756-437D-A707-D934FFFB78C1}" presName="spaceRect" presStyleCnt="0"/>
      <dgm:spPr/>
    </dgm:pt>
    <dgm:pt modelId="{4A8FF4C3-75BB-4402-AA88-B8E3DC74E4C9}" type="pres">
      <dgm:prSet presAssocID="{4B174D80-1756-437D-A707-D934FFFB78C1}" presName="parTx" presStyleLbl="revTx" presStyleIdx="2" presStyleCnt="3">
        <dgm:presLayoutVars>
          <dgm:chMax val="0"/>
          <dgm:chPref val="0"/>
        </dgm:presLayoutVars>
      </dgm:prSet>
      <dgm:spPr/>
    </dgm:pt>
  </dgm:ptLst>
  <dgm:cxnLst>
    <dgm:cxn modelId="{2B27D91C-F1ED-41BD-9AB9-062A6AF09034}" srcId="{AC605FAC-F4E1-443B-91BE-22C6277E36A9}" destId="{4B174D80-1756-437D-A707-D934FFFB78C1}" srcOrd="2" destOrd="0" parTransId="{3C55FC1C-6EBD-428B-B5EA-1B67E74DC5A4}" sibTransId="{B7CB0159-74C6-4147-93B5-5B59D68660C9}"/>
    <dgm:cxn modelId="{F7D2F971-826D-4387-992E-49599AB52466}" type="presOf" srcId="{4B174D80-1756-437D-A707-D934FFFB78C1}" destId="{4A8FF4C3-75BB-4402-AA88-B8E3DC74E4C9}"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1938711C-0E10-410F-AB06-D95C69EAC90C}" type="presParOf" srcId="{203A11AC-6691-4719-A18C-2D6C7EA9F1B7}" destId="{256B8A40-7892-4C0A-BDB2-D433850921C9}" srcOrd="3" destOrd="0" presId="urn:microsoft.com/office/officeart/2018/2/layout/IconVerticalSolidList"/>
    <dgm:cxn modelId="{894E6E36-1483-48C3-A9E1-1F69D3E77E8D}" type="presParOf" srcId="{203A11AC-6691-4719-A18C-2D6C7EA9F1B7}" destId="{D6C3A0E4-1849-48D2-A844-6C371B32F5EC}" srcOrd="4" destOrd="0" presId="urn:microsoft.com/office/officeart/2018/2/layout/IconVerticalSolidList"/>
    <dgm:cxn modelId="{122D7F24-845D-4138-BFB1-3D6694138281}" type="presParOf" srcId="{D6C3A0E4-1849-48D2-A844-6C371B32F5EC}" destId="{E59A8886-64D3-4589-84BF-B310E5D1B2BC}" srcOrd="0" destOrd="0" presId="urn:microsoft.com/office/officeart/2018/2/layout/IconVerticalSolidList"/>
    <dgm:cxn modelId="{0A167EFC-6DFB-480F-8498-644F189677BE}" type="presParOf" srcId="{D6C3A0E4-1849-48D2-A844-6C371B32F5EC}" destId="{D7BF929A-CA61-47C2-9E5B-592C818C043A}" srcOrd="1" destOrd="0" presId="urn:microsoft.com/office/officeart/2018/2/layout/IconVerticalSolidList"/>
    <dgm:cxn modelId="{8E45B07C-3C16-45D5-90ED-F3ED6C9E18AE}" type="presParOf" srcId="{D6C3A0E4-1849-48D2-A844-6C371B32F5EC}" destId="{CB255F88-0E93-4EC9-A29C-A1823E5A6345}" srcOrd="2" destOrd="0" presId="urn:microsoft.com/office/officeart/2018/2/layout/IconVerticalSolidList"/>
    <dgm:cxn modelId="{B12D7065-7D4E-4810-8731-4E600F6D6216}" type="presParOf" srcId="{D6C3A0E4-1849-48D2-A844-6C371B32F5EC}" destId="{4A8FF4C3-75BB-4402-AA88-B8E3DC74E4C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8DD0356-3CFA-4C21-9951-906093EA5A2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1D9DB2D3-184C-4A0D-A076-3C298EDECE07}">
      <dgm:prSet/>
      <dgm:spPr/>
      <dgm:t>
        <a:bodyPr/>
        <a:lstStyle/>
        <a:p>
          <a:r>
            <a:rPr lang="en-US" dirty="0"/>
            <a:t>Static mapping is often used in conjunction with a decomposition based on data partitioning. </a:t>
          </a:r>
        </a:p>
        <a:p>
          <a:r>
            <a:rPr lang="en-US" dirty="0"/>
            <a:t>Static mapping is also used for mapping certain problems that are expressed naturally by a static task-dependency graph. Mapping schemes based on data partitioning and task partitioning are: </a:t>
          </a:r>
          <a:endParaRPr lang="en-PK" dirty="0"/>
        </a:p>
      </dgm:t>
    </dgm:pt>
    <dgm:pt modelId="{5DDA9FE7-60F5-4410-9B63-86BA7BE719E6}" type="parTrans" cxnId="{9AAB8835-CDDE-4483-B028-D26356FD0B7D}">
      <dgm:prSet/>
      <dgm:spPr/>
      <dgm:t>
        <a:bodyPr/>
        <a:lstStyle/>
        <a:p>
          <a:endParaRPr lang="en-PK"/>
        </a:p>
      </dgm:t>
    </dgm:pt>
    <dgm:pt modelId="{80C61C32-722C-4858-B92A-2FA98255809D}" type="sibTrans" cxnId="{9AAB8835-CDDE-4483-B028-D26356FD0B7D}">
      <dgm:prSet/>
      <dgm:spPr/>
      <dgm:t>
        <a:bodyPr/>
        <a:lstStyle/>
        <a:p>
          <a:endParaRPr lang="en-PK"/>
        </a:p>
      </dgm:t>
    </dgm:pt>
    <dgm:pt modelId="{E8F65C65-0042-44CF-A23D-E70CE4DE842D}">
      <dgm:prSet custT="1"/>
      <dgm:spPr/>
      <dgm:t>
        <a:bodyPr/>
        <a:lstStyle/>
        <a:p>
          <a:r>
            <a:rPr lang="en-US" sz="2000" dirty="0"/>
            <a:t>Mappings Based on Data Partitioning</a:t>
          </a:r>
          <a:endParaRPr lang="en-PK" sz="2000" dirty="0"/>
        </a:p>
      </dgm:t>
    </dgm:pt>
    <dgm:pt modelId="{40849A14-E94B-4E5A-A0F8-7891141A99EF}" type="parTrans" cxnId="{34FA4858-7F3A-49A3-880E-33FFB7E44545}">
      <dgm:prSet/>
      <dgm:spPr/>
      <dgm:t>
        <a:bodyPr/>
        <a:lstStyle/>
        <a:p>
          <a:endParaRPr lang="en-PK"/>
        </a:p>
      </dgm:t>
    </dgm:pt>
    <dgm:pt modelId="{6A1193C8-7A2E-402A-AE0D-8AFA6495B87F}" type="sibTrans" cxnId="{34FA4858-7F3A-49A3-880E-33FFB7E44545}">
      <dgm:prSet/>
      <dgm:spPr/>
      <dgm:t>
        <a:bodyPr/>
        <a:lstStyle/>
        <a:p>
          <a:endParaRPr lang="en-PK"/>
        </a:p>
      </dgm:t>
    </dgm:pt>
    <dgm:pt modelId="{E1A7A0E1-7F14-4DD9-8E23-837F1BE7D9A3}">
      <dgm:prSet custT="1"/>
      <dgm:spPr/>
      <dgm:t>
        <a:bodyPr/>
        <a:lstStyle/>
        <a:p>
          <a:r>
            <a:rPr lang="en-US" sz="2000" dirty="0"/>
            <a:t>Hierarchical Partitioning</a:t>
          </a:r>
          <a:endParaRPr lang="en-PK" sz="2000" dirty="0"/>
        </a:p>
      </dgm:t>
    </dgm:pt>
    <dgm:pt modelId="{8AC6F32B-CE3D-43C0-8F1B-9FE8B29AB8D7}" type="parTrans" cxnId="{B11B1920-AD62-4CA5-9385-9033AEDFD209}">
      <dgm:prSet/>
      <dgm:spPr/>
      <dgm:t>
        <a:bodyPr/>
        <a:lstStyle/>
        <a:p>
          <a:endParaRPr lang="en-PK"/>
        </a:p>
      </dgm:t>
    </dgm:pt>
    <dgm:pt modelId="{289252AF-AFA4-4E13-8C3F-DEDFDE8EEDFE}" type="sibTrans" cxnId="{B11B1920-AD62-4CA5-9385-9033AEDFD209}">
      <dgm:prSet/>
      <dgm:spPr/>
      <dgm:t>
        <a:bodyPr/>
        <a:lstStyle/>
        <a:p>
          <a:endParaRPr lang="en-PK"/>
        </a:p>
      </dgm:t>
    </dgm:pt>
    <dgm:pt modelId="{88E3A455-FEB7-428F-8335-7E432EFBBC4E}">
      <dgm:prSet custT="1"/>
      <dgm:spPr/>
      <dgm:t>
        <a:bodyPr/>
        <a:lstStyle/>
        <a:p>
          <a:r>
            <a:rPr lang="en-US" sz="2000" dirty="0"/>
            <a:t>Mappings Based on Task Partitioning</a:t>
          </a:r>
          <a:endParaRPr lang="en-PK" sz="2000" dirty="0"/>
        </a:p>
      </dgm:t>
    </dgm:pt>
    <dgm:pt modelId="{2CD1387A-238A-4660-9DFC-B42145DDBC5F}" type="sibTrans" cxnId="{22DFC544-D86A-4059-919C-0C1E3C3F5624}">
      <dgm:prSet/>
      <dgm:spPr/>
      <dgm:t>
        <a:bodyPr/>
        <a:lstStyle/>
        <a:p>
          <a:endParaRPr lang="en-PK"/>
        </a:p>
      </dgm:t>
    </dgm:pt>
    <dgm:pt modelId="{5CDA7F8D-F07D-44F8-AB2C-8F4370F77234}" type="parTrans" cxnId="{22DFC544-D86A-4059-919C-0C1E3C3F5624}">
      <dgm:prSet/>
      <dgm:spPr/>
      <dgm:t>
        <a:bodyPr/>
        <a:lstStyle/>
        <a:p>
          <a:endParaRPr lang="en-PK"/>
        </a:p>
      </dgm:t>
    </dgm:pt>
    <dgm:pt modelId="{ABF7229A-E77D-40A1-BB75-27F02508A426}">
      <dgm:prSet custT="1"/>
      <dgm:spPr/>
      <dgm:t>
        <a:bodyPr/>
        <a:lstStyle/>
        <a:p>
          <a:endParaRPr lang="en-PK" sz="2000" dirty="0"/>
        </a:p>
      </dgm:t>
    </dgm:pt>
    <dgm:pt modelId="{5AAD57C9-8DCA-41DF-BF35-E45139081724}" type="parTrans" cxnId="{37144547-F2EE-4BCA-8C06-D41AF1CA4EA8}">
      <dgm:prSet/>
      <dgm:spPr/>
      <dgm:t>
        <a:bodyPr/>
        <a:lstStyle/>
        <a:p>
          <a:endParaRPr lang="en-US"/>
        </a:p>
      </dgm:t>
    </dgm:pt>
    <dgm:pt modelId="{585181F5-3DDC-42C3-82BD-681D5F4DAC25}" type="sibTrans" cxnId="{37144547-F2EE-4BCA-8C06-D41AF1CA4EA8}">
      <dgm:prSet/>
      <dgm:spPr/>
      <dgm:t>
        <a:bodyPr/>
        <a:lstStyle/>
        <a:p>
          <a:endParaRPr lang="en-US"/>
        </a:p>
      </dgm:t>
    </dgm:pt>
    <dgm:pt modelId="{4B050A82-E432-477D-959B-240638C8424B}">
      <dgm:prSet custT="1"/>
      <dgm:spPr/>
      <dgm:t>
        <a:bodyPr/>
        <a:lstStyle/>
        <a:p>
          <a:endParaRPr lang="en-PK" sz="2000" dirty="0"/>
        </a:p>
      </dgm:t>
    </dgm:pt>
    <dgm:pt modelId="{8774DFDC-FFA2-4919-9E58-4CA75B5350AA}" type="parTrans" cxnId="{25EF4210-7581-42C2-8305-91D24D87ABAF}">
      <dgm:prSet/>
      <dgm:spPr/>
      <dgm:t>
        <a:bodyPr/>
        <a:lstStyle/>
        <a:p>
          <a:endParaRPr lang="en-US"/>
        </a:p>
      </dgm:t>
    </dgm:pt>
    <dgm:pt modelId="{924E4E1B-CB04-4153-9F35-CE8FD0CE7115}" type="sibTrans" cxnId="{25EF4210-7581-42C2-8305-91D24D87ABAF}">
      <dgm:prSet/>
      <dgm:spPr/>
      <dgm:t>
        <a:bodyPr/>
        <a:lstStyle/>
        <a:p>
          <a:endParaRPr lang="en-US"/>
        </a:p>
      </dgm:t>
    </dgm:pt>
    <dgm:pt modelId="{57BBA499-A4E1-4956-BE8F-67CE94082118}" type="pres">
      <dgm:prSet presAssocID="{B8DD0356-3CFA-4C21-9951-906093EA5A21}" presName="Name0" presStyleCnt="0">
        <dgm:presLayoutVars>
          <dgm:dir/>
          <dgm:animLvl val="lvl"/>
          <dgm:resizeHandles val="exact"/>
        </dgm:presLayoutVars>
      </dgm:prSet>
      <dgm:spPr/>
    </dgm:pt>
    <dgm:pt modelId="{95B58E46-50FD-4CCC-8222-DF7961AE9C90}" type="pres">
      <dgm:prSet presAssocID="{1D9DB2D3-184C-4A0D-A076-3C298EDECE07}" presName="linNode" presStyleCnt="0"/>
      <dgm:spPr/>
    </dgm:pt>
    <dgm:pt modelId="{2580C7EE-59DE-4A5F-B3DF-1DBB47FC48B5}" type="pres">
      <dgm:prSet presAssocID="{1D9DB2D3-184C-4A0D-A076-3C298EDECE07}" presName="parentText" presStyleLbl="node1" presStyleIdx="0" presStyleCnt="1">
        <dgm:presLayoutVars>
          <dgm:chMax val="1"/>
          <dgm:bulletEnabled val="1"/>
        </dgm:presLayoutVars>
      </dgm:prSet>
      <dgm:spPr/>
    </dgm:pt>
    <dgm:pt modelId="{BB9BA1CB-3D72-4433-B417-5B3EF6208774}" type="pres">
      <dgm:prSet presAssocID="{1D9DB2D3-184C-4A0D-A076-3C298EDECE07}" presName="descendantText" presStyleLbl="alignAccFollowNode1" presStyleIdx="0" presStyleCnt="1">
        <dgm:presLayoutVars>
          <dgm:bulletEnabled val="1"/>
        </dgm:presLayoutVars>
      </dgm:prSet>
      <dgm:spPr/>
    </dgm:pt>
  </dgm:ptLst>
  <dgm:cxnLst>
    <dgm:cxn modelId="{25EF4210-7581-42C2-8305-91D24D87ABAF}" srcId="{1D9DB2D3-184C-4A0D-A076-3C298EDECE07}" destId="{4B050A82-E432-477D-959B-240638C8424B}" srcOrd="3" destOrd="0" parTransId="{8774DFDC-FFA2-4919-9E58-4CA75B5350AA}" sibTransId="{924E4E1B-CB04-4153-9F35-CE8FD0CE7115}"/>
    <dgm:cxn modelId="{B11B1920-AD62-4CA5-9385-9033AEDFD209}" srcId="{1D9DB2D3-184C-4A0D-A076-3C298EDECE07}" destId="{E1A7A0E1-7F14-4DD9-8E23-837F1BE7D9A3}" srcOrd="4" destOrd="0" parTransId="{8AC6F32B-CE3D-43C0-8F1B-9FE8B29AB8D7}" sibTransId="{289252AF-AFA4-4E13-8C3F-DEDFDE8EEDFE}"/>
    <dgm:cxn modelId="{9AAB8835-CDDE-4483-B028-D26356FD0B7D}" srcId="{B8DD0356-3CFA-4C21-9951-906093EA5A21}" destId="{1D9DB2D3-184C-4A0D-A076-3C298EDECE07}" srcOrd="0" destOrd="0" parTransId="{5DDA9FE7-60F5-4410-9B63-86BA7BE719E6}" sibTransId="{80C61C32-722C-4858-B92A-2FA98255809D}"/>
    <dgm:cxn modelId="{3C291B41-58F8-46E2-9C72-CEC17C7BE8E3}" type="presOf" srcId="{ABF7229A-E77D-40A1-BB75-27F02508A426}" destId="{BB9BA1CB-3D72-4433-B417-5B3EF6208774}" srcOrd="0" destOrd="1" presId="urn:microsoft.com/office/officeart/2005/8/layout/vList5"/>
    <dgm:cxn modelId="{3CBD7F62-4E61-4E42-B298-70624A437155}" type="presOf" srcId="{E1A7A0E1-7F14-4DD9-8E23-837F1BE7D9A3}" destId="{BB9BA1CB-3D72-4433-B417-5B3EF6208774}" srcOrd="0" destOrd="4" presId="urn:microsoft.com/office/officeart/2005/8/layout/vList5"/>
    <dgm:cxn modelId="{22DFC544-D86A-4059-919C-0C1E3C3F5624}" srcId="{1D9DB2D3-184C-4A0D-A076-3C298EDECE07}" destId="{88E3A455-FEB7-428F-8335-7E432EFBBC4E}" srcOrd="2" destOrd="0" parTransId="{5CDA7F8D-F07D-44F8-AB2C-8F4370F77234}" sibTransId="{2CD1387A-238A-4660-9DFC-B42145DDBC5F}"/>
    <dgm:cxn modelId="{C2B8D046-F1E6-4A0F-BC59-E49BEB31039B}" type="presOf" srcId="{1D9DB2D3-184C-4A0D-A076-3C298EDECE07}" destId="{2580C7EE-59DE-4A5F-B3DF-1DBB47FC48B5}" srcOrd="0" destOrd="0" presId="urn:microsoft.com/office/officeart/2005/8/layout/vList5"/>
    <dgm:cxn modelId="{37144547-F2EE-4BCA-8C06-D41AF1CA4EA8}" srcId="{1D9DB2D3-184C-4A0D-A076-3C298EDECE07}" destId="{ABF7229A-E77D-40A1-BB75-27F02508A426}" srcOrd="1" destOrd="0" parTransId="{5AAD57C9-8DCA-41DF-BF35-E45139081724}" sibTransId="{585181F5-3DDC-42C3-82BD-681D5F4DAC25}"/>
    <dgm:cxn modelId="{B465C94B-B07E-4060-A162-FE2FADA5B693}" type="presOf" srcId="{B8DD0356-3CFA-4C21-9951-906093EA5A21}" destId="{57BBA499-A4E1-4956-BE8F-67CE94082118}" srcOrd="0" destOrd="0" presId="urn:microsoft.com/office/officeart/2005/8/layout/vList5"/>
    <dgm:cxn modelId="{34FA4858-7F3A-49A3-880E-33FFB7E44545}" srcId="{1D9DB2D3-184C-4A0D-A076-3C298EDECE07}" destId="{E8F65C65-0042-44CF-A23D-E70CE4DE842D}" srcOrd="0" destOrd="0" parTransId="{40849A14-E94B-4E5A-A0F8-7891141A99EF}" sibTransId="{6A1193C8-7A2E-402A-AE0D-8AFA6495B87F}"/>
    <dgm:cxn modelId="{E274F39C-A213-43F6-9B6D-3D62E8A905BE}" type="presOf" srcId="{4B050A82-E432-477D-959B-240638C8424B}" destId="{BB9BA1CB-3D72-4433-B417-5B3EF6208774}" srcOrd="0" destOrd="3" presId="urn:microsoft.com/office/officeart/2005/8/layout/vList5"/>
    <dgm:cxn modelId="{D9FA54CC-5125-4491-B464-50537F4F4368}" type="presOf" srcId="{88E3A455-FEB7-428F-8335-7E432EFBBC4E}" destId="{BB9BA1CB-3D72-4433-B417-5B3EF6208774}" srcOrd="0" destOrd="2" presId="urn:microsoft.com/office/officeart/2005/8/layout/vList5"/>
    <dgm:cxn modelId="{67C208E5-811B-41AC-8C82-C7EA2B2E7AE1}" type="presOf" srcId="{E8F65C65-0042-44CF-A23D-E70CE4DE842D}" destId="{BB9BA1CB-3D72-4433-B417-5B3EF6208774}" srcOrd="0" destOrd="0" presId="urn:microsoft.com/office/officeart/2005/8/layout/vList5"/>
    <dgm:cxn modelId="{3E5370B6-1904-4B53-B629-40236F214CD2}" type="presParOf" srcId="{57BBA499-A4E1-4956-BE8F-67CE94082118}" destId="{95B58E46-50FD-4CCC-8222-DF7961AE9C90}" srcOrd="0" destOrd="0" presId="urn:microsoft.com/office/officeart/2005/8/layout/vList5"/>
    <dgm:cxn modelId="{AF632ACF-6545-4910-827B-476602C646B2}" type="presParOf" srcId="{95B58E46-50FD-4CCC-8222-DF7961AE9C90}" destId="{2580C7EE-59DE-4A5F-B3DF-1DBB47FC48B5}" srcOrd="0" destOrd="0" presId="urn:microsoft.com/office/officeart/2005/8/layout/vList5"/>
    <dgm:cxn modelId="{33631A4C-32B4-4202-A3FC-F6D63C3DAE71}" type="presParOf" srcId="{95B58E46-50FD-4CCC-8222-DF7961AE9C90}" destId="{BB9BA1CB-3D72-4433-B417-5B3EF6208774}"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EE382C4-FD79-4B25-9426-0DA344075B0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733AAE9-FFB9-4D6D-A757-DAAE05C83CE6}">
      <dgm:prSet custT="1"/>
      <dgm:spPr/>
      <dgm:t>
        <a:bodyPr/>
        <a:lstStyle/>
        <a:p>
          <a:r>
            <a:rPr lang="en-US" sz="2000" dirty="0"/>
            <a:t>Partitioning a given task-dependency graph across processes.</a:t>
          </a:r>
        </a:p>
      </dgm:t>
    </dgm:pt>
    <dgm:pt modelId="{F7358ED9-1BE9-4164-93C6-D525372C3DD5}" type="parTrans" cxnId="{E6AA19D3-F9ED-42F4-ADAC-A2C3CDEA2DA9}">
      <dgm:prSet/>
      <dgm:spPr/>
      <dgm:t>
        <a:bodyPr/>
        <a:lstStyle/>
        <a:p>
          <a:endParaRPr lang="en-US"/>
        </a:p>
      </dgm:t>
    </dgm:pt>
    <dgm:pt modelId="{A2B8B9E4-A980-4AE4-860F-ED59A1D7FB24}" type="sibTrans" cxnId="{E6AA19D3-F9ED-42F4-ADAC-A2C3CDEA2DA9}">
      <dgm:prSet/>
      <dgm:spPr/>
      <dgm:t>
        <a:bodyPr/>
        <a:lstStyle/>
        <a:p>
          <a:endParaRPr lang="en-US"/>
        </a:p>
      </dgm:t>
    </dgm:pt>
    <dgm:pt modelId="{B93AEA64-EBB9-40B6-B4B7-D3017E1635B6}">
      <dgm:prSet custT="1"/>
      <dgm:spPr/>
      <dgm:t>
        <a:bodyPr/>
        <a:lstStyle/>
        <a:p>
          <a:r>
            <a:rPr lang="en-US" sz="2000" dirty="0"/>
            <a:t>Determining an optimal mapping for a general task-dependency graph is an NP-complete problem.</a:t>
          </a:r>
        </a:p>
      </dgm:t>
    </dgm:pt>
    <dgm:pt modelId="{5E47B428-124F-4BC1-9956-5467706790DE}" type="parTrans" cxnId="{D13F84C0-E25D-4B49-83D5-4C5D34C70CA0}">
      <dgm:prSet/>
      <dgm:spPr/>
      <dgm:t>
        <a:bodyPr/>
        <a:lstStyle/>
        <a:p>
          <a:endParaRPr lang="en-US"/>
        </a:p>
      </dgm:t>
    </dgm:pt>
    <dgm:pt modelId="{D4BCC594-9B13-4997-8367-BFC5CB76042A}" type="sibTrans" cxnId="{D13F84C0-E25D-4B49-83D5-4C5D34C70CA0}">
      <dgm:prSet/>
      <dgm:spPr/>
      <dgm:t>
        <a:bodyPr/>
        <a:lstStyle/>
        <a:p>
          <a:endParaRPr lang="en-US"/>
        </a:p>
      </dgm:t>
    </dgm:pt>
    <dgm:pt modelId="{758B1913-DD9D-4B51-BFAF-773D5190762C}">
      <dgm:prSet custT="1"/>
      <dgm:spPr/>
      <dgm:t>
        <a:bodyPr/>
        <a:lstStyle/>
        <a:p>
          <a:r>
            <a:rPr lang="en-US" sz="2000" dirty="0"/>
            <a:t>Excellent heuristics exist for structured graphs.</a:t>
          </a:r>
        </a:p>
      </dgm:t>
    </dgm:pt>
    <dgm:pt modelId="{C1026077-727F-4F77-8463-295B19B38027}" type="parTrans" cxnId="{BB1C70F6-9A46-4E71-87B6-2ECF8032DE58}">
      <dgm:prSet/>
      <dgm:spPr/>
      <dgm:t>
        <a:bodyPr/>
        <a:lstStyle/>
        <a:p>
          <a:endParaRPr lang="en-US"/>
        </a:p>
      </dgm:t>
    </dgm:pt>
    <dgm:pt modelId="{DDE432C6-C19E-42DE-9BC7-DD9AD0C3F5FC}" type="sibTrans" cxnId="{BB1C70F6-9A46-4E71-87B6-2ECF8032DE58}">
      <dgm:prSet/>
      <dgm:spPr/>
      <dgm:t>
        <a:bodyPr/>
        <a:lstStyle/>
        <a:p>
          <a:endParaRPr lang="en-US"/>
        </a:p>
      </dgm:t>
    </dgm:pt>
    <dgm:pt modelId="{B5AE7EFC-835A-46EF-8AC3-3D24C86B1D01}" type="pres">
      <dgm:prSet presAssocID="{BEE382C4-FD79-4B25-9426-0DA344075B03}" presName="linear" presStyleCnt="0">
        <dgm:presLayoutVars>
          <dgm:animLvl val="lvl"/>
          <dgm:resizeHandles val="exact"/>
        </dgm:presLayoutVars>
      </dgm:prSet>
      <dgm:spPr/>
    </dgm:pt>
    <dgm:pt modelId="{C8583991-FC2B-452C-B6B2-C08899330BDE}" type="pres">
      <dgm:prSet presAssocID="{C733AAE9-FFB9-4D6D-A757-DAAE05C83CE6}" presName="parentText" presStyleLbl="node1" presStyleIdx="0" presStyleCnt="3">
        <dgm:presLayoutVars>
          <dgm:chMax val="0"/>
          <dgm:bulletEnabled val="1"/>
        </dgm:presLayoutVars>
      </dgm:prSet>
      <dgm:spPr/>
    </dgm:pt>
    <dgm:pt modelId="{EEACF21B-9077-43CB-83CB-B1485F9ED972}" type="pres">
      <dgm:prSet presAssocID="{A2B8B9E4-A980-4AE4-860F-ED59A1D7FB24}" presName="spacer" presStyleCnt="0"/>
      <dgm:spPr/>
    </dgm:pt>
    <dgm:pt modelId="{A9DEFB79-F3FF-45C4-8005-8EC661E05B79}" type="pres">
      <dgm:prSet presAssocID="{B93AEA64-EBB9-40B6-B4B7-D3017E1635B6}" presName="parentText" presStyleLbl="node1" presStyleIdx="1" presStyleCnt="3">
        <dgm:presLayoutVars>
          <dgm:chMax val="0"/>
          <dgm:bulletEnabled val="1"/>
        </dgm:presLayoutVars>
      </dgm:prSet>
      <dgm:spPr/>
    </dgm:pt>
    <dgm:pt modelId="{4185E3BB-F665-4B32-AAC7-99832DB85D9D}" type="pres">
      <dgm:prSet presAssocID="{D4BCC594-9B13-4997-8367-BFC5CB76042A}" presName="spacer" presStyleCnt="0"/>
      <dgm:spPr/>
    </dgm:pt>
    <dgm:pt modelId="{4097730E-0486-42E6-A649-904CF59F91BA}" type="pres">
      <dgm:prSet presAssocID="{758B1913-DD9D-4B51-BFAF-773D5190762C}" presName="parentText" presStyleLbl="node1" presStyleIdx="2" presStyleCnt="3">
        <dgm:presLayoutVars>
          <dgm:chMax val="0"/>
          <dgm:bulletEnabled val="1"/>
        </dgm:presLayoutVars>
      </dgm:prSet>
      <dgm:spPr/>
    </dgm:pt>
  </dgm:ptLst>
  <dgm:cxnLst>
    <dgm:cxn modelId="{27E8FE3C-8FE4-4AF7-9A91-9948DC46D75B}" type="presOf" srcId="{758B1913-DD9D-4B51-BFAF-773D5190762C}" destId="{4097730E-0486-42E6-A649-904CF59F91BA}" srcOrd="0" destOrd="0" presId="urn:microsoft.com/office/officeart/2005/8/layout/vList2"/>
    <dgm:cxn modelId="{B3AB3240-3146-4CCF-AED0-BBC00699EDC9}" type="presOf" srcId="{BEE382C4-FD79-4B25-9426-0DA344075B03}" destId="{B5AE7EFC-835A-46EF-8AC3-3D24C86B1D01}" srcOrd="0" destOrd="0" presId="urn:microsoft.com/office/officeart/2005/8/layout/vList2"/>
    <dgm:cxn modelId="{2A5F9664-87F6-4F0C-806A-4E8C8E86E351}" type="presOf" srcId="{B93AEA64-EBB9-40B6-B4B7-D3017E1635B6}" destId="{A9DEFB79-F3FF-45C4-8005-8EC661E05B79}" srcOrd="0" destOrd="0" presId="urn:microsoft.com/office/officeart/2005/8/layout/vList2"/>
    <dgm:cxn modelId="{0C3FE285-B18E-4BC6-A217-8D4E908F258A}" type="presOf" srcId="{C733AAE9-FFB9-4D6D-A757-DAAE05C83CE6}" destId="{C8583991-FC2B-452C-B6B2-C08899330BDE}" srcOrd="0" destOrd="0" presId="urn:microsoft.com/office/officeart/2005/8/layout/vList2"/>
    <dgm:cxn modelId="{D13F84C0-E25D-4B49-83D5-4C5D34C70CA0}" srcId="{BEE382C4-FD79-4B25-9426-0DA344075B03}" destId="{B93AEA64-EBB9-40B6-B4B7-D3017E1635B6}" srcOrd="1" destOrd="0" parTransId="{5E47B428-124F-4BC1-9956-5467706790DE}" sibTransId="{D4BCC594-9B13-4997-8367-BFC5CB76042A}"/>
    <dgm:cxn modelId="{E6AA19D3-F9ED-42F4-ADAC-A2C3CDEA2DA9}" srcId="{BEE382C4-FD79-4B25-9426-0DA344075B03}" destId="{C733AAE9-FFB9-4D6D-A757-DAAE05C83CE6}" srcOrd="0" destOrd="0" parTransId="{F7358ED9-1BE9-4164-93C6-D525372C3DD5}" sibTransId="{A2B8B9E4-A980-4AE4-860F-ED59A1D7FB24}"/>
    <dgm:cxn modelId="{BB1C70F6-9A46-4E71-87B6-2ECF8032DE58}" srcId="{BEE382C4-FD79-4B25-9426-0DA344075B03}" destId="{758B1913-DD9D-4B51-BFAF-773D5190762C}" srcOrd="2" destOrd="0" parTransId="{C1026077-727F-4F77-8463-295B19B38027}" sibTransId="{DDE432C6-C19E-42DE-9BC7-DD9AD0C3F5FC}"/>
    <dgm:cxn modelId="{5585F9BC-A228-441B-A641-CC2E8F84081D}" type="presParOf" srcId="{B5AE7EFC-835A-46EF-8AC3-3D24C86B1D01}" destId="{C8583991-FC2B-452C-B6B2-C08899330BDE}" srcOrd="0" destOrd="0" presId="urn:microsoft.com/office/officeart/2005/8/layout/vList2"/>
    <dgm:cxn modelId="{598DEB6B-4FFA-4BFA-95AB-6637F79DCC12}" type="presParOf" srcId="{B5AE7EFC-835A-46EF-8AC3-3D24C86B1D01}" destId="{EEACF21B-9077-43CB-83CB-B1485F9ED972}" srcOrd="1" destOrd="0" presId="urn:microsoft.com/office/officeart/2005/8/layout/vList2"/>
    <dgm:cxn modelId="{4BCC7FBC-BA3F-49AB-95B7-B498C84A02DB}" type="presParOf" srcId="{B5AE7EFC-835A-46EF-8AC3-3D24C86B1D01}" destId="{A9DEFB79-F3FF-45C4-8005-8EC661E05B79}" srcOrd="2" destOrd="0" presId="urn:microsoft.com/office/officeart/2005/8/layout/vList2"/>
    <dgm:cxn modelId="{DDBC0333-96BB-4F23-9CF7-488E53EE81C2}" type="presParOf" srcId="{B5AE7EFC-835A-46EF-8AC3-3D24C86B1D01}" destId="{4185E3BB-F665-4B32-AAC7-99832DB85D9D}" srcOrd="3" destOrd="0" presId="urn:microsoft.com/office/officeart/2005/8/layout/vList2"/>
    <dgm:cxn modelId="{66968C7C-4E52-41DE-9BCD-3C8FF2FB09AC}" type="presParOf" srcId="{B5AE7EFC-835A-46EF-8AC3-3D24C86B1D01}" destId="{4097730E-0486-42E6-A649-904CF59F91BA}"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477C8A7-7FA1-4EF8-8B8D-EAF25079F60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F14389D-1492-48EB-A318-2996CFCAC550}">
      <dgm:prSet custT="1"/>
      <dgm:spPr/>
      <dgm:t>
        <a:bodyPr/>
        <a:lstStyle/>
        <a:p>
          <a:r>
            <a:rPr lang="en-US" sz="2000" dirty="0"/>
            <a:t>If the tasks are large enough, then a better mapping can be obtained by a further decomposition of the tasks into smaller subtasks.</a:t>
          </a:r>
        </a:p>
      </dgm:t>
    </dgm:pt>
    <dgm:pt modelId="{EED01514-2FCB-4A0D-B133-2422BCE06555}" type="parTrans" cxnId="{2E69CEAE-0FC4-43B4-B5C1-C8E62CD9B86B}">
      <dgm:prSet/>
      <dgm:spPr/>
      <dgm:t>
        <a:bodyPr/>
        <a:lstStyle/>
        <a:p>
          <a:endParaRPr lang="en-US"/>
        </a:p>
      </dgm:t>
    </dgm:pt>
    <dgm:pt modelId="{8962D2DD-4C63-496D-9210-2DFB2CA34B44}" type="sibTrans" cxnId="{2E69CEAE-0FC4-43B4-B5C1-C8E62CD9B86B}">
      <dgm:prSet/>
      <dgm:spPr/>
      <dgm:t>
        <a:bodyPr/>
        <a:lstStyle/>
        <a:p>
          <a:endParaRPr lang="en-US"/>
        </a:p>
      </dgm:t>
    </dgm:pt>
    <dgm:pt modelId="{D254461D-F2A8-4275-A7C6-2E3EDA4FA442}">
      <dgm:prSet custT="1"/>
      <dgm:spPr/>
      <dgm:t>
        <a:bodyPr/>
        <a:lstStyle/>
        <a:p>
          <a:r>
            <a:rPr lang="en-US" sz="2000" dirty="0"/>
            <a:t>A single mapping is inadequate.</a:t>
          </a:r>
        </a:p>
      </dgm:t>
    </dgm:pt>
    <dgm:pt modelId="{BC9765B0-678B-45BB-A364-AE2C4BA3617A}" type="parTrans" cxnId="{0BCC2399-19CD-45C2-A971-8FB805EA717E}">
      <dgm:prSet/>
      <dgm:spPr/>
      <dgm:t>
        <a:bodyPr/>
        <a:lstStyle/>
        <a:p>
          <a:endParaRPr lang="en-US"/>
        </a:p>
      </dgm:t>
    </dgm:pt>
    <dgm:pt modelId="{8EC1D680-A4F8-4A03-999E-7837FBA40F87}" type="sibTrans" cxnId="{0BCC2399-19CD-45C2-A971-8FB805EA717E}">
      <dgm:prSet/>
      <dgm:spPr/>
      <dgm:t>
        <a:bodyPr/>
        <a:lstStyle/>
        <a:p>
          <a:endParaRPr lang="en-US"/>
        </a:p>
      </dgm:t>
    </dgm:pt>
    <dgm:pt modelId="{9B6D7674-1FE5-466B-A2F9-973AF3D6ED3A}">
      <dgm:prSet custT="1"/>
      <dgm:spPr/>
      <dgm:t>
        <a:bodyPr/>
        <a:lstStyle/>
        <a:p>
          <a:r>
            <a:rPr lang="en-US" sz="2000" dirty="0"/>
            <a:t>Task mapping at the top layer and Data partitioning within each level.</a:t>
          </a:r>
        </a:p>
      </dgm:t>
    </dgm:pt>
    <dgm:pt modelId="{51DBDF0E-AEA3-41C4-B339-094A7CFD37D9}" type="parTrans" cxnId="{092E03E7-66F0-47D0-BE43-825724E60A09}">
      <dgm:prSet/>
      <dgm:spPr/>
      <dgm:t>
        <a:bodyPr/>
        <a:lstStyle/>
        <a:p>
          <a:endParaRPr lang="en-US"/>
        </a:p>
      </dgm:t>
    </dgm:pt>
    <dgm:pt modelId="{1631FDE7-DB0A-4D63-99F7-5258D37EA29B}" type="sibTrans" cxnId="{092E03E7-66F0-47D0-BE43-825724E60A09}">
      <dgm:prSet/>
      <dgm:spPr/>
      <dgm:t>
        <a:bodyPr/>
        <a:lstStyle/>
        <a:p>
          <a:endParaRPr lang="en-US"/>
        </a:p>
      </dgm:t>
    </dgm:pt>
    <dgm:pt modelId="{87F3E2A6-E0F1-4F3B-A18A-7AD07DC61BAA}">
      <dgm:prSet/>
      <dgm:spPr/>
      <dgm:t>
        <a:bodyPr/>
        <a:lstStyle/>
        <a:p>
          <a:r>
            <a:rPr lang="en-US"/>
            <a:t>Static mapping based on hierarchical mappings can be used in a variety of applications, including scientific simulations, machine learning, and image processing.</a:t>
          </a:r>
        </a:p>
      </dgm:t>
    </dgm:pt>
    <dgm:pt modelId="{C166D5D6-09D2-4FBD-A1FD-0FE5B591CAF9}" type="parTrans" cxnId="{737D2303-BB9A-49DB-BE43-98B8C793BE77}">
      <dgm:prSet/>
      <dgm:spPr/>
      <dgm:t>
        <a:bodyPr/>
        <a:lstStyle/>
        <a:p>
          <a:endParaRPr lang="en-US"/>
        </a:p>
      </dgm:t>
    </dgm:pt>
    <dgm:pt modelId="{1C9C89A5-16A6-48ED-AF9D-0432DBCD26EC}" type="sibTrans" cxnId="{737D2303-BB9A-49DB-BE43-98B8C793BE77}">
      <dgm:prSet/>
      <dgm:spPr/>
      <dgm:t>
        <a:bodyPr/>
        <a:lstStyle/>
        <a:p>
          <a:endParaRPr lang="en-US"/>
        </a:p>
      </dgm:t>
    </dgm:pt>
    <dgm:pt modelId="{61AE2B9B-3EB9-464F-836A-D36215AD78C7}" type="pres">
      <dgm:prSet presAssocID="{F477C8A7-7FA1-4EF8-8B8D-EAF25079F605}" presName="root" presStyleCnt="0">
        <dgm:presLayoutVars>
          <dgm:dir/>
          <dgm:resizeHandles val="exact"/>
        </dgm:presLayoutVars>
      </dgm:prSet>
      <dgm:spPr/>
    </dgm:pt>
    <dgm:pt modelId="{DD6FD0D3-66C2-4675-B6DD-4249F16E238F}" type="pres">
      <dgm:prSet presAssocID="{4F14389D-1492-48EB-A318-2996CFCAC550}" presName="compNode" presStyleCnt="0"/>
      <dgm:spPr/>
    </dgm:pt>
    <dgm:pt modelId="{E2F7B7F2-EDBB-4541-B2D6-50DA30119B53}" type="pres">
      <dgm:prSet presAssocID="{4F14389D-1492-48EB-A318-2996CFCAC550}" presName="bgRect" presStyleLbl="bgShp" presStyleIdx="0" presStyleCnt="4"/>
      <dgm:spPr/>
    </dgm:pt>
    <dgm:pt modelId="{C0739405-F325-4914-A696-89454F8614E0}" type="pres">
      <dgm:prSet presAssocID="{4F14389D-1492-48EB-A318-2996CFCAC550}" presName="iconRect" presStyleLbl="node1" presStyleIdx="0" presStyleCnt="4"/>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0562C7A5-4E4F-4873-B67D-79AA733A3861}" type="pres">
      <dgm:prSet presAssocID="{4F14389D-1492-48EB-A318-2996CFCAC550}" presName="spaceRect" presStyleCnt="0"/>
      <dgm:spPr/>
    </dgm:pt>
    <dgm:pt modelId="{25840063-8308-42F3-926B-C4E75EFFF26D}" type="pres">
      <dgm:prSet presAssocID="{4F14389D-1492-48EB-A318-2996CFCAC550}" presName="parTx" presStyleLbl="revTx" presStyleIdx="0" presStyleCnt="4">
        <dgm:presLayoutVars>
          <dgm:chMax val="0"/>
          <dgm:chPref val="0"/>
        </dgm:presLayoutVars>
      </dgm:prSet>
      <dgm:spPr/>
    </dgm:pt>
    <dgm:pt modelId="{2D1607DB-FE54-42CA-A240-8D412462C5FA}" type="pres">
      <dgm:prSet presAssocID="{8962D2DD-4C63-496D-9210-2DFB2CA34B44}" presName="sibTrans" presStyleCnt="0"/>
      <dgm:spPr/>
    </dgm:pt>
    <dgm:pt modelId="{CC3AB334-9C6E-42A2-A073-0BDDF8CAA2AD}" type="pres">
      <dgm:prSet presAssocID="{D254461D-F2A8-4275-A7C6-2E3EDA4FA442}" presName="compNode" presStyleCnt="0"/>
      <dgm:spPr/>
    </dgm:pt>
    <dgm:pt modelId="{23D04D6B-095F-497A-9DBB-E0AD7FC6C002}" type="pres">
      <dgm:prSet presAssocID="{D254461D-F2A8-4275-A7C6-2E3EDA4FA442}" presName="bgRect" presStyleLbl="bgShp" presStyleIdx="1" presStyleCnt="4"/>
      <dgm:spPr/>
    </dgm:pt>
    <dgm:pt modelId="{FE7FE102-EAB5-452E-9557-F7340E9FF980}" type="pres">
      <dgm:prSet presAssocID="{D254461D-F2A8-4275-A7C6-2E3EDA4FA442}" presName="iconRect" presStyleLbl="node1" presStyleIdx="1" presStyleCnt="4"/>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B8D3319A-9DBD-4DD1-B77E-51F60E523BBF}" type="pres">
      <dgm:prSet presAssocID="{D254461D-F2A8-4275-A7C6-2E3EDA4FA442}" presName="spaceRect" presStyleCnt="0"/>
      <dgm:spPr/>
    </dgm:pt>
    <dgm:pt modelId="{2EB378AA-0A1C-4EA5-93D1-1BCDF775D64B}" type="pres">
      <dgm:prSet presAssocID="{D254461D-F2A8-4275-A7C6-2E3EDA4FA442}" presName="parTx" presStyleLbl="revTx" presStyleIdx="1" presStyleCnt="4">
        <dgm:presLayoutVars>
          <dgm:chMax val="0"/>
          <dgm:chPref val="0"/>
        </dgm:presLayoutVars>
      </dgm:prSet>
      <dgm:spPr/>
    </dgm:pt>
    <dgm:pt modelId="{E6DC3CA1-E930-4382-9BC3-BCE00BA0E2AC}" type="pres">
      <dgm:prSet presAssocID="{8EC1D680-A4F8-4A03-999E-7837FBA40F87}" presName="sibTrans" presStyleCnt="0"/>
      <dgm:spPr/>
    </dgm:pt>
    <dgm:pt modelId="{AF316647-744A-4E3A-B87F-D0CDB1EE6D4C}" type="pres">
      <dgm:prSet presAssocID="{9B6D7674-1FE5-466B-A2F9-973AF3D6ED3A}" presName="compNode" presStyleCnt="0"/>
      <dgm:spPr/>
    </dgm:pt>
    <dgm:pt modelId="{77C0FDD7-CE15-4CDF-843C-1DDBBA548E29}" type="pres">
      <dgm:prSet presAssocID="{9B6D7674-1FE5-466B-A2F9-973AF3D6ED3A}" presName="bgRect" presStyleLbl="bgShp" presStyleIdx="2" presStyleCnt="4"/>
      <dgm:spPr/>
    </dgm:pt>
    <dgm:pt modelId="{DF187D35-271F-40FB-9AED-1EC9D7DDF27B}" type="pres">
      <dgm:prSet presAssocID="{9B6D7674-1FE5-466B-A2F9-973AF3D6ED3A}" presName="iconRect" presStyleLbl="node1" presStyleIdx="2" presStyleCnt="4"/>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3246883E-5E42-4AFC-9C0D-841318DC1D7D}" type="pres">
      <dgm:prSet presAssocID="{9B6D7674-1FE5-466B-A2F9-973AF3D6ED3A}" presName="spaceRect" presStyleCnt="0"/>
      <dgm:spPr/>
    </dgm:pt>
    <dgm:pt modelId="{BB33CD1D-CEC0-45D5-8FC0-357CE0EA8C1C}" type="pres">
      <dgm:prSet presAssocID="{9B6D7674-1FE5-466B-A2F9-973AF3D6ED3A}" presName="parTx" presStyleLbl="revTx" presStyleIdx="2" presStyleCnt="4">
        <dgm:presLayoutVars>
          <dgm:chMax val="0"/>
          <dgm:chPref val="0"/>
        </dgm:presLayoutVars>
      </dgm:prSet>
      <dgm:spPr/>
    </dgm:pt>
    <dgm:pt modelId="{4120DE69-6B91-4FB2-A748-DCE04D06881C}" type="pres">
      <dgm:prSet presAssocID="{1631FDE7-DB0A-4D63-99F7-5258D37EA29B}" presName="sibTrans" presStyleCnt="0"/>
      <dgm:spPr/>
    </dgm:pt>
    <dgm:pt modelId="{B1934270-56D3-4F8D-A5B2-868913C2E18E}" type="pres">
      <dgm:prSet presAssocID="{87F3E2A6-E0F1-4F3B-A18A-7AD07DC61BAA}" presName="compNode" presStyleCnt="0"/>
      <dgm:spPr/>
    </dgm:pt>
    <dgm:pt modelId="{63C9664E-4BCC-4264-AC90-63D2D3FB034D}" type="pres">
      <dgm:prSet presAssocID="{87F3E2A6-E0F1-4F3B-A18A-7AD07DC61BAA}" presName="bgRect" presStyleLbl="bgShp" presStyleIdx="3" presStyleCnt="4"/>
      <dgm:spPr/>
    </dgm:pt>
    <dgm:pt modelId="{377E70C2-693D-44F3-96D2-47A3A5CE3C7A}" type="pres">
      <dgm:prSet presAssocID="{87F3E2A6-E0F1-4F3B-A18A-7AD07DC61BAA}" presName="iconRect" presStyleLbl="node1" presStyleIdx="3" presStyleCnt="4"/>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8D0FD345-4788-4D66-956D-AB760149DD56}" type="pres">
      <dgm:prSet presAssocID="{87F3E2A6-E0F1-4F3B-A18A-7AD07DC61BAA}" presName="spaceRect" presStyleCnt="0"/>
      <dgm:spPr/>
    </dgm:pt>
    <dgm:pt modelId="{DEE71C28-C50C-4C47-8147-4A83A59781A8}" type="pres">
      <dgm:prSet presAssocID="{87F3E2A6-E0F1-4F3B-A18A-7AD07DC61BAA}" presName="parTx" presStyleLbl="revTx" presStyleIdx="3" presStyleCnt="4">
        <dgm:presLayoutVars>
          <dgm:chMax val="0"/>
          <dgm:chPref val="0"/>
        </dgm:presLayoutVars>
      </dgm:prSet>
      <dgm:spPr/>
    </dgm:pt>
  </dgm:ptLst>
  <dgm:cxnLst>
    <dgm:cxn modelId="{737D2303-BB9A-49DB-BE43-98B8C793BE77}" srcId="{F477C8A7-7FA1-4EF8-8B8D-EAF25079F605}" destId="{87F3E2A6-E0F1-4F3B-A18A-7AD07DC61BAA}" srcOrd="3" destOrd="0" parTransId="{C166D5D6-09D2-4FBD-A1FD-0FE5B591CAF9}" sibTransId="{1C9C89A5-16A6-48ED-AF9D-0432DBCD26EC}"/>
    <dgm:cxn modelId="{F09E1A39-9DD5-4628-88E9-F7740A4A7E77}" type="presOf" srcId="{D254461D-F2A8-4275-A7C6-2E3EDA4FA442}" destId="{2EB378AA-0A1C-4EA5-93D1-1BCDF775D64B}" srcOrd="0" destOrd="0" presId="urn:microsoft.com/office/officeart/2018/2/layout/IconVerticalSolidList"/>
    <dgm:cxn modelId="{0BCC2399-19CD-45C2-A971-8FB805EA717E}" srcId="{F477C8A7-7FA1-4EF8-8B8D-EAF25079F605}" destId="{D254461D-F2A8-4275-A7C6-2E3EDA4FA442}" srcOrd="1" destOrd="0" parTransId="{BC9765B0-678B-45BB-A364-AE2C4BA3617A}" sibTransId="{8EC1D680-A4F8-4A03-999E-7837FBA40F87}"/>
    <dgm:cxn modelId="{0C0A62A5-EE89-409C-8E11-5E1A4488C887}" type="presOf" srcId="{87F3E2A6-E0F1-4F3B-A18A-7AD07DC61BAA}" destId="{DEE71C28-C50C-4C47-8147-4A83A59781A8}" srcOrd="0" destOrd="0" presId="urn:microsoft.com/office/officeart/2018/2/layout/IconVerticalSolidList"/>
    <dgm:cxn modelId="{2E69CEAE-0FC4-43B4-B5C1-C8E62CD9B86B}" srcId="{F477C8A7-7FA1-4EF8-8B8D-EAF25079F605}" destId="{4F14389D-1492-48EB-A318-2996CFCAC550}" srcOrd="0" destOrd="0" parTransId="{EED01514-2FCB-4A0D-B133-2422BCE06555}" sibTransId="{8962D2DD-4C63-496D-9210-2DFB2CA34B44}"/>
    <dgm:cxn modelId="{5E0838AF-43E1-435D-A702-9B8ED9776DE6}" type="presOf" srcId="{4F14389D-1492-48EB-A318-2996CFCAC550}" destId="{25840063-8308-42F3-926B-C4E75EFFF26D}" srcOrd="0" destOrd="0" presId="urn:microsoft.com/office/officeart/2018/2/layout/IconVerticalSolidList"/>
    <dgm:cxn modelId="{4411FBB4-0E8D-40FF-9137-5803529DAE2A}" type="presOf" srcId="{F477C8A7-7FA1-4EF8-8B8D-EAF25079F605}" destId="{61AE2B9B-3EB9-464F-836A-D36215AD78C7}" srcOrd="0" destOrd="0" presId="urn:microsoft.com/office/officeart/2018/2/layout/IconVerticalSolidList"/>
    <dgm:cxn modelId="{16E6DCE5-888E-4E07-A556-09280599FD5A}" type="presOf" srcId="{9B6D7674-1FE5-466B-A2F9-973AF3D6ED3A}" destId="{BB33CD1D-CEC0-45D5-8FC0-357CE0EA8C1C}" srcOrd="0" destOrd="0" presId="urn:microsoft.com/office/officeart/2018/2/layout/IconVerticalSolidList"/>
    <dgm:cxn modelId="{092E03E7-66F0-47D0-BE43-825724E60A09}" srcId="{F477C8A7-7FA1-4EF8-8B8D-EAF25079F605}" destId="{9B6D7674-1FE5-466B-A2F9-973AF3D6ED3A}" srcOrd="2" destOrd="0" parTransId="{51DBDF0E-AEA3-41C4-B339-094A7CFD37D9}" sibTransId="{1631FDE7-DB0A-4D63-99F7-5258D37EA29B}"/>
    <dgm:cxn modelId="{874536BA-E1B2-4772-B37B-78A514FC1661}" type="presParOf" srcId="{61AE2B9B-3EB9-464F-836A-D36215AD78C7}" destId="{DD6FD0D3-66C2-4675-B6DD-4249F16E238F}" srcOrd="0" destOrd="0" presId="urn:microsoft.com/office/officeart/2018/2/layout/IconVerticalSolidList"/>
    <dgm:cxn modelId="{7C0C38EC-0BE6-4C7B-8772-65ABC97E05E1}" type="presParOf" srcId="{DD6FD0D3-66C2-4675-B6DD-4249F16E238F}" destId="{E2F7B7F2-EDBB-4541-B2D6-50DA30119B53}" srcOrd="0" destOrd="0" presId="urn:microsoft.com/office/officeart/2018/2/layout/IconVerticalSolidList"/>
    <dgm:cxn modelId="{BDA9D3F1-BA01-4D58-8915-51767F1833BE}" type="presParOf" srcId="{DD6FD0D3-66C2-4675-B6DD-4249F16E238F}" destId="{C0739405-F325-4914-A696-89454F8614E0}" srcOrd="1" destOrd="0" presId="urn:microsoft.com/office/officeart/2018/2/layout/IconVerticalSolidList"/>
    <dgm:cxn modelId="{210ED1E1-2CFA-4D58-8D39-DCF9EA21F57F}" type="presParOf" srcId="{DD6FD0D3-66C2-4675-B6DD-4249F16E238F}" destId="{0562C7A5-4E4F-4873-B67D-79AA733A3861}" srcOrd="2" destOrd="0" presId="urn:microsoft.com/office/officeart/2018/2/layout/IconVerticalSolidList"/>
    <dgm:cxn modelId="{67BF0032-8BCC-4D0A-A007-6D622882BFA3}" type="presParOf" srcId="{DD6FD0D3-66C2-4675-B6DD-4249F16E238F}" destId="{25840063-8308-42F3-926B-C4E75EFFF26D}" srcOrd="3" destOrd="0" presId="urn:microsoft.com/office/officeart/2018/2/layout/IconVerticalSolidList"/>
    <dgm:cxn modelId="{36E9C7BA-CDC1-4964-8C5A-50BDAABA309B}" type="presParOf" srcId="{61AE2B9B-3EB9-464F-836A-D36215AD78C7}" destId="{2D1607DB-FE54-42CA-A240-8D412462C5FA}" srcOrd="1" destOrd="0" presId="urn:microsoft.com/office/officeart/2018/2/layout/IconVerticalSolidList"/>
    <dgm:cxn modelId="{317800F7-7DE5-489E-BD18-776D66E066FA}" type="presParOf" srcId="{61AE2B9B-3EB9-464F-836A-D36215AD78C7}" destId="{CC3AB334-9C6E-42A2-A073-0BDDF8CAA2AD}" srcOrd="2" destOrd="0" presId="urn:microsoft.com/office/officeart/2018/2/layout/IconVerticalSolidList"/>
    <dgm:cxn modelId="{CCFE7F10-68A3-4FD4-B84A-4A3F8FBB726E}" type="presParOf" srcId="{CC3AB334-9C6E-42A2-A073-0BDDF8CAA2AD}" destId="{23D04D6B-095F-497A-9DBB-E0AD7FC6C002}" srcOrd="0" destOrd="0" presId="urn:microsoft.com/office/officeart/2018/2/layout/IconVerticalSolidList"/>
    <dgm:cxn modelId="{8B6E1B4D-12C8-460E-BD4F-986B50D8AC99}" type="presParOf" srcId="{CC3AB334-9C6E-42A2-A073-0BDDF8CAA2AD}" destId="{FE7FE102-EAB5-452E-9557-F7340E9FF980}" srcOrd="1" destOrd="0" presId="urn:microsoft.com/office/officeart/2018/2/layout/IconVerticalSolidList"/>
    <dgm:cxn modelId="{3DA3A4D9-9090-498C-9C7D-92FA21C69262}" type="presParOf" srcId="{CC3AB334-9C6E-42A2-A073-0BDDF8CAA2AD}" destId="{B8D3319A-9DBD-4DD1-B77E-51F60E523BBF}" srcOrd="2" destOrd="0" presId="urn:microsoft.com/office/officeart/2018/2/layout/IconVerticalSolidList"/>
    <dgm:cxn modelId="{CEB6F394-8206-41AC-B117-3FFF2C4725B4}" type="presParOf" srcId="{CC3AB334-9C6E-42A2-A073-0BDDF8CAA2AD}" destId="{2EB378AA-0A1C-4EA5-93D1-1BCDF775D64B}" srcOrd="3" destOrd="0" presId="urn:microsoft.com/office/officeart/2018/2/layout/IconVerticalSolidList"/>
    <dgm:cxn modelId="{59B8BCFF-5011-46CD-B436-4E3A6CC879DC}" type="presParOf" srcId="{61AE2B9B-3EB9-464F-836A-D36215AD78C7}" destId="{E6DC3CA1-E930-4382-9BC3-BCE00BA0E2AC}" srcOrd="3" destOrd="0" presId="urn:microsoft.com/office/officeart/2018/2/layout/IconVerticalSolidList"/>
    <dgm:cxn modelId="{1C388EE1-655A-46C0-98ED-A3BD35DC675B}" type="presParOf" srcId="{61AE2B9B-3EB9-464F-836A-D36215AD78C7}" destId="{AF316647-744A-4E3A-B87F-D0CDB1EE6D4C}" srcOrd="4" destOrd="0" presId="urn:microsoft.com/office/officeart/2018/2/layout/IconVerticalSolidList"/>
    <dgm:cxn modelId="{2FEB9A87-37C2-4765-A2C6-4EE30A4B0ED0}" type="presParOf" srcId="{AF316647-744A-4E3A-B87F-D0CDB1EE6D4C}" destId="{77C0FDD7-CE15-4CDF-843C-1DDBBA548E29}" srcOrd="0" destOrd="0" presId="urn:microsoft.com/office/officeart/2018/2/layout/IconVerticalSolidList"/>
    <dgm:cxn modelId="{59796CEC-475A-47A9-8546-D9ADC5A515D9}" type="presParOf" srcId="{AF316647-744A-4E3A-B87F-D0CDB1EE6D4C}" destId="{DF187D35-271F-40FB-9AED-1EC9D7DDF27B}" srcOrd="1" destOrd="0" presId="urn:microsoft.com/office/officeart/2018/2/layout/IconVerticalSolidList"/>
    <dgm:cxn modelId="{9DD82C51-963D-4093-9DA8-262155FA0140}" type="presParOf" srcId="{AF316647-744A-4E3A-B87F-D0CDB1EE6D4C}" destId="{3246883E-5E42-4AFC-9C0D-841318DC1D7D}" srcOrd="2" destOrd="0" presId="urn:microsoft.com/office/officeart/2018/2/layout/IconVerticalSolidList"/>
    <dgm:cxn modelId="{EFF7221D-AF25-4B4C-AF19-D33183A51456}" type="presParOf" srcId="{AF316647-744A-4E3A-B87F-D0CDB1EE6D4C}" destId="{BB33CD1D-CEC0-45D5-8FC0-357CE0EA8C1C}" srcOrd="3" destOrd="0" presId="urn:microsoft.com/office/officeart/2018/2/layout/IconVerticalSolidList"/>
    <dgm:cxn modelId="{51EFB31A-89A3-4055-A7C1-23953190AEE6}" type="presParOf" srcId="{61AE2B9B-3EB9-464F-836A-D36215AD78C7}" destId="{4120DE69-6B91-4FB2-A748-DCE04D06881C}" srcOrd="5" destOrd="0" presId="urn:microsoft.com/office/officeart/2018/2/layout/IconVerticalSolidList"/>
    <dgm:cxn modelId="{D7B02EB8-4F82-49A3-868E-46898D739C34}" type="presParOf" srcId="{61AE2B9B-3EB9-464F-836A-D36215AD78C7}" destId="{B1934270-56D3-4F8D-A5B2-868913C2E18E}" srcOrd="6" destOrd="0" presId="urn:microsoft.com/office/officeart/2018/2/layout/IconVerticalSolidList"/>
    <dgm:cxn modelId="{62E39F3B-6E26-494A-B790-7D3D6004E4CC}" type="presParOf" srcId="{B1934270-56D3-4F8D-A5B2-868913C2E18E}" destId="{63C9664E-4BCC-4264-AC90-63D2D3FB034D}" srcOrd="0" destOrd="0" presId="urn:microsoft.com/office/officeart/2018/2/layout/IconVerticalSolidList"/>
    <dgm:cxn modelId="{CA61AE69-FE13-4DAC-8EAD-90EC0175D616}" type="presParOf" srcId="{B1934270-56D3-4F8D-A5B2-868913C2E18E}" destId="{377E70C2-693D-44F3-96D2-47A3A5CE3C7A}" srcOrd="1" destOrd="0" presId="urn:microsoft.com/office/officeart/2018/2/layout/IconVerticalSolidList"/>
    <dgm:cxn modelId="{CF190E9E-0646-451A-9C2C-7B0311C58A83}" type="presParOf" srcId="{B1934270-56D3-4F8D-A5B2-868913C2E18E}" destId="{8D0FD345-4788-4D66-956D-AB760149DD56}" srcOrd="2" destOrd="0" presId="urn:microsoft.com/office/officeart/2018/2/layout/IconVerticalSolidList"/>
    <dgm:cxn modelId="{72A0C5E6-31EA-408A-9F41-D329C0ED463D}" type="presParOf" srcId="{B1934270-56D3-4F8D-A5B2-868913C2E18E}" destId="{DEE71C28-C50C-4C47-8147-4A83A59781A8}"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dirty="0">
              <a:latin typeface="Arial" panose="020B0604020202020204" pitchFamily="34" charset="0"/>
              <a:cs typeface="Arial" panose="020B0604020202020204" pitchFamily="34" charset="0"/>
            </a:rPr>
            <a:t>Introduction of Dynamic Mapping.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r>
            <a:rPr lang="en-US" dirty="0">
              <a:latin typeface="Arial" panose="020B0604020202020204" pitchFamily="34" charset="0"/>
              <a:cs typeface="Arial" panose="020B0604020202020204" pitchFamily="34" charset="0"/>
            </a:rPr>
            <a:t>Advantages of Dynamic Mapping.</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1A86B76F-077B-419D-8590-AB4664003CDF}">
      <dgm:prSet/>
      <dgm:spPr/>
      <dgm:t>
        <a:bodyPr/>
        <a:lstStyle/>
        <a:p>
          <a:pPr>
            <a:lnSpc>
              <a:spcPct val="100000"/>
            </a:lnSpc>
          </a:pPr>
          <a:r>
            <a:rPr lang="en-US" dirty="0">
              <a:latin typeface="Arial" panose="020B0604020202020204" pitchFamily="34" charset="0"/>
              <a:cs typeface="Arial" panose="020B0604020202020204" pitchFamily="34" charset="0"/>
            </a:rPr>
            <a:t>Disadvantages of Dynamic Mapping.</a:t>
          </a:r>
        </a:p>
      </dgm:t>
    </dgm:pt>
    <dgm:pt modelId="{66BBE52E-33EB-4F49-B7E5-0FEDE54382DE}" type="parTrans" cxnId="{179F0A9F-A7F3-41FB-9960-C26F53DC721D}">
      <dgm:prSet/>
      <dgm:spPr/>
      <dgm:t>
        <a:bodyPr/>
        <a:lstStyle/>
        <a:p>
          <a:endParaRPr lang="en-PK"/>
        </a:p>
      </dgm:t>
    </dgm:pt>
    <dgm:pt modelId="{9C80DDF0-C3D3-4109-A1EF-6B9737053F7D}" type="sibTrans" cxnId="{179F0A9F-A7F3-41FB-9960-C26F53DC721D}">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3"/>
      <dgm:spPr/>
    </dgm:pt>
    <dgm:pt modelId="{C11A7D35-1FE6-446D-AE68-CDC0EA75C5EF}" type="pres">
      <dgm:prSet presAssocID="{ED44C359-7308-4379-89E9-19E66492F1E3}" presName="iconRect" presStyleLbl="node1" presStyleIdx="0" presStyleCnt="3"/>
      <dgm:spPr>
        <a:blipFill>
          <a:blip xmlns:r="http://schemas.openxmlformats.org/officeDocument/2006/relationships" r:embed="rId1"/>
          <a:srcRect/>
          <a:stretch>
            <a:fillRect/>
          </a:stretch>
        </a:blipFill>
        <a:ln>
          <a:noFill/>
        </a:ln>
      </dgm:spPr>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3" custScaleX="107247">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3"/>
      <dgm:spPr/>
    </dgm:pt>
    <dgm:pt modelId="{3807B6D7-BF48-4FDE-BD86-4D161441F3BF}" type="pres">
      <dgm:prSet presAssocID="{B52304F7-9CCF-4381-9DB7-D65E8FF69D98}" presName="icon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3" custScaleX="110797">
        <dgm:presLayoutVars>
          <dgm:chMax val="0"/>
          <dgm:chPref val="0"/>
        </dgm:presLayoutVars>
      </dgm:prSet>
      <dgm:spPr/>
    </dgm:pt>
    <dgm:pt modelId="{CCD3B01E-B32F-4A18-A602-8215D1A476B7}" type="pres">
      <dgm:prSet presAssocID="{3B0ED119-AD1B-484D-96A0-C81E45281368}" presName="sibTrans" presStyleCnt="0"/>
      <dgm:spPr/>
    </dgm:pt>
    <dgm:pt modelId="{0A83B716-09C4-40F4-ACC7-9C533A2C8EAD}" type="pres">
      <dgm:prSet presAssocID="{1A86B76F-077B-419D-8590-AB4664003CDF}" presName="compNode" presStyleCnt="0"/>
      <dgm:spPr/>
    </dgm:pt>
    <dgm:pt modelId="{29D509CC-963E-4643-9A3E-5924EF402883}" type="pres">
      <dgm:prSet presAssocID="{1A86B76F-077B-419D-8590-AB4664003CDF}" presName="bgRect" presStyleLbl="bgShp" presStyleIdx="2" presStyleCnt="3"/>
      <dgm:spPr/>
    </dgm:pt>
    <dgm:pt modelId="{44CCF7A9-5903-4743-9806-D648919F1B99}" type="pres">
      <dgm:prSet presAssocID="{1A86B76F-077B-419D-8590-AB4664003CDF}" presName="iconRect" presStyleLbl="node1" presStyleIdx="2" presStyleCnt="3"/>
      <dgm:spPr>
        <a:blipFill>
          <a:blip xmlns:r="http://schemas.openxmlformats.org/officeDocument/2006/relationships" r:embed="rId4"/>
          <a:srcRect/>
          <a:stretch>
            <a:fillRect l="-19000" r="-19000"/>
          </a:stretch>
        </a:blipFill>
        <a:ln>
          <a:noFill/>
        </a:ln>
      </dgm:spPr>
    </dgm:pt>
    <dgm:pt modelId="{3EDA0789-B2F4-43FA-93A8-F172B0C5071B}" type="pres">
      <dgm:prSet presAssocID="{1A86B76F-077B-419D-8590-AB4664003CDF}" presName="spaceRect" presStyleCnt="0"/>
      <dgm:spPr/>
    </dgm:pt>
    <dgm:pt modelId="{49476B87-8FA9-4446-8EA6-FF466A647FD7}" type="pres">
      <dgm:prSet presAssocID="{1A86B76F-077B-419D-8590-AB4664003CDF}" presName="parTx" presStyleLbl="revTx" presStyleIdx="2" presStyleCnt="3" custScaleX="110797">
        <dgm:presLayoutVars>
          <dgm:chMax val="0"/>
          <dgm:chPref val="0"/>
        </dgm:presLayoutVars>
      </dgm:prSet>
      <dgm:spPr/>
    </dgm:pt>
  </dgm:ptLst>
  <dgm:cxnLst>
    <dgm:cxn modelId="{4D3BE037-20B3-40B2-8407-FB093ADA1A1E}" type="presOf" srcId="{1A86B76F-077B-419D-8590-AB4664003CDF}" destId="{49476B87-8FA9-4446-8EA6-FF466A647FD7}"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179F0A9F-A7F3-41FB-9960-C26F53DC721D}" srcId="{AC605FAC-F4E1-443B-91BE-22C6277E36A9}" destId="{1A86B76F-077B-419D-8590-AB4664003CDF}" srcOrd="2" destOrd="0" parTransId="{66BBE52E-33EB-4F49-B7E5-0FEDE54382DE}" sibTransId="{9C80DDF0-C3D3-4109-A1EF-6B9737053F7D}"/>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820B1368-9424-4754-82B4-AA5AB68E03EB}" type="presParOf" srcId="{203A11AC-6691-4719-A18C-2D6C7EA9F1B7}" destId="{CCD3B01E-B32F-4A18-A602-8215D1A476B7}" srcOrd="3" destOrd="0" presId="urn:microsoft.com/office/officeart/2018/2/layout/IconVerticalSolidList"/>
    <dgm:cxn modelId="{3069BE0A-84F3-4F4D-A9E9-3CB68B28ABDA}" type="presParOf" srcId="{203A11AC-6691-4719-A18C-2D6C7EA9F1B7}" destId="{0A83B716-09C4-40F4-ACC7-9C533A2C8EAD}" srcOrd="4" destOrd="0" presId="urn:microsoft.com/office/officeart/2018/2/layout/IconVerticalSolidList"/>
    <dgm:cxn modelId="{C4896116-5C6B-4117-8213-8EF44F5EA029}" type="presParOf" srcId="{0A83B716-09C4-40F4-ACC7-9C533A2C8EAD}" destId="{29D509CC-963E-4643-9A3E-5924EF402883}" srcOrd="0" destOrd="0" presId="urn:microsoft.com/office/officeart/2018/2/layout/IconVerticalSolidList"/>
    <dgm:cxn modelId="{439A7026-47B8-4A19-B753-0ED4FDC294DD}" type="presParOf" srcId="{0A83B716-09C4-40F4-ACC7-9C533A2C8EAD}" destId="{44CCF7A9-5903-4743-9806-D648919F1B99}" srcOrd="1" destOrd="0" presId="urn:microsoft.com/office/officeart/2018/2/layout/IconVerticalSolidList"/>
    <dgm:cxn modelId="{F185A474-3F55-48E5-9F38-54307442CF43}" type="presParOf" srcId="{0A83B716-09C4-40F4-ACC7-9C533A2C8EAD}" destId="{3EDA0789-B2F4-43FA-93A8-F172B0C5071B}" srcOrd="2" destOrd="0" presId="urn:microsoft.com/office/officeart/2018/2/layout/IconVerticalSolidList"/>
    <dgm:cxn modelId="{2FFEF980-7380-4A13-9B3E-AA998A7D47CB}" type="presParOf" srcId="{0A83B716-09C4-40F4-ACC7-9C533A2C8EAD}" destId="{49476B87-8FA9-4446-8EA6-FF466A647FD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ABC9E76-055D-450D-8068-8232663A19E1}"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PK"/>
        </a:p>
      </dgm:t>
    </dgm:pt>
    <dgm:pt modelId="{033ED042-4CAC-4072-A19B-345B0D381DF4}">
      <dgm:prSet custT="1"/>
      <dgm:spPr/>
      <dgm:t>
        <a:bodyPr/>
        <a:lstStyle/>
        <a:p>
          <a:r>
            <a:rPr lang="en-US" sz="2000" dirty="0"/>
            <a:t>If tasks are generated dynamically, then they must be mapped dynamically too.</a:t>
          </a:r>
          <a:endParaRPr lang="en-PK" sz="2000" dirty="0"/>
        </a:p>
      </dgm:t>
    </dgm:pt>
    <dgm:pt modelId="{E2D9D99C-544A-45A8-88F4-AB1359397AA0}" type="parTrans" cxnId="{FEBDDEE7-6FC8-4829-8C30-2FC902F967D2}">
      <dgm:prSet/>
      <dgm:spPr/>
      <dgm:t>
        <a:bodyPr/>
        <a:lstStyle/>
        <a:p>
          <a:endParaRPr lang="en-PK"/>
        </a:p>
      </dgm:t>
    </dgm:pt>
    <dgm:pt modelId="{21DCF154-1488-4293-B72F-6C955F6BD7CD}" type="sibTrans" cxnId="{FEBDDEE7-6FC8-4829-8C30-2FC902F967D2}">
      <dgm:prSet/>
      <dgm:spPr/>
      <dgm:t>
        <a:bodyPr/>
        <a:lstStyle/>
        <a:p>
          <a:endParaRPr lang="en-PK"/>
        </a:p>
      </dgm:t>
    </dgm:pt>
    <dgm:pt modelId="{B64478A0-2446-4467-8B0C-D44B67490939}">
      <dgm:prSet custT="1"/>
      <dgm:spPr/>
      <dgm:t>
        <a:bodyPr/>
        <a:lstStyle/>
        <a:p>
          <a:r>
            <a:rPr lang="en-US" sz="2000" dirty="0"/>
            <a:t>If task sizes are unknown, then a static mapping can potentially lead to serious load-imbalances and dynamic mappings are usually more effective.</a:t>
          </a:r>
          <a:endParaRPr lang="en-PK" sz="2000" dirty="0"/>
        </a:p>
      </dgm:t>
    </dgm:pt>
    <dgm:pt modelId="{5E5E5642-85C5-4757-80BF-8277C1B64815}" type="parTrans" cxnId="{85290201-6166-4430-8099-9B851FA06BCD}">
      <dgm:prSet/>
      <dgm:spPr/>
      <dgm:t>
        <a:bodyPr/>
        <a:lstStyle/>
        <a:p>
          <a:endParaRPr lang="en-PK"/>
        </a:p>
      </dgm:t>
    </dgm:pt>
    <dgm:pt modelId="{CE64EB19-9197-4E5A-B1FB-B729667D7494}" type="sibTrans" cxnId="{85290201-6166-4430-8099-9B851FA06BCD}">
      <dgm:prSet/>
      <dgm:spPr/>
      <dgm:t>
        <a:bodyPr/>
        <a:lstStyle/>
        <a:p>
          <a:endParaRPr lang="en-PK"/>
        </a:p>
      </dgm:t>
    </dgm:pt>
    <dgm:pt modelId="{FB4B5515-A24C-4199-8D30-0D9FC2E326FA}">
      <dgm:prSet custT="1"/>
      <dgm:spPr/>
      <dgm:t>
        <a:bodyPr/>
        <a:lstStyle/>
        <a:p>
          <a:r>
            <a:rPr lang="en-US" sz="2000" dirty="0"/>
            <a:t>If the amount of data associated with tasks is large. </a:t>
          </a:r>
          <a:endParaRPr lang="en-PK" sz="2000" dirty="0"/>
        </a:p>
      </dgm:t>
    </dgm:pt>
    <dgm:pt modelId="{FA27624A-FF0E-40C5-B6F8-74E031A6F2D3}" type="parTrans" cxnId="{85928EDA-D36B-4181-B5E3-4CF9303B386C}">
      <dgm:prSet/>
      <dgm:spPr/>
      <dgm:t>
        <a:bodyPr/>
        <a:lstStyle/>
        <a:p>
          <a:endParaRPr lang="en-PK"/>
        </a:p>
      </dgm:t>
    </dgm:pt>
    <dgm:pt modelId="{8935FE2F-D1A2-4D19-AFB3-1AB9677B0E45}" type="sibTrans" cxnId="{85928EDA-D36B-4181-B5E3-4CF9303B386C}">
      <dgm:prSet/>
      <dgm:spPr/>
      <dgm:t>
        <a:bodyPr/>
        <a:lstStyle/>
        <a:p>
          <a:endParaRPr lang="en-PK"/>
        </a:p>
      </dgm:t>
    </dgm:pt>
    <dgm:pt modelId="{EBC22E72-5423-46BB-BC04-AC2D355CECF6}" type="pres">
      <dgm:prSet presAssocID="{8ABC9E76-055D-450D-8068-8232663A19E1}" presName="Name0" presStyleCnt="0">
        <dgm:presLayoutVars>
          <dgm:chMax val="7"/>
          <dgm:dir/>
          <dgm:animLvl val="lvl"/>
          <dgm:resizeHandles val="exact"/>
        </dgm:presLayoutVars>
      </dgm:prSet>
      <dgm:spPr/>
    </dgm:pt>
    <dgm:pt modelId="{5786C193-D24C-417D-B277-48802F87A142}" type="pres">
      <dgm:prSet presAssocID="{033ED042-4CAC-4072-A19B-345B0D381DF4}" presName="circle1" presStyleLbl="node1" presStyleIdx="0" presStyleCnt="3"/>
      <dgm:spPr/>
    </dgm:pt>
    <dgm:pt modelId="{BFC0E802-5E34-422E-80C1-9C6398CBF364}" type="pres">
      <dgm:prSet presAssocID="{033ED042-4CAC-4072-A19B-345B0D381DF4}" presName="space" presStyleCnt="0"/>
      <dgm:spPr/>
    </dgm:pt>
    <dgm:pt modelId="{B78B11D0-59E0-4E8D-9911-7721FCB90FDD}" type="pres">
      <dgm:prSet presAssocID="{033ED042-4CAC-4072-A19B-345B0D381DF4}" presName="rect1" presStyleLbl="alignAcc1" presStyleIdx="0" presStyleCnt="3"/>
      <dgm:spPr/>
    </dgm:pt>
    <dgm:pt modelId="{9052F026-EAFE-4587-B7A0-5CD4A38C9AF9}" type="pres">
      <dgm:prSet presAssocID="{B64478A0-2446-4467-8B0C-D44B67490939}" presName="vertSpace2" presStyleLbl="node1" presStyleIdx="0" presStyleCnt="3"/>
      <dgm:spPr/>
    </dgm:pt>
    <dgm:pt modelId="{FB571245-B3C3-49FC-93CD-D2573640798C}" type="pres">
      <dgm:prSet presAssocID="{B64478A0-2446-4467-8B0C-D44B67490939}" presName="circle2" presStyleLbl="node1" presStyleIdx="1" presStyleCnt="3"/>
      <dgm:spPr/>
    </dgm:pt>
    <dgm:pt modelId="{4655F49B-C740-4C0D-B783-4B60A5BFA2BD}" type="pres">
      <dgm:prSet presAssocID="{B64478A0-2446-4467-8B0C-D44B67490939}" presName="rect2" presStyleLbl="alignAcc1" presStyleIdx="1" presStyleCnt="3"/>
      <dgm:spPr/>
    </dgm:pt>
    <dgm:pt modelId="{D94482E7-E547-429D-A8DE-F301FCB719C3}" type="pres">
      <dgm:prSet presAssocID="{FB4B5515-A24C-4199-8D30-0D9FC2E326FA}" presName="vertSpace3" presStyleLbl="node1" presStyleIdx="1" presStyleCnt="3"/>
      <dgm:spPr/>
    </dgm:pt>
    <dgm:pt modelId="{46930BD7-4E96-4EC4-AC57-9B8E582EB0B7}" type="pres">
      <dgm:prSet presAssocID="{FB4B5515-A24C-4199-8D30-0D9FC2E326FA}" presName="circle3" presStyleLbl="node1" presStyleIdx="2" presStyleCnt="3"/>
      <dgm:spPr/>
    </dgm:pt>
    <dgm:pt modelId="{20BE4148-6A17-409B-8C70-7B1D285F2831}" type="pres">
      <dgm:prSet presAssocID="{FB4B5515-A24C-4199-8D30-0D9FC2E326FA}" presName="rect3" presStyleLbl="alignAcc1" presStyleIdx="2" presStyleCnt="3"/>
      <dgm:spPr/>
    </dgm:pt>
    <dgm:pt modelId="{2C35BF44-2544-4C9F-B86B-5E0137176B11}" type="pres">
      <dgm:prSet presAssocID="{033ED042-4CAC-4072-A19B-345B0D381DF4}" presName="rect1ParTxNoCh" presStyleLbl="alignAcc1" presStyleIdx="2" presStyleCnt="3">
        <dgm:presLayoutVars>
          <dgm:chMax val="1"/>
          <dgm:bulletEnabled val="1"/>
        </dgm:presLayoutVars>
      </dgm:prSet>
      <dgm:spPr/>
    </dgm:pt>
    <dgm:pt modelId="{3E837AB6-E3AF-4C5D-815B-985F1A8AEC6C}" type="pres">
      <dgm:prSet presAssocID="{B64478A0-2446-4467-8B0C-D44B67490939}" presName="rect2ParTxNoCh" presStyleLbl="alignAcc1" presStyleIdx="2" presStyleCnt="3">
        <dgm:presLayoutVars>
          <dgm:chMax val="1"/>
          <dgm:bulletEnabled val="1"/>
        </dgm:presLayoutVars>
      </dgm:prSet>
      <dgm:spPr/>
    </dgm:pt>
    <dgm:pt modelId="{CF3275B5-D209-4A82-9563-A4F1AEE9FCAB}" type="pres">
      <dgm:prSet presAssocID="{FB4B5515-A24C-4199-8D30-0D9FC2E326FA}" presName="rect3ParTxNoCh" presStyleLbl="alignAcc1" presStyleIdx="2" presStyleCnt="3">
        <dgm:presLayoutVars>
          <dgm:chMax val="1"/>
          <dgm:bulletEnabled val="1"/>
        </dgm:presLayoutVars>
      </dgm:prSet>
      <dgm:spPr/>
    </dgm:pt>
  </dgm:ptLst>
  <dgm:cxnLst>
    <dgm:cxn modelId="{85290201-6166-4430-8099-9B851FA06BCD}" srcId="{8ABC9E76-055D-450D-8068-8232663A19E1}" destId="{B64478A0-2446-4467-8B0C-D44B67490939}" srcOrd="1" destOrd="0" parTransId="{5E5E5642-85C5-4757-80BF-8277C1B64815}" sibTransId="{CE64EB19-9197-4E5A-B1FB-B729667D7494}"/>
    <dgm:cxn modelId="{9D660D3C-6F16-49CA-A772-8AE54659C2B4}" type="presOf" srcId="{8ABC9E76-055D-450D-8068-8232663A19E1}" destId="{EBC22E72-5423-46BB-BC04-AC2D355CECF6}" srcOrd="0" destOrd="0" presId="urn:microsoft.com/office/officeart/2005/8/layout/target3"/>
    <dgm:cxn modelId="{78C8D748-EB7E-4316-A3E0-0E4857EE75B7}" type="presOf" srcId="{B64478A0-2446-4467-8B0C-D44B67490939}" destId="{3E837AB6-E3AF-4C5D-815B-985F1A8AEC6C}" srcOrd="1" destOrd="0" presId="urn:microsoft.com/office/officeart/2005/8/layout/target3"/>
    <dgm:cxn modelId="{DFEDE14E-5D1F-452E-88F6-F9C8E389DAF5}" type="presOf" srcId="{B64478A0-2446-4467-8B0C-D44B67490939}" destId="{4655F49B-C740-4C0D-B783-4B60A5BFA2BD}" srcOrd="0" destOrd="0" presId="urn:microsoft.com/office/officeart/2005/8/layout/target3"/>
    <dgm:cxn modelId="{80140297-3D98-4BDC-AC96-CC7ABA931A34}" type="presOf" srcId="{033ED042-4CAC-4072-A19B-345B0D381DF4}" destId="{B78B11D0-59E0-4E8D-9911-7721FCB90FDD}" srcOrd="0" destOrd="0" presId="urn:microsoft.com/office/officeart/2005/8/layout/target3"/>
    <dgm:cxn modelId="{02C89699-FB7A-430D-9970-5153935F1B21}" type="presOf" srcId="{FB4B5515-A24C-4199-8D30-0D9FC2E326FA}" destId="{CF3275B5-D209-4A82-9563-A4F1AEE9FCAB}" srcOrd="1" destOrd="0" presId="urn:microsoft.com/office/officeart/2005/8/layout/target3"/>
    <dgm:cxn modelId="{60B560A2-236A-4CFE-AE36-6B5C90FCBC30}" type="presOf" srcId="{FB4B5515-A24C-4199-8D30-0D9FC2E326FA}" destId="{20BE4148-6A17-409B-8C70-7B1D285F2831}" srcOrd="0" destOrd="0" presId="urn:microsoft.com/office/officeart/2005/8/layout/target3"/>
    <dgm:cxn modelId="{85928EDA-D36B-4181-B5E3-4CF9303B386C}" srcId="{8ABC9E76-055D-450D-8068-8232663A19E1}" destId="{FB4B5515-A24C-4199-8D30-0D9FC2E326FA}" srcOrd="2" destOrd="0" parTransId="{FA27624A-FF0E-40C5-B6F8-74E031A6F2D3}" sibTransId="{8935FE2F-D1A2-4D19-AFB3-1AB9677B0E45}"/>
    <dgm:cxn modelId="{FEBDDEE7-6FC8-4829-8C30-2FC902F967D2}" srcId="{8ABC9E76-055D-450D-8068-8232663A19E1}" destId="{033ED042-4CAC-4072-A19B-345B0D381DF4}" srcOrd="0" destOrd="0" parTransId="{E2D9D99C-544A-45A8-88F4-AB1359397AA0}" sibTransId="{21DCF154-1488-4293-B72F-6C955F6BD7CD}"/>
    <dgm:cxn modelId="{08EDF3FF-ACC0-43BA-AE9D-126D4204CB83}" type="presOf" srcId="{033ED042-4CAC-4072-A19B-345B0D381DF4}" destId="{2C35BF44-2544-4C9F-B86B-5E0137176B11}" srcOrd="1" destOrd="0" presId="urn:microsoft.com/office/officeart/2005/8/layout/target3"/>
    <dgm:cxn modelId="{CF8D3E5D-FC2C-4B25-877C-81CC0686F831}" type="presParOf" srcId="{EBC22E72-5423-46BB-BC04-AC2D355CECF6}" destId="{5786C193-D24C-417D-B277-48802F87A142}" srcOrd="0" destOrd="0" presId="urn:microsoft.com/office/officeart/2005/8/layout/target3"/>
    <dgm:cxn modelId="{5BBFC42D-91B8-47AA-8B66-6AB15D41F3F5}" type="presParOf" srcId="{EBC22E72-5423-46BB-BC04-AC2D355CECF6}" destId="{BFC0E802-5E34-422E-80C1-9C6398CBF364}" srcOrd="1" destOrd="0" presId="urn:microsoft.com/office/officeart/2005/8/layout/target3"/>
    <dgm:cxn modelId="{A99A31ED-AD05-4ED1-B4C5-9140FC943900}" type="presParOf" srcId="{EBC22E72-5423-46BB-BC04-AC2D355CECF6}" destId="{B78B11D0-59E0-4E8D-9911-7721FCB90FDD}" srcOrd="2" destOrd="0" presId="urn:microsoft.com/office/officeart/2005/8/layout/target3"/>
    <dgm:cxn modelId="{C472BBE1-5D92-4ADA-80E7-390B4A3A4C58}" type="presParOf" srcId="{EBC22E72-5423-46BB-BC04-AC2D355CECF6}" destId="{9052F026-EAFE-4587-B7A0-5CD4A38C9AF9}" srcOrd="3" destOrd="0" presId="urn:microsoft.com/office/officeart/2005/8/layout/target3"/>
    <dgm:cxn modelId="{F6BC0C7E-B830-4DE8-AD4E-02213676F910}" type="presParOf" srcId="{EBC22E72-5423-46BB-BC04-AC2D355CECF6}" destId="{FB571245-B3C3-49FC-93CD-D2573640798C}" srcOrd="4" destOrd="0" presId="urn:microsoft.com/office/officeart/2005/8/layout/target3"/>
    <dgm:cxn modelId="{0C396176-FD5D-45EA-8A0A-FC039536FAAF}" type="presParOf" srcId="{EBC22E72-5423-46BB-BC04-AC2D355CECF6}" destId="{4655F49B-C740-4C0D-B783-4B60A5BFA2BD}" srcOrd="5" destOrd="0" presId="urn:microsoft.com/office/officeart/2005/8/layout/target3"/>
    <dgm:cxn modelId="{0B871EB5-6322-40A3-B981-A652D2A119D9}" type="presParOf" srcId="{EBC22E72-5423-46BB-BC04-AC2D355CECF6}" destId="{D94482E7-E547-429D-A8DE-F301FCB719C3}" srcOrd="6" destOrd="0" presId="urn:microsoft.com/office/officeart/2005/8/layout/target3"/>
    <dgm:cxn modelId="{31729941-4D85-46F9-BAEC-D9796EE0C6AB}" type="presParOf" srcId="{EBC22E72-5423-46BB-BC04-AC2D355CECF6}" destId="{46930BD7-4E96-4EC4-AC57-9B8E582EB0B7}" srcOrd="7" destOrd="0" presId="urn:microsoft.com/office/officeart/2005/8/layout/target3"/>
    <dgm:cxn modelId="{2FBB3044-1FAF-46DD-9DA0-C4E03BBD4454}" type="presParOf" srcId="{EBC22E72-5423-46BB-BC04-AC2D355CECF6}" destId="{20BE4148-6A17-409B-8C70-7B1D285F2831}" srcOrd="8" destOrd="0" presId="urn:microsoft.com/office/officeart/2005/8/layout/target3"/>
    <dgm:cxn modelId="{CBEADFBC-D35B-4249-931C-DC4B8E848C06}" type="presParOf" srcId="{EBC22E72-5423-46BB-BC04-AC2D355CECF6}" destId="{2C35BF44-2544-4C9F-B86B-5E0137176B11}" srcOrd="9" destOrd="0" presId="urn:microsoft.com/office/officeart/2005/8/layout/target3"/>
    <dgm:cxn modelId="{AD543D94-F9FB-400D-B874-491FA0ED8BEA}" type="presParOf" srcId="{EBC22E72-5423-46BB-BC04-AC2D355CECF6}" destId="{3E837AB6-E3AF-4C5D-815B-985F1A8AEC6C}" srcOrd="10" destOrd="0" presId="urn:microsoft.com/office/officeart/2005/8/layout/target3"/>
    <dgm:cxn modelId="{88B1CB61-A4F1-4732-ABE3-27B799488320}" type="presParOf" srcId="{EBC22E72-5423-46BB-BC04-AC2D355CECF6}" destId="{CF3275B5-D209-4A82-9563-A4F1AEE9FCAB}" srcOrd="11"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6DD3440-1C48-4DA2-AC07-C7A44A84ADE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47EFDFE-417A-488B-960A-6CC45A3C9116}">
      <dgm:prSet/>
      <dgm:spPr/>
      <dgm:t>
        <a:bodyPr/>
        <a:lstStyle/>
        <a:p>
          <a:r>
            <a:rPr lang="en-US" dirty="0">
              <a:latin typeface="+mn-lt"/>
              <a:cs typeface="Arial" panose="020B0604020202020204" pitchFamily="34" charset="0"/>
            </a:rPr>
            <a:t>Greater Resource utilization.</a:t>
          </a:r>
        </a:p>
      </dgm:t>
    </dgm:pt>
    <dgm:pt modelId="{BFCB95E7-A4BB-4600-9679-C753EE8D7E3E}" type="parTrans" cxnId="{6EA474D6-00AD-4C29-8AE5-290212574897}">
      <dgm:prSet/>
      <dgm:spPr/>
      <dgm:t>
        <a:bodyPr/>
        <a:lstStyle/>
        <a:p>
          <a:endParaRPr lang="en-US"/>
        </a:p>
      </dgm:t>
    </dgm:pt>
    <dgm:pt modelId="{276B0C2B-0C11-4C73-B4A1-69DADCB73439}" type="sibTrans" cxnId="{6EA474D6-00AD-4C29-8AE5-290212574897}">
      <dgm:prSet/>
      <dgm:spPr/>
      <dgm:t>
        <a:bodyPr/>
        <a:lstStyle/>
        <a:p>
          <a:endParaRPr lang="en-US"/>
        </a:p>
      </dgm:t>
    </dgm:pt>
    <dgm:pt modelId="{F16F9068-37AE-4E73-8399-D381012257F8}">
      <dgm:prSet/>
      <dgm:spPr/>
      <dgm:t>
        <a:bodyPr/>
        <a:lstStyle/>
        <a:p>
          <a:r>
            <a:rPr lang="en-US" dirty="0">
              <a:latin typeface="+mn-lt"/>
              <a:cs typeface="Arial" panose="020B0604020202020204" pitchFamily="34" charset="0"/>
            </a:rPr>
            <a:t>The process allocation can be modified during execution if required.</a:t>
          </a:r>
          <a:endParaRPr lang="en-PK" dirty="0">
            <a:latin typeface="+mn-lt"/>
            <a:cs typeface="Arial" panose="020B0604020202020204" pitchFamily="34" charset="0"/>
          </a:endParaRPr>
        </a:p>
      </dgm:t>
    </dgm:pt>
    <dgm:pt modelId="{F5BA8C17-790C-4541-9FCA-8702D3C518E7}" type="parTrans" cxnId="{BA5BD76A-0806-4EAA-9E39-DF317A06E644}">
      <dgm:prSet/>
      <dgm:spPr/>
      <dgm:t>
        <a:bodyPr/>
        <a:lstStyle/>
        <a:p>
          <a:endParaRPr lang="en-PK"/>
        </a:p>
      </dgm:t>
    </dgm:pt>
    <dgm:pt modelId="{FC698870-A0F2-4AF4-A32F-581A63347781}" type="sibTrans" cxnId="{BA5BD76A-0806-4EAA-9E39-DF317A06E644}">
      <dgm:prSet/>
      <dgm:spPr/>
      <dgm:t>
        <a:bodyPr/>
        <a:lstStyle/>
        <a:p>
          <a:endParaRPr lang="en-PK"/>
        </a:p>
      </dgm:t>
    </dgm:pt>
    <dgm:pt modelId="{00837854-0086-4D37-87AE-7D4E1C80A6A1}">
      <dgm:prSet/>
      <dgm:spPr/>
      <dgm:t>
        <a:bodyPr/>
        <a:lstStyle/>
        <a:p>
          <a:r>
            <a:rPr lang="en-US" dirty="0">
              <a:latin typeface="+mn-lt"/>
              <a:cs typeface="Arial" panose="020B0604020202020204" pitchFamily="34" charset="0"/>
            </a:rPr>
            <a:t>Enhanced Load Balancing</a:t>
          </a:r>
        </a:p>
      </dgm:t>
    </dgm:pt>
    <dgm:pt modelId="{1E1A2425-EB57-4FBD-8B27-42891F2D3417}" type="parTrans" cxnId="{BCC31786-CA52-4CC1-9BBA-C15066DA1847}">
      <dgm:prSet/>
      <dgm:spPr/>
      <dgm:t>
        <a:bodyPr/>
        <a:lstStyle/>
        <a:p>
          <a:endParaRPr lang="en-PK"/>
        </a:p>
      </dgm:t>
    </dgm:pt>
    <dgm:pt modelId="{FE6EC48E-07C8-49B3-9860-89E858223FF1}" type="sibTrans" cxnId="{BCC31786-CA52-4CC1-9BBA-C15066DA1847}">
      <dgm:prSet/>
      <dgm:spPr/>
      <dgm:t>
        <a:bodyPr/>
        <a:lstStyle/>
        <a:p>
          <a:endParaRPr lang="en-PK"/>
        </a:p>
      </dgm:t>
    </dgm:pt>
    <dgm:pt modelId="{C3BB49FA-42E9-48EC-BA7D-C7C515CC1F6C}">
      <dgm:prSet/>
      <dgm:spPr/>
      <dgm:t>
        <a:bodyPr/>
        <a:lstStyle/>
        <a:p>
          <a:r>
            <a:rPr lang="en-US" b="0" i="0" dirty="0">
              <a:solidFill>
                <a:srgbClr val="374151"/>
              </a:solidFill>
              <a:effectLst/>
              <a:latin typeface="+mn-lt"/>
              <a:cs typeface="Arial" panose="020B0604020202020204" pitchFamily="34" charset="0"/>
            </a:rPr>
            <a:t>Scalability: Dynamic mapping can scale the system up or down based on the workload. </a:t>
          </a:r>
          <a:endParaRPr lang="en-PK" dirty="0">
            <a:latin typeface="+mn-lt"/>
            <a:cs typeface="Arial" panose="020B0604020202020204" pitchFamily="34" charset="0"/>
          </a:endParaRPr>
        </a:p>
      </dgm:t>
    </dgm:pt>
    <dgm:pt modelId="{88AFA746-5D68-4D60-B287-51439E68F4C1}" type="parTrans" cxnId="{994154CC-3A56-4C60-94CF-A8E867B6C809}">
      <dgm:prSet/>
      <dgm:spPr/>
      <dgm:t>
        <a:bodyPr/>
        <a:lstStyle/>
        <a:p>
          <a:endParaRPr lang="en-PK"/>
        </a:p>
      </dgm:t>
    </dgm:pt>
    <dgm:pt modelId="{3A9DD8A9-DEE1-4082-9A30-4544E9CECFEC}" type="sibTrans" cxnId="{994154CC-3A56-4C60-94CF-A8E867B6C809}">
      <dgm:prSet/>
      <dgm:spPr/>
      <dgm:t>
        <a:bodyPr/>
        <a:lstStyle/>
        <a:p>
          <a:endParaRPr lang="en-PK"/>
        </a:p>
      </dgm:t>
    </dgm:pt>
    <dgm:pt modelId="{F8512443-B9C7-4800-BA20-0FA6D51ED952}" type="pres">
      <dgm:prSet presAssocID="{B6DD3440-1C48-4DA2-AC07-C7A44A84ADE0}" presName="hierChild1" presStyleCnt="0">
        <dgm:presLayoutVars>
          <dgm:chPref val="1"/>
          <dgm:dir/>
          <dgm:animOne val="branch"/>
          <dgm:animLvl val="lvl"/>
          <dgm:resizeHandles/>
        </dgm:presLayoutVars>
      </dgm:prSet>
      <dgm:spPr/>
    </dgm:pt>
    <dgm:pt modelId="{7FFFECD9-1C5F-4AA0-9B7A-1C62BC2F6F02}" type="pres">
      <dgm:prSet presAssocID="{047EFDFE-417A-488B-960A-6CC45A3C9116}" presName="hierRoot1" presStyleCnt="0"/>
      <dgm:spPr/>
    </dgm:pt>
    <dgm:pt modelId="{1716F9AF-FA49-4E9D-B1E9-2774EE04DDB3}" type="pres">
      <dgm:prSet presAssocID="{047EFDFE-417A-488B-960A-6CC45A3C9116}" presName="composite" presStyleCnt="0"/>
      <dgm:spPr/>
    </dgm:pt>
    <dgm:pt modelId="{CCD44DEE-AF87-4998-B3EB-17B3A1CD1B08}" type="pres">
      <dgm:prSet presAssocID="{047EFDFE-417A-488B-960A-6CC45A3C9116}" presName="background" presStyleLbl="node0" presStyleIdx="0" presStyleCnt="4"/>
      <dgm:spPr/>
    </dgm:pt>
    <dgm:pt modelId="{43B83A25-F892-485E-B5BC-EED0CFD5C495}" type="pres">
      <dgm:prSet presAssocID="{047EFDFE-417A-488B-960A-6CC45A3C9116}" presName="text" presStyleLbl="fgAcc0" presStyleIdx="0" presStyleCnt="4" custScaleY="178256">
        <dgm:presLayoutVars>
          <dgm:chPref val="3"/>
        </dgm:presLayoutVars>
      </dgm:prSet>
      <dgm:spPr/>
    </dgm:pt>
    <dgm:pt modelId="{0E4E5911-688F-4E27-97E4-D07248BA23F7}" type="pres">
      <dgm:prSet presAssocID="{047EFDFE-417A-488B-960A-6CC45A3C9116}" presName="hierChild2" presStyleCnt="0"/>
      <dgm:spPr/>
    </dgm:pt>
    <dgm:pt modelId="{62263D90-C7F4-4BA5-B5AA-C47732433A49}" type="pres">
      <dgm:prSet presAssocID="{00837854-0086-4D37-87AE-7D4E1C80A6A1}" presName="hierRoot1" presStyleCnt="0"/>
      <dgm:spPr/>
    </dgm:pt>
    <dgm:pt modelId="{9722D798-4AB8-4F2F-9D8B-0E56580F6820}" type="pres">
      <dgm:prSet presAssocID="{00837854-0086-4D37-87AE-7D4E1C80A6A1}" presName="composite" presStyleCnt="0"/>
      <dgm:spPr/>
    </dgm:pt>
    <dgm:pt modelId="{55ACCC41-4C37-4411-87BE-5B0AB9B2FCD6}" type="pres">
      <dgm:prSet presAssocID="{00837854-0086-4D37-87AE-7D4E1C80A6A1}" presName="background" presStyleLbl="node0" presStyleIdx="1" presStyleCnt="4"/>
      <dgm:spPr/>
    </dgm:pt>
    <dgm:pt modelId="{9CEC187E-E9E5-42CC-8709-A9AE68C80F1F}" type="pres">
      <dgm:prSet presAssocID="{00837854-0086-4D37-87AE-7D4E1C80A6A1}" presName="text" presStyleLbl="fgAcc0" presStyleIdx="1" presStyleCnt="4" custScaleY="176286">
        <dgm:presLayoutVars>
          <dgm:chPref val="3"/>
        </dgm:presLayoutVars>
      </dgm:prSet>
      <dgm:spPr/>
    </dgm:pt>
    <dgm:pt modelId="{48DB622A-1CA7-4E3C-B845-21EBF619AF4B}" type="pres">
      <dgm:prSet presAssocID="{00837854-0086-4D37-87AE-7D4E1C80A6A1}" presName="hierChild2" presStyleCnt="0"/>
      <dgm:spPr/>
    </dgm:pt>
    <dgm:pt modelId="{576CD0E3-023F-48D3-976D-6262105B3B94}" type="pres">
      <dgm:prSet presAssocID="{F16F9068-37AE-4E73-8399-D381012257F8}" presName="hierRoot1" presStyleCnt="0"/>
      <dgm:spPr/>
    </dgm:pt>
    <dgm:pt modelId="{8C6AC018-3C47-4CDB-BB6E-78F2CC56D285}" type="pres">
      <dgm:prSet presAssocID="{F16F9068-37AE-4E73-8399-D381012257F8}" presName="composite" presStyleCnt="0"/>
      <dgm:spPr/>
    </dgm:pt>
    <dgm:pt modelId="{7A4D1DCA-ED6A-44D0-AAFB-8A6F93EE90B5}" type="pres">
      <dgm:prSet presAssocID="{F16F9068-37AE-4E73-8399-D381012257F8}" presName="background" presStyleLbl="node0" presStyleIdx="2" presStyleCnt="4"/>
      <dgm:spPr/>
    </dgm:pt>
    <dgm:pt modelId="{3E06C162-D2D6-45A8-B89B-AC15A42CF712}" type="pres">
      <dgm:prSet presAssocID="{F16F9068-37AE-4E73-8399-D381012257F8}" presName="text" presStyleLbl="fgAcc0" presStyleIdx="2" presStyleCnt="4" custScaleY="174134">
        <dgm:presLayoutVars>
          <dgm:chPref val="3"/>
        </dgm:presLayoutVars>
      </dgm:prSet>
      <dgm:spPr/>
    </dgm:pt>
    <dgm:pt modelId="{11224F70-8CF9-4256-9B8B-4F23EE5AC816}" type="pres">
      <dgm:prSet presAssocID="{F16F9068-37AE-4E73-8399-D381012257F8}" presName="hierChild2" presStyleCnt="0"/>
      <dgm:spPr/>
    </dgm:pt>
    <dgm:pt modelId="{AE0D7D97-54B2-4B7A-8A9F-B9673AC7D1A6}" type="pres">
      <dgm:prSet presAssocID="{C3BB49FA-42E9-48EC-BA7D-C7C515CC1F6C}" presName="hierRoot1" presStyleCnt="0"/>
      <dgm:spPr/>
    </dgm:pt>
    <dgm:pt modelId="{187F746E-1809-4B6B-B958-04EDCF072BD6}" type="pres">
      <dgm:prSet presAssocID="{C3BB49FA-42E9-48EC-BA7D-C7C515CC1F6C}" presName="composite" presStyleCnt="0"/>
      <dgm:spPr/>
    </dgm:pt>
    <dgm:pt modelId="{795075DE-4FA4-4C09-AFC5-685F19278564}" type="pres">
      <dgm:prSet presAssocID="{C3BB49FA-42E9-48EC-BA7D-C7C515CC1F6C}" presName="background" presStyleLbl="node0" presStyleIdx="3" presStyleCnt="4"/>
      <dgm:spPr/>
    </dgm:pt>
    <dgm:pt modelId="{CBC5A6EB-B938-4DCB-811A-9A435139B651}" type="pres">
      <dgm:prSet presAssocID="{C3BB49FA-42E9-48EC-BA7D-C7C515CC1F6C}" presName="text" presStyleLbl="fgAcc0" presStyleIdx="3" presStyleCnt="4" custScaleY="178256">
        <dgm:presLayoutVars>
          <dgm:chPref val="3"/>
        </dgm:presLayoutVars>
      </dgm:prSet>
      <dgm:spPr/>
    </dgm:pt>
    <dgm:pt modelId="{C54C2F97-B38A-4008-9176-0C5B64BE4193}" type="pres">
      <dgm:prSet presAssocID="{C3BB49FA-42E9-48EC-BA7D-C7C515CC1F6C}" presName="hierChild2" presStyleCnt="0"/>
      <dgm:spPr/>
    </dgm:pt>
  </dgm:ptLst>
  <dgm:cxnLst>
    <dgm:cxn modelId="{BA5BD76A-0806-4EAA-9E39-DF317A06E644}" srcId="{B6DD3440-1C48-4DA2-AC07-C7A44A84ADE0}" destId="{F16F9068-37AE-4E73-8399-D381012257F8}" srcOrd="2" destOrd="0" parTransId="{F5BA8C17-790C-4541-9FCA-8702D3C518E7}" sibTransId="{FC698870-A0F2-4AF4-A32F-581A63347781}"/>
    <dgm:cxn modelId="{972B5556-D151-439A-8CD5-E6AFCAEC6E65}" type="presOf" srcId="{C3BB49FA-42E9-48EC-BA7D-C7C515CC1F6C}" destId="{CBC5A6EB-B938-4DCB-811A-9A435139B651}" srcOrd="0" destOrd="0" presId="urn:microsoft.com/office/officeart/2005/8/layout/hierarchy1"/>
    <dgm:cxn modelId="{BCC31786-CA52-4CC1-9BBA-C15066DA1847}" srcId="{B6DD3440-1C48-4DA2-AC07-C7A44A84ADE0}" destId="{00837854-0086-4D37-87AE-7D4E1C80A6A1}" srcOrd="1" destOrd="0" parTransId="{1E1A2425-EB57-4FBD-8B27-42891F2D3417}" sibTransId="{FE6EC48E-07C8-49B3-9860-89E858223FF1}"/>
    <dgm:cxn modelId="{C677278F-5F7A-423F-8BD6-D53355599CCA}" type="presOf" srcId="{047EFDFE-417A-488B-960A-6CC45A3C9116}" destId="{43B83A25-F892-485E-B5BC-EED0CFD5C495}" srcOrd="0" destOrd="0" presId="urn:microsoft.com/office/officeart/2005/8/layout/hierarchy1"/>
    <dgm:cxn modelId="{C21FFAC9-45AB-474C-8582-6B8B74C44A37}" type="presOf" srcId="{F16F9068-37AE-4E73-8399-D381012257F8}" destId="{3E06C162-D2D6-45A8-B89B-AC15A42CF712}" srcOrd="0" destOrd="0" presId="urn:microsoft.com/office/officeart/2005/8/layout/hierarchy1"/>
    <dgm:cxn modelId="{994154CC-3A56-4C60-94CF-A8E867B6C809}" srcId="{B6DD3440-1C48-4DA2-AC07-C7A44A84ADE0}" destId="{C3BB49FA-42E9-48EC-BA7D-C7C515CC1F6C}" srcOrd="3" destOrd="0" parTransId="{88AFA746-5D68-4D60-B287-51439E68F4C1}" sibTransId="{3A9DD8A9-DEE1-4082-9A30-4544E9CECFEC}"/>
    <dgm:cxn modelId="{6EA474D6-00AD-4C29-8AE5-290212574897}" srcId="{B6DD3440-1C48-4DA2-AC07-C7A44A84ADE0}" destId="{047EFDFE-417A-488B-960A-6CC45A3C9116}" srcOrd="0" destOrd="0" parTransId="{BFCB95E7-A4BB-4600-9679-C753EE8D7E3E}" sibTransId="{276B0C2B-0C11-4C73-B4A1-69DADCB73439}"/>
    <dgm:cxn modelId="{1E6DCCDC-35B5-4C3E-A542-29F4C34A03C3}" type="presOf" srcId="{00837854-0086-4D37-87AE-7D4E1C80A6A1}" destId="{9CEC187E-E9E5-42CC-8709-A9AE68C80F1F}" srcOrd="0" destOrd="0" presId="urn:microsoft.com/office/officeart/2005/8/layout/hierarchy1"/>
    <dgm:cxn modelId="{C348A3E5-7203-4ECA-BF06-868F3C4E93CB}" type="presOf" srcId="{B6DD3440-1C48-4DA2-AC07-C7A44A84ADE0}" destId="{F8512443-B9C7-4800-BA20-0FA6D51ED952}" srcOrd="0" destOrd="0" presId="urn:microsoft.com/office/officeart/2005/8/layout/hierarchy1"/>
    <dgm:cxn modelId="{8F4E209A-7D29-440B-9F81-6DA0023B48D0}" type="presParOf" srcId="{F8512443-B9C7-4800-BA20-0FA6D51ED952}" destId="{7FFFECD9-1C5F-4AA0-9B7A-1C62BC2F6F02}" srcOrd="0" destOrd="0" presId="urn:microsoft.com/office/officeart/2005/8/layout/hierarchy1"/>
    <dgm:cxn modelId="{0F78BA59-378A-4FAF-B327-500CE80E40B4}" type="presParOf" srcId="{7FFFECD9-1C5F-4AA0-9B7A-1C62BC2F6F02}" destId="{1716F9AF-FA49-4E9D-B1E9-2774EE04DDB3}" srcOrd="0" destOrd="0" presId="urn:microsoft.com/office/officeart/2005/8/layout/hierarchy1"/>
    <dgm:cxn modelId="{4FCBF7E9-05C6-42F5-ABBB-8C68CBBB806D}" type="presParOf" srcId="{1716F9AF-FA49-4E9D-B1E9-2774EE04DDB3}" destId="{CCD44DEE-AF87-4998-B3EB-17B3A1CD1B08}" srcOrd="0" destOrd="0" presId="urn:microsoft.com/office/officeart/2005/8/layout/hierarchy1"/>
    <dgm:cxn modelId="{69F28D67-4133-4EE2-8095-B99C9C3FD867}" type="presParOf" srcId="{1716F9AF-FA49-4E9D-B1E9-2774EE04DDB3}" destId="{43B83A25-F892-485E-B5BC-EED0CFD5C495}" srcOrd="1" destOrd="0" presId="urn:microsoft.com/office/officeart/2005/8/layout/hierarchy1"/>
    <dgm:cxn modelId="{EA1FAC44-1FDF-4DA6-80E1-0DF29C6BDDF8}" type="presParOf" srcId="{7FFFECD9-1C5F-4AA0-9B7A-1C62BC2F6F02}" destId="{0E4E5911-688F-4E27-97E4-D07248BA23F7}" srcOrd="1" destOrd="0" presId="urn:microsoft.com/office/officeart/2005/8/layout/hierarchy1"/>
    <dgm:cxn modelId="{82872484-3388-4255-8D29-19D79DC381A0}" type="presParOf" srcId="{F8512443-B9C7-4800-BA20-0FA6D51ED952}" destId="{62263D90-C7F4-4BA5-B5AA-C47732433A49}" srcOrd="1" destOrd="0" presId="urn:microsoft.com/office/officeart/2005/8/layout/hierarchy1"/>
    <dgm:cxn modelId="{375AE806-7BAA-4EE7-A936-5D99827C744C}" type="presParOf" srcId="{62263D90-C7F4-4BA5-B5AA-C47732433A49}" destId="{9722D798-4AB8-4F2F-9D8B-0E56580F6820}" srcOrd="0" destOrd="0" presId="urn:microsoft.com/office/officeart/2005/8/layout/hierarchy1"/>
    <dgm:cxn modelId="{9B687818-B301-4A64-A062-F2733F197081}" type="presParOf" srcId="{9722D798-4AB8-4F2F-9D8B-0E56580F6820}" destId="{55ACCC41-4C37-4411-87BE-5B0AB9B2FCD6}" srcOrd="0" destOrd="0" presId="urn:microsoft.com/office/officeart/2005/8/layout/hierarchy1"/>
    <dgm:cxn modelId="{DF942FFE-5EC3-4458-9550-47BE5CB32CDB}" type="presParOf" srcId="{9722D798-4AB8-4F2F-9D8B-0E56580F6820}" destId="{9CEC187E-E9E5-42CC-8709-A9AE68C80F1F}" srcOrd="1" destOrd="0" presId="urn:microsoft.com/office/officeart/2005/8/layout/hierarchy1"/>
    <dgm:cxn modelId="{61E19D8F-6406-4E51-8D3A-90E0E1801C40}" type="presParOf" srcId="{62263D90-C7F4-4BA5-B5AA-C47732433A49}" destId="{48DB622A-1CA7-4E3C-B845-21EBF619AF4B}" srcOrd="1" destOrd="0" presId="urn:microsoft.com/office/officeart/2005/8/layout/hierarchy1"/>
    <dgm:cxn modelId="{F06515E4-8121-4635-8CD1-8A1B2091DF2D}" type="presParOf" srcId="{F8512443-B9C7-4800-BA20-0FA6D51ED952}" destId="{576CD0E3-023F-48D3-976D-6262105B3B94}" srcOrd="2" destOrd="0" presId="urn:microsoft.com/office/officeart/2005/8/layout/hierarchy1"/>
    <dgm:cxn modelId="{229451FF-A53E-45A7-ACE7-1A39EC37ED91}" type="presParOf" srcId="{576CD0E3-023F-48D3-976D-6262105B3B94}" destId="{8C6AC018-3C47-4CDB-BB6E-78F2CC56D285}" srcOrd="0" destOrd="0" presId="urn:microsoft.com/office/officeart/2005/8/layout/hierarchy1"/>
    <dgm:cxn modelId="{9F84E3C2-8948-48CD-B18E-F7277E525B01}" type="presParOf" srcId="{8C6AC018-3C47-4CDB-BB6E-78F2CC56D285}" destId="{7A4D1DCA-ED6A-44D0-AAFB-8A6F93EE90B5}" srcOrd="0" destOrd="0" presId="urn:microsoft.com/office/officeart/2005/8/layout/hierarchy1"/>
    <dgm:cxn modelId="{17808DCF-761F-4691-80AF-E63DD91B3DFF}" type="presParOf" srcId="{8C6AC018-3C47-4CDB-BB6E-78F2CC56D285}" destId="{3E06C162-D2D6-45A8-B89B-AC15A42CF712}" srcOrd="1" destOrd="0" presId="urn:microsoft.com/office/officeart/2005/8/layout/hierarchy1"/>
    <dgm:cxn modelId="{F54E205C-5D8E-483E-9DD5-ABE336AC0136}" type="presParOf" srcId="{576CD0E3-023F-48D3-976D-6262105B3B94}" destId="{11224F70-8CF9-4256-9B8B-4F23EE5AC816}" srcOrd="1" destOrd="0" presId="urn:microsoft.com/office/officeart/2005/8/layout/hierarchy1"/>
    <dgm:cxn modelId="{191B39A5-78B7-435A-9A96-EB87F338E981}" type="presParOf" srcId="{F8512443-B9C7-4800-BA20-0FA6D51ED952}" destId="{AE0D7D97-54B2-4B7A-8A9F-B9673AC7D1A6}" srcOrd="3" destOrd="0" presId="urn:microsoft.com/office/officeart/2005/8/layout/hierarchy1"/>
    <dgm:cxn modelId="{F7D3ABF0-E051-43AA-ADC6-DA765F3DEFB1}" type="presParOf" srcId="{AE0D7D97-54B2-4B7A-8A9F-B9673AC7D1A6}" destId="{187F746E-1809-4B6B-B958-04EDCF072BD6}" srcOrd="0" destOrd="0" presId="urn:microsoft.com/office/officeart/2005/8/layout/hierarchy1"/>
    <dgm:cxn modelId="{1C75EB5A-4D60-4AEB-9753-8B88EE3ED17C}" type="presParOf" srcId="{187F746E-1809-4B6B-B958-04EDCF072BD6}" destId="{795075DE-4FA4-4C09-AFC5-685F19278564}" srcOrd="0" destOrd="0" presId="urn:microsoft.com/office/officeart/2005/8/layout/hierarchy1"/>
    <dgm:cxn modelId="{696E9BC9-D762-46C6-8E8A-B3A71946A553}" type="presParOf" srcId="{187F746E-1809-4B6B-B958-04EDCF072BD6}" destId="{CBC5A6EB-B938-4DCB-811A-9A435139B651}" srcOrd="1" destOrd="0" presId="urn:microsoft.com/office/officeart/2005/8/layout/hierarchy1"/>
    <dgm:cxn modelId="{CB5BB49D-36F1-4C33-8C89-78D85EB9D870}" type="presParOf" srcId="{AE0D7D97-54B2-4B7A-8A9F-B9673AC7D1A6}" destId="{C54C2F97-B38A-4008-9176-0C5B64BE4193}"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6DD3440-1C48-4DA2-AC07-C7A44A84ADE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47EFDFE-417A-488B-960A-6CC45A3C9116}">
      <dgm:prSet custT="1"/>
      <dgm:spPr/>
      <dgm:t>
        <a:bodyPr/>
        <a:lstStyle/>
        <a:p>
          <a:r>
            <a:rPr lang="en-US" sz="2000" dirty="0">
              <a:latin typeface="+mn-lt"/>
              <a:cs typeface="Arial" panose="020B0604020202020204" pitchFamily="34" charset="0"/>
            </a:rPr>
            <a:t>Algorithms that require dynamic mapping are usually more complicated, particularly in the message-passing programming paradigm.</a:t>
          </a:r>
          <a:endParaRPr lang="en-PK" sz="2000" dirty="0">
            <a:latin typeface="+mn-lt"/>
            <a:cs typeface="Arial" panose="020B0604020202020204" pitchFamily="34" charset="0"/>
          </a:endParaRPr>
        </a:p>
        <a:p>
          <a:endParaRPr lang="en-US" sz="2000" dirty="0">
            <a:latin typeface="+mn-lt"/>
          </a:endParaRPr>
        </a:p>
      </dgm:t>
    </dgm:pt>
    <dgm:pt modelId="{BFCB95E7-A4BB-4600-9679-C753EE8D7E3E}" type="parTrans" cxnId="{6EA474D6-00AD-4C29-8AE5-290212574897}">
      <dgm:prSet/>
      <dgm:spPr/>
      <dgm:t>
        <a:bodyPr/>
        <a:lstStyle/>
        <a:p>
          <a:endParaRPr lang="en-US"/>
        </a:p>
      </dgm:t>
    </dgm:pt>
    <dgm:pt modelId="{276B0C2B-0C11-4C73-B4A1-69DADCB73439}" type="sibTrans" cxnId="{6EA474D6-00AD-4C29-8AE5-290212574897}">
      <dgm:prSet/>
      <dgm:spPr/>
      <dgm:t>
        <a:bodyPr/>
        <a:lstStyle/>
        <a:p>
          <a:endParaRPr lang="en-US"/>
        </a:p>
      </dgm:t>
    </dgm:pt>
    <dgm:pt modelId="{8BFBEAF1-DEA2-4EAB-9DE9-6A1F029E8BCD}">
      <dgm:prSet custT="1"/>
      <dgm:spPr/>
      <dgm:t>
        <a:bodyPr/>
        <a:lstStyle/>
        <a:p>
          <a:r>
            <a:rPr lang="en-US" sz="2000" dirty="0">
              <a:latin typeface="+mn-lt"/>
              <a:cs typeface="Arial" panose="020B0604020202020204" pitchFamily="34" charset="0"/>
            </a:rPr>
            <a:t>Greater overhead due to process redistribution.</a:t>
          </a:r>
        </a:p>
      </dgm:t>
    </dgm:pt>
    <dgm:pt modelId="{5329B21C-2CF9-411B-842D-F3FF9794BF83}" type="parTrans" cxnId="{8BB8321E-FD27-405A-BAC1-28B9FCA0A304}">
      <dgm:prSet/>
      <dgm:spPr/>
      <dgm:t>
        <a:bodyPr/>
        <a:lstStyle/>
        <a:p>
          <a:endParaRPr lang="en-US"/>
        </a:p>
      </dgm:t>
    </dgm:pt>
    <dgm:pt modelId="{FF96F165-8ED2-4AEA-920E-E1B7B447FA2E}" type="sibTrans" cxnId="{8BB8321E-FD27-405A-BAC1-28B9FCA0A304}">
      <dgm:prSet/>
      <dgm:spPr/>
      <dgm:t>
        <a:bodyPr/>
        <a:lstStyle/>
        <a:p>
          <a:endParaRPr lang="en-US"/>
        </a:p>
      </dgm:t>
    </dgm:pt>
    <dgm:pt modelId="{B14DE11D-82E5-42F9-BDB7-9EF63D272BCA}">
      <dgm:prSet custT="1"/>
      <dgm:spPr/>
      <dgm:t>
        <a:bodyPr/>
        <a:lstStyle/>
        <a:p>
          <a:r>
            <a:rPr lang="en-US" sz="2000" dirty="0">
              <a:latin typeface="+mn-lt"/>
              <a:cs typeface="Arial" panose="020B0604020202020204" pitchFamily="34" charset="0"/>
            </a:rPr>
            <a:t>Lack of determinism: Dynamic mapping introduces non-determinism into the system</a:t>
          </a:r>
          <a:endParaRPr lang="en-PK" sz="2000" dirty="0">
            <a:latin typeface="+mn-lt"/>
            <a:cs typeface="Arial" panose="020B0604020202020204" pitchFamily="34" charset="0"/>
          </a:endParaRPr>
        </a:p>
      </dgm:t>
    </dgm:pt>
    <dgm:pt modelId="{E1FA3DFC-9D45-4393-8994-4E3C4CED50AC}" type="parTrans" cxnId="{8BDE0E6D-0E7A-489E-B2BF-C25DFA228B6B}">
      <dgm:prSet/>
      <dgm:spPr/>
      <dgm:t>
        <a:bodyPr/>
        <a:lstStyle/>
        <a:p>
          <a:endParaRPr lang="en-PK"/>
        </a:p>
      </dgm:t>
    </dgm:pt>
    <dgm:pt modelId="{DB3BA7CC-E376-416C-A677-767D446D61A8}" type="sibTrans" cxnId="{8BDE0E6D-0E7A-489E-B2BF-C25DFA228B6B}">
      <dgm:prSet/>
      <dgm:spPr/>
      <dgm:t>
        <a:bodyPr/>
        <a:lstStyle/>
        <a:p>
          <a:endParaRPr lang="en-PK"/>
        </a:p>
      </dgm:t>
    </dgm:pt>
    <dgm:pt modelId="{F8512443-B9C7-4800-BA20-0FA6D51ED952}" type="pres">
      <dgm:prSet presAssocID="{B6DD3440-1C48-4DA2-AC07-C7A44A84ADE0}" presName="hierChild1" presStyleCnt="0">
        <dgm:presLayoutVars>
          <dgm:chPref val="1"/>
          <dgm:dir/>
          <dgm:animOne val="branch"/>
          <dgm:animLvl val="lvl"/>
          <dgm:resizeHandles/>
        </dgm:presLayoutVars>
      </dgm:prSet>
      <dgm:spPr/>
    </dgm:pt>
    <dgm:pt modelId="{7FFFECD9-1C5F-4AA0-9B7A-1C62BC2F6F02}" type="pres">
      <dgm:prSet presAssocID="{047EFDFE-417A-488B-960A-6CC45A3C9116}" presName="hierRoot1" presStyleCnt="0"/>
      <dgm:spPr/>
    </dgm:pt>
    <dgm:pt modelId="{1716F9AF-FA49-4E9D-B1E9-2774EE04DDB3}" type="pres">
      <dgm:prSet presAssocID="{047EFDFE-417A-488B-960A-6CC45A3C9116}" presName="composite" presStyleCnt="0"/>
      <dgm:spPr/>
    </dgm:pt>
    <dgm:pt modelId="{CCD44DEE-AF87-4998-B3EB-17B3A1CD1B08}" type="pres">
      <dgm:prSet presAssocID="{047EFDFE-417A-488B-960A-6CC45A3C9116}" presName="background" presStyleLbl="node0" presStyleIdx="0" presStyleCnt="3"/>
      <dgm:spPr/>
    </dgm:pt>
    <dgm:pt modelId="{43B83A25-F892-485E-B5BC-EED0CFD5C495}" type="pres">
      <dgm:prSet presAssocID="{047EFDFE-417A-488B-960A-6CC45A3C9116}" presName="text" presStyleLbl="fgAcc0" presStyleIdx="0" presStyleCnt="3" custScaleY="135832">
        <dgm:presLayoutVars>
          <dgm:chPref val="3"/>
        </dgm:presLayoutVars>
      </dgm:prSet>
      <dgm:spPr/>
    </dgm:pt>
    <dgm:pt modelId="{0E4E5911-688F-4E27-97E4-D07248BA23F7}" type="pres">
      <dgm:prSet presAssocID="{047EFDFE-417A-488B-960A-6CC45A3C9116}" presName="hierChild2" presStyleCnt="0"/>
      <dgm:spPr/>
    </dgm:pt>
    <dgm:pt modelId="{C48CC765-F541-4B75-B3C3-12ECB985630E}" type="pres">
      <dgm:prSet presAssocID="{8BFBEAF1-DEA2-4EAB-9DE9-6A1F029E8BCD}" presName="hierRoot1" presStyleCnt="0"/>
      <dgm:spPr/>
    </dgm:pt>
    <dgm:pt modelId="{9732A2A2-776D-4C13-A446-A109E89A2F34}" type="pres">
      <dgm:prSet presAssocID="{8BFBEAF1-DEA2-4EAB-9DE9-6A1F029E8BCD}" presName="composite" presStyleCnt="0"/>
      <dgm:spPr/>
    </dgm:pt>
    <dgm:pt modelId="{59710026-4909-4B24-858E-40BA65BF8B60}" type="pres">
      <dgm:prSet presAssocID="{8BFBEAF1-DEA2-4EAB-9DE9-6A1F029E8BCD}" presName="background" presStyleLbl="node0" presStyleIdx="1" presStyleCnt="3"/>
      <dgm:spPr/>
    </dgm:pt>
    <dgm:pt modelId="{3A4C2D2F-5445-43D4-942B-38766AD5A895}" type="pres">
      <dgm:prSet presAssocID="{8BFBEAF1-DEA2-4EAB-9DE9-6A1F029E8BCD}" presName="text" presStyleLbl="fgAcc0" presStyleIdx="1" presStyleCnt="3" custScaleY="136253">
        <dgm:presLayoutVars>
          <dgm:chPref val="3"/>
        </dgm:presLayoutVars>
      </dgm:prSet>
      <dgm:spPr/>
    </dgm:pt>
    <dgm:pt modelId="{B2067A16-F372-418E-9C8A-E9863BC09371}" type="pres">
      <dgm:prSet presAssocID="{8BFBEAF1-DEA2-4EAB-9DE9-6A1F029E8BCD}" presName="hierChild2" presStyleCnt="0"/>
      <dgm:spPr/>
    </dgm:pt>
    <dgm:pt modelId="{C944CA34-FFB0-4A4B-AB01-0C67F537F678}" type="pres">
      <dgm:prSet presAssocID="{B14DE11D-82E5-42F9-BDB7-9EF63D272BCA}" presName="hierRoot1" presStyleCnt="0"/>
      <dgm:spPr/>
    </dgm:pt>
    <dgm:pt modelId="{F769E460-CCE2-4898-888B-1044A4929C97}" type="pres">
      <dgm:prSet presAssocID="{B14DE11D-82E5-42F9-BDB7-9EF63D272BCA}" presName="composite" presStyleCnt="0"/>
      <dgm:spPr/>
    </dgm:pt>
    <dgm:pt modelId="{F3027367-2D5B-4BA5-931D-7A9BE6ACE2BD}" type="pres">
      <dgm:prSet presAssocID="{B14DE11D-82E5-42F9-BDB7-9EF63D272BCA}" presName="background" presStyleLbl="node0" presStyleIdx="2" presStyleCnt="3"/>
      <dgm:spPr/>
    </dgm:pt>
    <dgm:pt modelId="{65DAD3C8-40B9-45E6-AB1C-946709C4C7A6}" type="pres">
      <dgm:prSet presAssocID="{B14DE11D-82E5-42F9-BDB7-9EF63D272BCA}" presName="text" presStyleLbl="fgAcc0" presStyleIdx="2" presStyleCnt="3" custScaleY="135568">
        <dgm:presLayoutVars>
          <dgm:chPref val="3"/>
        </dgm:presLayoutVars>
      </dgm:prSet>
      <dgm:spPr/>
    </dgm:pt>
    <dgm:pt modelId="{D9DB171B-14FB-4DEA-9BE4-1659F86E53FB}" type="pres">
      <dgm:prSet presAssocID="{B14DE11D-82E5-42F9-BDB7-9EF63D272BCA}" presName="hierChild2" presStyleCnt="0"/>
      <dgm:spPr/>
    </dgm:pt>
  </dgm:ptLst>
  <dgm:cxnLst>
    <dgm:cxn modelId="{8BB8321E-FD27-405A-BAC1-28B9FCA0A304}" srcId="{B6DD3440-1C48-4DA2-AC07-C7A44A84ADE0}" destId="{8BFBEAF1-DEA2-4EAB-9DE9-6A1F029E8BCD}" srcOrd="1" destOrd="0" parTransId="{5329B21C-2CF9-411B-842D-F3FF9794BF83}" sibTransId="{FF96F165-8ED2-4AEA-920E-E1B7B447FA2E}"/>
    <dgm:cxn modelId="{8BDE0E6D-0E7A-489E-B2BF-C25DFA228B6B}" srcId="{B6DD3440-1C48-4DA2-AC07-C7A44A84ADE0}" destId="{B14DE11D-82E5-42F9-BDB7-9EF63D272BCA}" srcOrd="2" destOrd="0" parTransId="{E1FA3DFC-9D45-4393-8994-4E3C4CED50AC}" sibTransId="{DB3BA7CC-E376-416C-A677-767D446D61A8}"/>
    <dgm:cxn modelId="{C677278F-5F7A-423F-8BD6-D53355599CCA}" type="presOf" srcId="{047EFDFE-417A-488B-960A-6CC45A3C9116}" destId="{43B83A25-F892-485E-B5BC-EED0CFD5C495}" srcOrd="0" destOrd="0" presId="urn:microsoft.com/office/officeart/2005/8/layout/hierarchy1"/>
    <dgm:cxn modelId="{A31393A1-6AAD-489F-8325-7DA8B620AC92}" type="presOf" srcId="{B14DE11D-82E5-42F9-BDB7-9EF63D272BCA}" destId="{65DAD3C8-40B9-45E6-AB1C-946709C4C7A6}" srcOrd="0" destOrd="0" presId="urn:microsoft.com/office/officeart/2005/8/layout/hierarchy1"/>
    <dgm:cxn modelId="{EA187FBF-E42D-4741-A074-BB4B50A13A77}" type="presOf" srcId="{8BFBEAF1-DEA2-4EAB-9DE9-6A1F029E8BCD}" destId="{3A4C2D2F-5445-43D4-942B-38766AD5A895}" srcOrd="0" destOrd="0" presId="urn:microsoft.com/office/officeart/2005/8/layout/hierarchy1"/>
    <dgm:cxn modelId="{6EA474D6-00AD-4C29-8AE5-290212574897}" srcId="{B6DD3440-1C48-4DA2-AC07-C7A44A84ADE0}" destId="{047EFDFE-417A-488B-960A-6CC45A3C9116}" srcOrd="0" destOrd="0" parTransId="{BFCB95E7-A4BB-4600-9679-C753EE8D7E3E}" sibTransId="{276B0C2B-0C11-4C73-B4A1-69DADCB73439}"/>
    <dgm:cxn modelId="{C348A3E5-7203-4ECA-BF06-868F3C4E93CB}" type="presOf" srcId="{B6DD3440-1C48-4DA2-AC07-C7A44A84ADE0}" destId="{F8512443-B9C7-4800-BA20-0FA6D51ED952}" srcOrd="0" destOrd="0" presId="urn:microsoft.com/office/officeart/2005/8/layout/hierarchy1"/>
    <dgm:cxn modelId="{8F4E209A-7D29-440B-9F81-6DA0023B48D0}" type="presParOf" srcId="{F8512443-B9C7-4800-BA20-0FA6D51ED952}" destId="{7FFFECD9-1C5F-4AA0-9B7A-1C62BC2F6F02}" srcOrd="0" destOrd="0" presId="urn:microsoft.com/office/officeart/2005/8/layout/hierarchy1"/>
    <dgm:cxn modelId="{0F78BA59-378A-4FAF-B327-500CE80E40B4}" type="presParOf" srcId="{7FFFECD9-1C5F-4AA0-9B7A-1C62BC2F6F02}" destId="{1716F9AF-FA49-4E9D-B1E9-2774EE04DDB3}" srcOrd="0" destOrd="0" presId="urn:microsoft.com/office/officeart/2005/8/layout/hierarchy1"/>
    <dgm:cxn modelId="{4FCBF7E9-05C6-42F5-ABBB-8C68CBBB806D}" type="presParOf" srcId="{1716F9AF-FA49-4E9D-B1E9-2774EE04DDB3}" destId="{CCD44DEE-AF87-4998-B3EB-17B3A1CD1B08}" srcOrd="0" destOrd="0" presId="urn:microsoft.com/office/officeart/2005/8/layout/hierarchy1"/>
    <dgm:cxn modelId="{69F28D67-4133-4EE2-8095-B99C9C3FD867}" type="presParOf" srcId="{1716F9AF-FA49-4E9D-B1E9-2774EE04DDB3}" destId="{43B83A25-F892-485E-B5BC-EED0CFD5C495}" srcOrd="1" destOrd="0" presId="urn:microsoft.com/office/officeart/2005/8/layout/hierarchy1"/>
    <dgm:cxn modelId="{EA1FAC44-1FDF-4DA6-80E1-0DF29C6BDDF8}" type="presParOf" srcId="{7FFFECD9-1C5F-4AA0-9B7A-1C62BC2F6F02}" destId="{0E4E5911-688F-4E27-97E4-D07248BA23F7}" srcOrd="1" destOrd="0" presId="urn:microsoft.com/office/officeart/2005/8/layout/hierarchy1"/>
    <dgm:cxn modelId="{8220CD77-8178-4F13-9A19-3A8DC1EF6D8C}" type="presParOf" srcId="{F8512443-B9C7-4800-BA20-0FA6D51ED952}" destId="{C48CC765-F541-4B75-B3C3-12ECB985630E}" srcOrd="1" destOrd="0" presId="urn:microsoft.com/office/officeart/2005/8/layout/hierarchy1"/>
    <dgm:cxn modelId="{5FDBDAD6-A1B1-480D-83DA-EB52100D7F31}" type="presParOf" srcId="{C48CC765-F541-4B75-B3C3-12ECB985630E}" destId="{9732A2A2-776D-4C13-A446-A109E89A2F34}" srcOrd="0" destOrd="0" presId="urn:microsoft.com/office/officeart/2005/8/layout/hierarchy1"/>
    <dgm:cxn modelId="{2B546233-9906-42B5-9FD4-9357F07FEE2B}" type="presParOf" srcId="{9732A2A2-776D-4C13-A446-A109E89A2F34}" destId="{59710026-4909-4B24-858E-40BA65BF8B60}" srcOrd="0" destOrd="0" presId="urn:microsoft.com/office/officeart/2005/8/layout/hierarchy1"/>
    <dgm:cxn modelId="{3C023C31-A7D6-4A25-AE47-89B5B2D25D71}" type="presParOf" srcId="{9732A2A2-776D-4C13-A446-A109E89A2F34}" destId="{3A4C2D2F-5445-43D4-942B-38766AD5A895}" srcOrd="1" destOrd="0" presId="urn:microsoft.com/office/officeart/2005/8/layout/hierarchy1"/>
    <dgm:cxn modelId="{743CC8BD-41B4-442D-9F99-B238E8EFECA8}" type="presParOf" srcId="{C48CC765-F541-4B75-B3C3-12ECB985630E}" destId="{B2067A16-F372-418E-9C8A-E9863BC09371}" srcOrd="1" destOrd="0" presId="urn:microsoft.com/office/officeart/2005/8/layout/hierarchy1"/>
    <dgm:cxn modelId="{39DF1920-B1E4-4C75-AAF0-FC0084068A53}" type="presParOf" srcId="{F8512443-B9C7-4800-BA20-0FA6D51ED952}" destId="{C944CA34-FFB0-4A4B-AB01-0C67F537F678}" srcOrd="2" destOrd="0" presId="urn:microsoft.com/office/officeart/2005/8/layout/hierarchy1"/>
    <dgm:cxn modelId="{562FABCF-0819-4C21-A8E2-41B0D42C7D44}" type="presParOf" srcId="{C944CA34-FFB0-4A4B-AB01-0C67F537F678}" destId="{F769E460-CCE2-4898-888B-1044A4929C97}" srcOrd="0" destOrd="0" presId="urn:microsoft.com/office/officeart/2005/8/layout/hierarchy1"/>
    <dgm:cxn modelId="{6CB52AA2-F889-4BCA-89FE-A75C49C05F9F}" type="presParOf" srcId="{F769E460-CCE2-4898-888B-1044A4929C97}" destId="{F3027367-2D5B-4BA5-931D-7A9BE6ACE2BD}" srcOrd="0" destOrd="0" presId="urn:microsoft.com/office/officeart/2005/8/layout/hierarchy1"/>
    <dgm:cxn modelId="{68A43EB4-2F30-4841-8DE9-D5341C820E19}" type="presParOf" srcId="{F769E460-CCE2-4898-888B-1044A4929C97}" destId="{65DAD3C8-40B9-45E6-AB1C-946709C4C7A6}" srcOrd="1" destOrd="0" presId="urn:microsoft.com/office/officeart/2005/8/layout/hierarchy1"/>
    <dgm:cxn modelId="{FA890FA9-67DE-4E45-8375-9BBDC20F073D}" type="presParOf" srcId="{C944CA34-FFB0-4A4B-AB01-0C67F537F678}" destId="{D9DB171B-14FB-4DEA-9BE4-1659F86E53FB}"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dirty="0">
              <a:latin typeface="Arial" panose="020B0604020202020204" pitchFamily="34" charset="0"/>
              <a:cs typeface="Arial" panose="020B0604020202020204" pitchFamily="34" charset="0"/>
            </a:rPr>
            <a:t>Schemes for Dynamic Mapping.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r>
            <a:rPr lang="en-US" dirty="0">
              <a:latin typeface="Arial" panose="020B0604020202020204" pitchFamily="34" charset="0"/>
              <a:cs typeface="Arial" panose="020B0604020202020204" pitchFamily="34" charset="0"/>
            </a:rPr>
            <a:t>Centralized Dynamic Mapping Scheme.</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F4E22551-CE4C-49DF-AEA0-89F3F069A63F}">
      <dgm:prSet/>
      <dgm:spPr/>
      <dgm:t>
        <a:bodyPr/>
        <a:lstStyle/>
        <a:p>
          <a:pPr>
            <a:lnSpc>
              <a:spcPct val="100000"/>
            </a:lnSpc>
          </a:pPr>
          <a:r>
            <a:rPr lang="en-US" dirty="0">
              <a:latin typeface="Arial" panose="020B0604020202020204" pitchFamily="34" charset="0"/>
              <a:cs typeface="Arial" panose="020B0604020202020204" pitchFamily="34" charset="0"/>
            </a:rPr>
            <a:t>Distributed Dynamic Mapping Scheme.</a:t>
          </a:r>
        </a:p>
      </dgm:t>
    </dgm:pt>
    <dgm:pt modelId="{E360E716-8FD5-4A71-9187-7128F2E86559}" type="parTrans" cxnId="{9E973D23-8E3C-4FB9-86D1-79AEE2A0AE19}">
      <dgm:prSet/>
      <dgm:spPr/>
      <dgm:t>
        <a:bodyPr/>
        <a:lstStyle/>
        <a:p>
          <a:endParaRPr lang="en-PK"/>
        </a:p>
      </dgm:t>
    </dgm:pt>
    <dgm:pt modelId="{75FA475E-3B10-41BC-9931-0A2EBE24B505}" type="sibTrans" cxnId="{9E973D23-8E3C-4FB9-86D1-79AEE2A0AE19}">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3"/>
      <dgm:spPr/>
    </dgm:pt>
    <dgm:pt modelId="{C11A7D35-1FE6-446D-AE68-CDC0EA75C5EF}" type="pres">
      <dgm:prSet presAssocID="{ED44C359-7308-4379-89E9-19E66492F1E3}" presName="iconRect" presStyleLbl="node1" presStyleIdx="0" presStyleCnt="3"/>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3" custScaleX="111984">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3"/>
      <dgm:spPr/>
    </dgm:pt>
    <dgm:pt modelId="{3807B6D7-BF48-4FDE-BD86-4D161441F3BF}" type="pres">
      <dgm:prSet presAssocID="{B52304F7-9CCF-4381-9DB7-D65E8FF69D9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3" custScaleX="109490">
        <dgm:presLayoutVars>
          <dgm:chMax val="0"/>
          <dgm:chPref val="0"/>
        </dgm:presLayoutVars>
      </dgm:prSet>
      <dgm:spPr/>
    </dgm:pt>
    <dgm:pt modelId="{AA0C0EB6-3D19-4987-829D-93E756AA69E9}" type="pres">
      <dgm:prSet presAssocID="{3B0ED119-AD1B-484D-96A0-C81E45281368}" presName="sibTrans" presStyleCnt="0"/>
      <dgm:spPr/>
    </dgm:pt>
    <dgm:pt modelId="{2095D916-F54B-4C1B-BEF2-5A9AA9A88F5D}" type="pres">
      <dgm:prSet presAssocID="{F4E22551-CE4C-49DF-AEA0-89F3F069A63F}" presName="compNode" presStyleCnt="0"/>
      <dgm:spPr/>
    </dgm:pt>
    <dgm:pt modelId="{A7813655-00FF-483A-A799-9033676DB034}" type="pres">
      <dgm:prSet presAssocID="{F4E22551-CE4C-49DF-AEA0-89F3F069A63F}" presName="bgRect" presStyleLbl="bgShp" presStyleIdx="2" presStyleCnt="3"/>
      <dgm:spPr/>
    </dgm:pt>
    <dgm:pt modelId="{3E73CA83-2D87-4641-AEB5-2AB5C4DC80D1}" type="pres">
      <dgm:prSet presAssocID="{F4E22551-CE4C-49DF-AEA0-89F3F069A63F}" presName="iconRect" presStyleLbl="node1" presStyleIdx="2" presStyleCnt="3"/>
      <dgm:spPr>
        <a:blipFill>
          <a:blip xmlns:r="http://schemas.openxmlformats.org/officeDocument/2006/relationships" r:embed="rId5"/>
          <a:srcRect/>
          <a:stretch>
            <a:fillRect l="-19000" r="-19000"/>
          </a:stretch>
        </a:blipFill>
        <a:ln>
          <a:noFill/>
        </a:ln>
      </dgm:spPr>
    </dgm:pt>
    <dgm:pt modelId="{EE123EA4-0B73-43A1-B381-9697DA67F007}" type="pres">
      <dgm:prSet presAssocID="{F4E22551-CE4C-49DF-AEA0-89F3F069A63F}" presName="spaceRect" presStyleCnt="0"/>
      <dgm:spPr/>
    </dgm:pt>
    <dgm:pt modelId="{D2909083-302F-4DFC-9D40-C385BC5AAD21}" type="pres">
      <dgm:prSet presAssocID="{F4E22551-CE4C-49DF-AEA0-89F3F069A63F}" presName="parTx" presStyleLbl="revTx" presStyleIdx="2" presStyleCnt="3" custScaleX="109490">
        <dgm:presLayoutVars>
          <dgm:chMax val="0"/>
          <dgm:chPref val="0"/>
        </dgm:presLayoutVars>
      </dgm:prSet>
      <dgm:spPr/>
    </dgm:pt>
  </dgm:ptLst>
  <dgm:cxnLst>
    <dgm:cxn modelId="{9E973D23-8E3C-4FB9-86D1-79AEE2A0AE19}" srcId="{AC605FAC-F4E1-443B-91BE-22C6277E36A9}" destId="{F4E22551-CE4C-49DF-AEA0-89F3F069A63F}" srcOrd="2" destOrd="0" parTransId="{E360E716-8FD5-4A71-9187-7128F2E86559}" sibTransId="{75FA475E-3B10-41BC-9931-0A2EBE24B505}"/>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F95C32C5-3345-4F87-8708-AE445806A9E4}" type="presOf" srcId="{F4E22551-CE4C-49DF-AEA0-89F3F069A63F}" destId="{D2909083-302F-4DFC-9D40-C385BC5AAD21}"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F9ED8FB7-1024-4E48-AAED-F3438969F3B6}" type="presParOf" srcId="{203A11AC-6691-4719-A18C-2D6C7EA9F1B7}" destId="{AA0C0EB6-3D19-4987-829D-93E756AA69E9}" srcOrd="3" destOrd="0" presId="urn:microsoft.com/office/officeart/2018/2/layout/IconVerticalSolidList"/>
    <dgm:cxn modelId="{1F1A6BD8-E44C-4AE2-B191-8CB3C2357D71}" type="presParOf" srcId="{203A11AC-6691-4719-A18C-2D6C7EA9F1B7}" destId="{2095D916-F54B-4C1B-BEF2-5A9AA9A88F5D}" srcOrd="4" destOrd="0" presId="urn:microsoft.com/office/officeart/2018/2/layout/IconVerticalSolidList"/>
    <dgm:cxn modelId="{6170E892-968F-4027-BC49-48EDE7D5E4BA}" type="presParOf" srcId="{2095D916-F54B-4C1B-BEF2-5A9AA9A88F5D}" destId="{A7813655-00FF-483A-A799-9033676DB034}" srcOrd="0" destOrd="0" presId="urn:microsoft.com/office/officeart/2018/2/layout/IconVerticalSolidList"/>
    <dgm:cxn modelId="{44526EA7-2E9F-476A-9574-122CA6D3114D}" type="presParOf" srcId="{2095D916-F54B-4C1B-BEF2-5A9AA9A88F5D}" destId="{3E73CA83-2D87-4641-AEB5-2AB5C4DC80D1}" srcOrd="1" destOrd="0" presId="urn:microsoft.com/office/officeart/2018/2/layout/IconVerticalSolidList"/>
    <dgm:cxn modelId="{D9A68C85-FB0A-49BF-A250-5157D4EEE1F6}" type="presParOf" srcId="{2095D916-F54B-4C1B-BEF2-5A9AA9A88F5D}" destId="{EE123EA4-0B73-43A1-B381-9697DA67F007}" srcOrd="2" destOrd="0" presId="urn:microsoft.com/office/officeart/2018/2/layout/IconVerticalSolidList"/>
    <dgm:cxn modelId="{38B88919-A642-4563-9B08-F80423157290}" type="presParOf" srcId="{2095D916-F54B-4C1B-BEF2-5A9AA9A88F5D}" destId="{D2909083-302F-4DFC-9D40-C385BC5AAD21}"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0E92B08-DE01-4629-8F90-D01C8E9E0BCF}" type="doc">
      <dgm:prSet loTypeId="urn:microsoft.com/office/officeart/2005/8/layout/hierarchy1" loCatId="hierarchy" qsTypeId="urn:microsoft.com/office/officeart/2005/8/quickstyle/simple5" qsCatId="simple" csTypeId="urn:microsoft.com/office/officeart/2005/8/colors/colorful5" csCatId="colorful"/>
      <dgm:spPr/>
      <dgm:t>
        <a:bodyPr/>
        <a:lstStyle/>
        <a:p>
          <a:endParaRPr lang="en-US"/>
        </a:p>
      </dgm:t>
    </dgm:pt>
    <dgm:pt modelId="{6F5F40AB-12D0-41A6-A6DD-266E6CE91681}">
      <dgm:prSet/>
      <dgm:spPr/>
      <dgm:t>
        <a:bodyPr/>
        <a:lstStyle/>
        <a:p>
          <a:pPr algn="ctr"/>
          <a:r>
            <a:rPr lang="en-US" dirty="0"/>
            <a:t>Schemes for Dynamic Mapping:</a:t>
          </a:r>
        </a:p>
      </dgm:t>
    </dgm:pt>
    <dgm:pt modelId="{E07D9649-73E2-476C-8246-4E45BCD1B3F1}" type="parTrans" cxnId="{FBBE472A-CF13-4CEC-B94D-7C98E8836F79}">
      <dgm:prSet/>
      <dgm:spPr/>
      <dgm:t>
        <a:bodyPr/>
        <a:lstStyle/>
        <a:p>
          <a:pPr algn="ctr"/>
          <a:endParaRPr lang="en-US"/>
        </a:p>
      </dgm:t>
    </dgm:pt>
    <dgm:pt modelId="{7BDF2F95-FD68-4550-9A11-199359551393}" type="sibTrans" cxnId="{FBBE472A-CF13-4CEC-B94D-7C98E8836F79}">
      <dgm:prSet/>
      <dgm:spPr/>
      <dgm:t>
        <a:bodyPr/>
        <a:lstStyle/>
        <a:p>
          <a:pPr algn="ctr"/>
          <a:endParaRPr lang="en-US"/>
        </a:p>
      </dgm:t>
    </dgm:pt>
    <dgm:pt modelId="{9F9E0B20-58B6-4D8B-A49F-7E483A3BC1A7}">
      <dgm:prSet/>
      <dgm:spPr/>
      <dgm:t>
        <a:bodyPr/>
        <a:lstStyle/>
        <a:p>
          <a:pPr algn="ctr"/>
          <a:r>
            <a:rPr lang="en-US"/>
            <a:t>Centralized Schemes</a:t>
          </a:r>
        </a:p>
      </dgm:t>
    </dgm:pt>
    <dgm:pt modelId="{39A64369-4544-4EE4-AAD9-BD1EE2982F40}" type="parTrans" cxnId="{C6ED56C3-F0BC-45F4-891E-96D26E59B0DD}">
      <dgm:prSet/>
      <dgm:spPr/>
      <dgm:t>
        <a:bodyPr/>
        <a:lstStyle/>
        <a:p>
          <a:pPr algn="ctr"/>
          <a:endParaRPr lang="en-US"/>
        </a:p>
      </dgm:t>
    </dgm:pt>
    <dgm:pt modelId="{9697F2EB-6F43-4BBC-A592-01C5BEF700E9}" type="sibTrans" cxnId="{C6ED56C3-F0BC-45F4-891E-96D26E59B0DD}">
      <dgm:prSet/>
      <dgm:spPr/>
      <dgm:t>
        <a:bodyPr/>
        <a:lstStyle/>
        <a:p>
          <a:pPr algn="ctr"/>
          <a:endParaRPr lang="en-US"/>
        </a:p>
      </dgm:t>
    </dgm:pt>
    <dgm:pt modelId="{9F906343-7C12-4018-AA60-8739F8544D0E}">
      <dgm:prSet/>
      <dgm:spPr/>
      <dgm:t>
        <a:bodyPr/>
        <a:lstStyle/>
        <a:p>
          <a:pPr algn="ctr"/>
          <a:r>
            <a:rPr lang="en-US"/>
            <a:t>Master Process</a:t>
          </a:r>
        </a:p>
      </dgm:t>
    </dgm:pt>
    <dgm:pt modelId="{4AB81F8F-C993-4BD5-BD7B-3A22E16D850E}" type="parTrans" cxnId="{D783C2BC-F035-4DEB-81A1-54E1A35EE880}">
      <dgm:prSet/>
      <dgm:spPr/>
      <dgm:t>
        <a:bodyPr/>
        <a:lstStyle/>
        <a:p>
          <a:pPr algn="ctr"/>
          <a:endParaRPr lang="en-US"/>
        </a:p>
      </dgm:t>
    </dgm:pt>
    <dgm:pt modelId="{2D6817D0-EA00-42D5-8D3C-A7E8927A3086}" type="sibTrans" cxnId="{D783C2BC-F035-4DEB-81A1-54E1A35EE880}">
      <dgm:prSet/>
      <dgm:spPr/>
      <dgm:t>
        <a:bodyPr/>
        <a:lstStyle/>
        <a:p>
          <a:pPr algn="ctr"/>
          <a:endParaRPr lang="en-US"/>
        </a:p>
      </dgm:t>
    </dgm:pt>
    <dgm:pt modelId="{EFCCA64D-C44E-4777-98C6-31D28F646526}">
      <dgm:prSet/>
      <dgm:spPr/>
      <dgm:t>
        <a:bodyPr/>
        <a:lstStyle/>
        <a:p>
          <a:pPr algn="ctr"/>
          <a:r>
            <a:rPr lang="en-US"/>
            <a:t>Slave Processes</a:t>
          </a:r>
        </a:p>
      </dgm:t>
    </dgm:pt>
    <dgm:pt modelId="{0FA58334-A7CB-4201-806C-BCC656D9AE00}" type="parTrans" cxnId="{FF186E33-CCC8-4490-8B54-02428BF7FAD4}">
      <dgm:prSet/>
      <dgm:spPr/>
      <dgm:t>
        <a:bodyPr/>
        <a:lstStyle/>
        <a:p>
          <a:pPr algn="ctr"/>
          <a:endParaRPr lang="en-US"/>
        </a:p>
      </dgm:t>
    </dgm:pt>
    <dgm:pt modelId="{20154960-9FE1-4A70-9084-8C5754B9AADE}" type="sibTrans" cxnId="{FF186E33-CCC8-4490-8B54-02428BF7FAD4}">
      <dgm:prSet/>
      <dgm:spPr/>
      <dgm:t>
        <a:bodyPr/>
        <a:lstStyle/>
        <a:p>
          <a:pPr algn="ctr"/>
          <a:endParaRPr lang="en-US"/>
        </a:p>
      </dgm:t>
    </dgm:pt>
    <dgm:pt modelId="{E8EEFE7D-28FE-4C70-B3B7-608597782EEC}">
      <dgm:prSet/>
      <dgm:spPr/>
      <dgm:t>
        <a:bodyPr/>
        <a:lstStyle/>
        <a:p>
          <a:pPr algn="ctr"/>
          <a:r>
            <a:rPr lang="en-US" dirty="0"/>
            <a:t>Distributed Schemes       </a:t>
          </a:r>
        </a:p>
      </dgm:t>
    </dgm:pt>
    <dgm:pt modelId="{07C24C54-7573-4C19-877D-7FD82F9E62FA}" type="parTrans" cxnId="{E9E83F7B-07D6-4C59-9092-F72A130CB3B1}">
      <dgm:prSet/>
      <dgm:spPr/>
      <dgm:t>
        <a:bodyPr/>
        <a:lstStyle/>
        <a:p>
          <a:pPr algn="ctr"/>
          <a:endParaRPr lang="en-US"/>
        </a:p>
      </dgm:t>
    </dgm:pt>
    <dgm:pt modelId="{A661C618-0CCC-456E-9CCB-BE86821E67C2}" type="sibTrans" cxnId="{E9E83F7B-07D6-4C59-9092-F72A130CB3B1}">
      <dgm:prSet/>
      <dgm:spPr/>
      <dgm:t>
        <a:bodyPr/>
        <a:lstStyle/>
        <a:p>
          <a:pPr algn="ctr"/>
          <a:endParaRPr lang="en-US"/>
        </a:p>
      </dgm:t>
    </dgm:pt>
    <dgm:pt modelId="{1A67FCCE-BFA2-4D48-994F-FABDD137D537}" type="pres">
      <dgm:prSet presAssocID="{A0E92B08-DE01-4629-8F90-D01C8E9E0BCF}" presName="hierChild1" presStyleCnt="0">
        <dgm:presLayoutVars>
          <dgm:chPref val="1"/>
          <dgm:dir/>
          <dgm:animOne val="branch"/>
          <dgm:animLvl val="lvl"/>
          <dgm:resizeHandles/>
        </dgm:presLayoutVars>
      </dgm:prSet>
      <dgm:spPr/>
    </dgm:pt>
    <dgm:pt modelId="{F12D827C-AAF7-4138-8B19-A07EF1D40E9B}" type="pres">
      <dgm:prSet presAssocID="{6F5F40AB-12D0-41A6-A6DD-266E6CE91681}" presName="hierRoot1" presStyleCnt="0"/>
      <dgm:spPr/>
    </dgm:pt>
    <dgm:pt modelId="{E8F07C49-CF23-45B3-95DD-7283C231631F}" type="pres">
      <dgm:prSet presAssocID="{6F5F40AB-12D0-41A6-A6DD-266E6CE91681}" presName="composite" presStyleCnt="0"/>
      <dgm:spPr/>
    </dgm:pt>
    <dgm:pt modelId="{72198FEF-EF92-42FC-AD21-E256B544D34C}" type="pres">
      <dgm:prSet presAssocID="{6F5F40AB-12D0-41A6-A6DD-266E6CE91681}" presName="background" presStyleLbl="node0" presStyleIdx="0" presStyleCnt="1"/>
      <dgm:spPr/>
    </dgm:pt>
    <dgm:pt modelId="{37914C04-BCD0-4A8A-B41E-9A93EBF8329E}" type="pres">
      <dgm:prSet presAssocID="{6F5F40AB-12D0-41A6-A6DD-266E6CE91681}" presName="text" presStyleLbl="fgAcc0" presStyleIdx="0" presStyleCnt="1">
        <dgm:presLayoutVars>
          <dgm:chPref val="3"/>
        </dgm:presLayoutVars>
      </dgm:prSet>
      <dgm:spPr/>
    </dgm:pt>
    <dgm:pt modelId="{BA17006D-C543-4C01-A618-320FEC9F3D5F}" type="pres">
      <dgm:prSet presAssocID="{6F5F40AB-12D0-41A6-A6DD-266E6CE91681}" presName="hierChild2" presStyleCnt="0"/>
      <dgm:spPr/>
    </dgm:pt>
    <dgm:pt modelId="{2DE5CB73-3E62-4D4A-9B00-ABDBB9AAE7F0}" type="pres">
      <dgm:prSet presAssocID="{39A64369-4544-4EE4-AAD9-BD1EE2982F40}" presName="Name10" presStyleLbl="parChTrans1D2" presStyleIdx="0" presStyleCnt="2"/>
      <dgm:spPr/>
    </dgm:pt>
    <dgm:pt modelId="{BDA9E73A-531C-49F3-904E-60B0928A30AD}" type="pres">
      <dgm:prSet presAssocID="{9F9E0B20-58B6-4D8B-A49F-7E483A3BC1A7}" presName="hierRoot2" presStyleCnt="0"/>
      <dgm:spPr/>
    </dgm:pt>
    <dgm:pt modelId="{D8462B5C-46E1-4206-97BB-A22588A3BE64}" type="pres">
      <dgm:prSet presAssocID="{9F9E0B20-58B6-4D8B-A49F-7E483A3BC1A7}" presName="composite2" presStyleCnt="0"/>
      <dgm:spPr/>
    </dgm:pt>
    <dgm:pt modelId="{E63736AB-1745-4F68-BA4D-177CEAF194C9}" type="pres">
      <dgm:prSet presAssocID="{9F9E0B20-58B6-4D8B-A49F-7E483A3BC1A7}" presName="background2" presStyleLbl="node2" presStyleIdx="0" presStyleCnt="2"/>
      <dgm:spPr/>
    </dgm:pt>
    <dgm:pt modelId="{BB4871C0-0FDF-4132-8E87-B43965741250}" type="pres">
      <dgm:prSet presAssocID="{9F9E0B20-58B6-4D8B-A49F-7E483A3BC1A7}" presName="text2" presStyleLbl="fgAcc2" presStyleIdx="0" presStyleCnt="2">
        <dgm:presLayoutVars>
          <dgm:chPref val="3"/>
        </dgm:presLayoutVars>
      </dgm:prSet>
      <dgm:spPr/>
    </dgm:pt>
    <dgm:pt modelId="{0C610719-7F60-40A1-837F-38A30E4DA91A}" type="pres">
      <dgm:prSet presAssocID="{9F9E0B20-58B6-4D8B-A49F-7E483A3BC1A7}" presName="hierChild3" presStyleCnt="0"/>
      <dgm:spPr/>
    </dgm:pt>
    <dgm:pt modelId="{F7180771-312C-4B33-83ED-F63A5FC06BF2}" type="pres">
      <dgm:prSet presAssocID="{4AB81F8F-C993-4BD5-BD7B-3A22E16D850E}" presName="Name17" presStyleLbl="parChTrans1D3" presStyleIdx="0" presStyleCnt="2"/>
      <dgm:spPr/>
    </dgm:pt>
    <dgm:pt modelId="{876FE930-1CB3-45B8-97F3-5E252AF5E31A}" type="pres">
      <dgm:prSet presAssocID="{9F906343-7C12-4018-AA60-8739F8544D0E}" presName="hierRoot3" presStyleCnt="0"/>
      <dgm:spPr/>
    </dgm:pt>
    <dgm:pt modelId="{3129A759-36E4-466B-9C1E-341E39BAB9CC}" type="pres">
      <dgm:prSet presAssocID="{9F906343-7C12-4018-AA60-8739F8544D0E}" presName="composite3" presStyleCnt="0"/>
      <dgm:spPr/>
    </dgm:pt>
    <dgm:pt modelId="{463AAE64-A52E-46B1-80C0-C3D67D0B6F9E}" type="pres">
      <dgm:prSet presAssocID="{9F906343-7C12-4018-AA60-8739F8544D0E}" presName="background3" presStyleLbl="node3" presStyleIdx="0" presStyleCnt="2"/>
      <dgm:spPr/>
    </dgm:pt>
    <dgm:pt modelId="{B9B2F652-476F-4E40-AB10-2104C4DFDF93}" type="pres">
      <dgm:prSet presAssocID="{9F906343-7C12-4018-AA60-8739F8544D0E}" presName="text3" presStyleLbl="fgAcc3" presStyleIdx="0" presStyleCnt="2">
        <dgm:presLayoutVars>
          <dgm:chPref val="3"/>
        </dgm:presLayoutVars>
      </dgm:prSet>
      <dgm:spPr/>
    </dgm:pt>
    <dgm:pt modelId="{FD630440-2779-4687-A148-905F7972C964}" type="pres">
      <dgm:prSet presAssocID="{9F906343-7C12-4018-AA60-8739F8544D0E}" presName="hierChild4" presStyleCnt="0"/>
      <dgm:spPr/>
    </dgm:pt>
    <dgm:pt modelId="{48BB4EB5-3FCD-4151-B098-43D244EE6D9D}" type="pres">
      <dgm:prSet presAssocID="{0FA58334-A7CB-4201-806C-BCC656D9AE00}" presName="Name17" presStyleLbl="parChTrans1D3" presStyleIdx="1" presStyleCnt="2"/>
      <dgm:spPr/>
    </dgm:pt>
    <dgm:pt modelId="{D29EA590-64D5-49B3-AABC-9EF6400341C4}" type="pres">
      <dgm:prSet presAssocID="{EFCCA64D-C44E-4777-98C6-31D28F646526}" presName="hierRoot3" presStyleCnt="0"/>
      <dgm:spPr/>
    </dgm:pt>
    <dgm:pt modelId="{A193A38B-540C-4E77-A727-4B00D4933EAF}" type="pres">
      <dgm:prSet presAssocID="{EFCCA64D-C44E-4777-98C6-31D28F646526}" presName="composite3" presStyleCnt="0"/>
      <dgm:spPr/>
    </dgm:pt>
    <dgm:pt modelId="{B7B2BA11-6720-4DA3-83E1-D7E115BE4E67}" type="pres">
      <dgm:prSet presAssocID="{EFCCA64D-C44E-4777-98C6-31D28F646526}" presName="background3" presStyleLbl="node3" presStyleIdx="1" presStyleCnt="2"/>
      <dgm:spPr/>
    </dgm:pt>
    <dgm:pt modelId="{15F8F8E2-32E7-476A-A4BC-46A028BEFA0E}" type="pres">
      <dgm:prSet presAssocID="{EFCCA64D-C44E-4777-98C6-31D28F646526}" presName="text3" presStyleLbl="fgAcc3" presStyleIdx="1" presStyleCnt="2">
        <dgm:presLayoutVars>
          <dgm:chPref val="3"/>
        </dgm:presLayoutVars>
      </dgm:prSet>
      <dgm:spPr/>
    </dgm:pt>
    <dgm:pt modelId="{7C242EDF-41BB-48E6-B085-733A495B0A32}" type="pres">
      <dgm:prSet presAssocID="{EFCCA64D-C44E-4777-98C6-31D28F646526}" presName="hierChild4" presStyleCnt="0"/>
      <dgm:spPr/>
    </dgm:pt>
    <dgm:pt modelId="{D71B7AA0-7E4D-4044-A68E-9C866783837A}" type="pres">
      <dgm:prSet presAssocID="{07C24C54-7573-4C19-877D-7FD82F9E62FA}" presName="Name10" presStyleLbl="parChTrans1D2" presStyleIdx="1" presStyleCnt="2"/>
      <dgm:spPr/>
    </dgm:pt>
    <dgm:pt modelId="{A596A0BA-B5D8-4169-9677-742D559B977A}" type="pres">
      <dgm:prSet presAssocID="{E8EEFE7D-28FE-4C70-B3B7-608597782EEC}" presName="hierRoot2" presStyleCnt="0"/>
      <dgm:spPr/>
    </dgm:pt>
    <dgm:pt modelId="{2345BC2B-0A20-46DF-B943-FF73BBACF406}" type="pres">
      <dgm:prSet presAssocID="{E8EEFE7D-28FE-4C70-B3B7-608597782EEC}" presName="composite2" presStyleCnt="0"/>
      <dgm:spPr/>
    </dgm:pt>
    <dgm:pt modelId="{1F2982E5-8ADF-40EB-B1E7-F0C2B6E112BF}" type="pres">
      <dgm:prSet presAssocID="{E8EEFE7D-28FE-4C70-B3B7-608597782EEC}" presName="background2" presStyleLbl="node2" presStyleIdx="1" presStyleCnt="2"/>
      <dgm:spPr/>
    </dgm:pt>
    <dgm:pt modelId="{93E6B021-7928-466F-AF6C-E628F8267EA2}" type="pres">
      <dgm:prSet presAssocID="{E8EEFE7D-28FE-4C70-B3B7-608597782EEC}" presName="text2" presStyleLbl="fgAcc2" presStyleIdx="1" presStyleCnt="2">
        <dgm:presLayoutVars>
          <dgm:chPref val="3"/>
        </dgm:presLayoutVars>
      </dgm:prSet>
      <dgm:spPr/>
    </dgm:pt>
    <dgm:pt modelId="{E6A077E4-C4C0-488A-9B35-D72C7AB83293}" type="pres">
      <dgm:prSet presAssocID="{E8EEFE7D-28FE-4C70-B3B7-608597782EEC}" presName="hierChild3" presStyleCnt="0"/>
      <dgm:spPr/>
    </dgm:pt>
  </dgm:ptLst>
  <dgm:cxnLst>
    <dgm:cxn modelId="{CDDB4A02-F283-4311-848B-E9112AE56886}" type="presOf" srcId="{9F906343-7C12-4018-AA60-8739F8544D0E}" destId="{B9B2F652-476F-4E40-AB10-2104C4DFDF93}" srcOrd="0" destOrd="0" presId="urn:microsoft.com/office/officeart/2005/8/layout/hierarchy1"/>
    <dgm:cxn modelId="{FBBE472A-CF13-4CEC-B94D-7C98E8836F79}" srcId="{A0E92B08-DE01-4629-8F90-D01C8E9E0BCF}" destId="{6F5F40AB-12D0-41A6-A6DD-266E6CE91681}" srcOrd="0" destOrd="0" parTransId="{E07D9649-73E2-476C-8246-4E45BCD1B3F1}" sibTransId="{7BDF2F95-FD68-4550-9A11-199359551393}"/>
    <dgm:cxn modelId="{5F0D9C2C-1341-41DC-973D-6C39FEEB39D2}" type="presOf" srcId="{0FA58334-A7CB-4201-806C-BCC656D9AE00}" destId="{48BB4EB5-3FCD-4151-B098-43D244EE6D9D}" srcOrd="0" destOrd="0" presId="urn:microsoft.com/office/officeart/2005/8/layout/hierarchy1"/>
    <dgm:cxn modelId="{FF186E33-CCC8-4490-8B54-02428BF7FAD4}" srcId="{9F9E0B20-58B6-4D8B-A49F-7E483A3BC1A7}" destId="{EFCCA64D-C44E-4777-98C6-31D28F646526}" srcOrd="1" destOrd="0" parTransId="{0FA58334-A7CB-4201-806C-BCC656D9AE00}" sibTransId="{20154960-9FE1-4A70-9084-8C5754B9AADE}"/>
    <dgm:cxn modelId="{B715C95E-8697-43CB-8019-874A57772FB7}" type="presOf" srcId="{E8EEFE7D-28FE-4C70-B3B7-608597782EEC}" destId="{93E6B021-7928-466F-AF6C-E628F8267EA2}" srcOrd="0" destOrd="0" presId="urn:microsoft.com/office/officeart/2005/8/layout/hierarchy1"/>
    <dgm:cxn modelId="{9AF2D16A-DB42-4982-A9AC-FC84543BE6A9}" type="presOf" srcId="{6F5F40AB-12D0-41A6-A6DD-266E6CE91681}" destId="{37914C04-BCD0-4A8A-B41E-9A93EBF8329E}" srcOrd="0" destOrd="0" presId="urn:microsoft.com/office/officeart/2005/8/layout/hierarchy1"/>
    <dgm:cxn modelId="{37ED9F4C-BA13-4552-BE15-3486163D99EB}" type="presOf" srcId="{EFCCA64D-C44E-4777-98C6-31D28F646526}" destId="{15F8F8E2-32E7-476A-A4BC-46A028BEFA0E}" srcOrd="0" destOrd="0" presId="urn:microsoft.com/office/officeart/2005/8/layout/hierarchy1"/>
    <dgm:cxn modelId="{E9E83F7B-07D6-4C59-9092-F72A130CB3B1}" srcId="{6F5F40AB-12D0-41A6-A6DD-266E6CE91681}" destId="{E8EEFE7D-28FE-4C70-B3B7-608597782EEC}" srcOrd="1" destOrd="0" parTransId="{07C24C54-7573-4C19-877D-7FD82F9E62FA}" sibTransId="{A661C618-0CCC-456E-9CCB-BE86821E67C2}"/>
    <dgm:cxn modelId="{1C98F78E-57C0-454B-9226-BC8ED311F729}" type="presOf" srcId="{A0E92B08-DE01-4629-8F90-D01C8E9E0BCF}" destId="{1A67FCCE-BFA2-4D48-994F-FABDD137D537}" srcOrd="0" destOrd="0" presId="urn:microsoft.com/office/officeart/2005/8/layout/hierarchy1"/>
    <dgm:cxn modelId="{FF8507A0-7048-4819-8CA3-F1E4A6AE1920}" type="presOf" srcId="{07C24C54-7573-4C19-877D-7FD82F9E62FA}" destId="{D71B7AA0-7E4D-4044-A68E-9C866783837A}" srcOrd="0" destOrd="0" presId="urn:microsoft.com/office/officeart/2005/8/layout/hierarchy1"/>
    <dgm:cxn modelId="{D783C2BC-F035-4DEB-81A1-54E1A35EE880}" srcId="{9F9E0B20-58B6-4D8B-A49F-7E483A3BC1A7}" destId="{9F906343-7C12-4018-AA60-8739F8544D0E}" srcOrd="0" destOrd="0" parTransId="{4AB81F8F-C993-4BD5-BD7B-3A22E16D850E}" sibTransId="{2D6817D0-EA00-42D5-8D3C-A7E8927A3086}"/>
    <dgm:cxn modelId="{71A469BD-8F44-4A7A-9F8A-890F51AFD2D5}" type="presOf" srcId="{39A64369-4544-4EE4-AAD9-BD1EE2982F40}" destId="{2DE5CB73-3E62-4D4A-9B00-ABDBB9AAE7F0}" srcOrd="0" destOrd="0" presId="urn:microsoft.com/office/officeart/2005/8/layout/hierarchy1"/>
    <dgm:cxn modelId="{C6ED56C3-F0BC-45F4-891E-96D26E59B0DD}" srcId="{6F5F40AB-12D0-41A6-A6DD-266E6CE91681}" destId="{9F9E0B20-58B6-4D8B-A49F-7E483A3BC1A7}" srcOrd="0" destOrd="0" parTransId="{39A64369-4544-4EE4-AAD9-BD1EE2982F40}" sibTransId="{9697F2EB-6F43-4BBC-A592-01C5BEF700E9}"/>
    <dgm:cxn modelId="{1A2B9CDA-2DDA-4188-989E-63293481DEA9}" type="presOf" srcId="{4AB81F8F-C993-4BD5-BD7B-3A22E16D850E}" destId="{F7180771-312C-4B33-83ED-F63A5FC06BF2}" srcOrd="0" destOrd="0" presId="urn:microsoft.com/office/officeart/2005/8/layout/hierarchy1"/>
    <dgm:cxn modelId="{9F740CE7-A0ED-4D2A-8FC0-002D0B93EE21}" type="presOf" srcId="{9F9E0B20-58B6-4D8B-A49F-7E483A3BC1A7}" destId="{BB4871C0-0FDF-4132-8E87-B43965741250}" srcOrd="0" destOrd="0" presId="urn:microsoft.com/office/officeart/2005/8/layout/hierarchy1"/>
    <dgm:cxn modelId="{E21083AB-F29F-4B2B-89BF-05D7A3D5408F}" type="presParOf" srcId="{1A67FCCE-BFA2-4D48-994F-FABDD137D537}" destId="{F12D827C-AAF7-4138-8B19-A07EF1D40E9B}" srcOrd="0" destOrd="0" presId="urn:microsoft.com/office/officeart/2005/8/layout/hierarchy1"/>
    <dgm:cxn modelId="{CDA3C010-34B1-4779-9D1E-3B1D0A1888E1}" type="presParOf" srcId="{F12D827C-AAF7-4138-8B19-A07EF1D40E9B}" destId="{E8F07C49-CF23-45B3-95DD-7283C231631F}" srcOrd="0" destOrd="0" presId="urn:microsoft.com/office/officeart/2005/8/layout/hierarchy1"/>
    <dgm:cxn modelId="{6EA70367-8DC3-4CD6-9C9B-5C5DF3E4158A}" type="presParOf" srcId="{E8F07C49-CF23-45B3-95DD-7283C231631F}" destId="{72198FEF-EF92-42FC-AD21-E256B544D34C}" srcOrd="0" destOrd="0" presId="urn:microsoft.com/office/officeart/2005/8/layout/hierarchy1"/>
    <dgm:cxn modelId="{0CEE3F67-E336-42DB-BB20-07F908753B28}" type="presParOf" srcId="{E8F07C49-CF23-45B3-95DD-7283C231631F}" destId="{37914C04-BCD0-4A8A-B41E-9A93EBF8329E}" srcOrd="1" destOrd="0" presId="urn:microsoft.com/office/officeart/2005/8/layout/hierarchy1"/>
    <dgm:cxn modelId="{0FCD5942-B244-4BA4-BDF3-F3923FB5CBA0}" type="presParOf" srcId="{F12D827C-AAF7-4138-8B19-A07EF1D40E9B}" destId="{BA17006D-C543-4C01-A618-320FEC9F3D5F}" srcOrd="1" destOrd="0" presId="urn:microsoft.com/office/officeart/2005/8/layout/hierarchy1"/>
    <dgm:cxn modelId="{DD9768C9-2C51-42BC-A75B-0155180DB52A}" type="presParOf" srcId="{BA17006D-C543-4C01-A618-320FEC9F3D5F}" destId="{2DE5CB73-3E62-4D4A-9B00-ABDBB9AAE7F0}" srcOrd="0" destOrd="0" presId="urn:microsoft.com/office/officeart/2005/8/layout/hierarchy1"/>
    <dgm:cxn modelId="{9844A531-484D-4D05-B1E9-6A8DA5C89D36}" type="presParOf" srcId="{BA17006D-C543-4C01-A618-320FEC9F3D5F}" destId="{BDA9E73A-531C-49F3-904E-60B0928A30AD}" srcOrd="1" destOrd="0" presId="urn:microsoft.com/office/officeart/2005/8/layout/hierarchy1"/>
    <dgm:cxn modelId="{3FD17C2D-C1DB-451C-B9E4-646B4C218C08}" type="presParOf" srcId="{BDA9E73A-531C-49F3-904E-60B0928A30AD}" destId="{D8462B5C-46E1-4206-97BB-A22588A3BE64}" srcOrd="0" destOrd="0" presId="urn:microsoft.com/office/officeart/2005/8/layout/hierarchy1"/>
    <dgm:cxn modelId="{BD96CEEE-3AD3-4AA8-8381-ABB1149111CC}" type="presParOf" srcId="{D8462B5C-46E1-4206-97BB-A22588A3BE64}" destId="{E63736AB-1745-4F68-BA4D-177CEAF194C9}" srcOrd="0" destOrd="0" presId="urn:microsoft.com/office/officeart/2005/8/layout/hierarchy1"/>
    <dgm:cxn modelId="{8C67724C-BC92-456D-9835-E5F8877CC503}" type="presParOf" srcId="{D8462B5C-46E1-4206-97BB-A22588A3BE64}" destId="{BB4871C0-0FDF-4132-8E87-B43965741250}" srcOrd="1" destOrd="0" presId="urn:microsoft.com/office/officeart/2005/8/layout/hierarchy1"/>
    <dgm:cxn modelId="{16277F92-272F-4F10-9350-E699E9CADD62}" type="presParOf" srcId="{BDA9E73A-531C-49F3-904E-60B0928A30AD}" destId="{0C610719-7F60-40A1-837F-38A30E4DA91A}" srcOrd="1" destOrd="0" presId="urn:microsoft.com/office/officeart/2005/8/layout/hierarchy1"/>
    <dgm:cxn modelId="{9A8CC1E7-0E0B-4FBD-A006-B7E40C65B1BC}" type="presParOf" srcId="{0C610719-7F60-40A1-837F-38A30E4DA91A}" destId="{F7180771-312C-4B33-83ED-F63A5FC06BF2}" srcOrd="0" destOrd="0" presId="urn:microsoft.com/office/officeart/2005/8/layout/hierarchy1"/>
    <dgm:cxn modelId="{E51AEFD5-ACB2-4E01-B956-85DA699C31FB}" type="presParOf" srcId="{0C610719-7F60-40A1-837F-38A30E4DA91A}" destId="{876FE930-1CB3-45B8-97F3-5E252AF5E31A}" srcOrd="1" destOrd="0" presId="urn:microsoft.com/office/officeart/2005/8/layout/hierarchy1"/>
    <dgm:cxn modelId="{0D6B06FA-48F4-47A5-8DFC-94C079C41243}" type="presParOf" srcId="{876FE930-1CB3-45B8-97F3-5E252AF5E31A}" destId="{3129A759-36E4-466B-9C1E-341E39BAB9CC}" srcOrd="0" destOrd="0" presId="urn:microsoft.com/office/officeart/2005/8/layout/hierarchy1"/>
    <dgm:cxn modelId="{A3CDE76E-A55E-44F5-8A38-4C1F3FD2A20C}" type="presParOf" srcId="{3129A759-36E4-466B-9C1E-341E39BAB9CC}" destId="{463AAE64-A52E-46B1-80C0-C3D67D0B6F9E}" srcOrd="0" destOrd="0" presId="urn:microsoft.com/office/officeart/2005/8/layout/hierarchy1"/>
    <dgm:cxn modelId="{AAF64556-AB1E-4206-9691-921C96AEC84B}" type="presParOf" srcId="{3129A759-36E4-466B-9C1E-341E39BAB9CC}" destId="{B9B2F652-476F-4E40-AB10-2104C4DFDF93}" srcOrd="1" destOrd="0" presId="urn:microsoft.com/office/officeart/2005/8/layout/hierarchy1"/>
    <dgm:cxn modelId="{13D00EE5-9BC4-4B08-AED5-7DE01247DA16}" type="presParOf" srcId="{876FE930-1CB3-45B8-97F3-5E252AF5E31A}" destId="{FD630440-2779-4687-A148-905F7972C964}" srcOrd="1" destOrd="0" presId="urn:microsoft.com/office/officeart/2005/8/layout/hierarchy1"/>
    <dgm:cxn modelId="{DA845787-179F-49B7-B006-CD60D8BFF209}" type="presParOf" srcId="{0C610719-7F60-40A1-837F-38A30E4DA91A}" destId="{48BB4EB5-3FCD-4151-B098-43D244EE6D9D}" srcOrd="2" destOrd="0" presId="urn:microsoft.com/office/officeart/2005/8/layout/hierarchy1"/>
    <dgm:cxn modelId="{1F74D86B-8431-415A-922E-16838D36CEB9}" type="presParOf" srcId="{0C610719-7F60-40A1-837F-38A30E4DA91A}" destId="{D29EA590-64D5-49B3-AABC-9EF6400341C4}" srcOrd="3" destOrd="0" presId="urn:microsoft.com/office/officeart/2005/8/layout/hierarchy1"/>
    <dgm:cxn modelId="{1B122AB6-6D93-4E50-9799-5E5397BBC55F}" type="presParOf" srcId="{D29EA590-64D5-49B3-AABC-9EF6400341C4}" destId="{A193A38B-540C-4E77-A727-4B00D4933EAF}" srcOrd="0" destOrd="0" presId="urn:microsoft.com/office/officeart/2005/8/layout/hierarchy1"/>
    <dgm:cxn modelId="{C2F6AE8F-AD85-43B4-80E8-AF5C057E182C}" type="presParOf" srcId="{A193A38B-540C-4E77-A727-4B00D4933EAF}" destId="{B7B2BA11-6720-4DA3-83E1-D7E115BE4E67}" srcOrd="0" destOrd="0" presId="urn:microsoft.com/office/officeart/2005/8/layout/hierarchy1"/>
    <dgm:cxn modelId="{391B5480-7758-4494-85F4-473DC09E8A30}" type="presParOf" srcId="{A193A38B-540C-4E77-A727-4B00D4933EAF}" destId="{15F8F8E2-32E7-476A-A4BC-46A028BEFA0E}" srcOrd="1" destOrd="0" presId="urn:microsoft.com/office/officeart/2005/8/layout/hierarchy1"/>
    <dgm:cxn modelId="{3EC8D2A1-ACC0-4916-8381-CAC8988C8C17}" type="presParOf" srcId="{D29EA590-64D5-49B3-AABC-9EF6400341C4}" destId="{7C242EDF-41BB-48E6-B085-733A495B0A32}" srcOrd="1" destOrd="0" presId="urn:microsoft.com/office/officeart/2005/8/layout/hierarchy1"/>
    <dgm:cxn modelId="{C18E85E1-A08E-4AAB-9D9A-688AADC0AC28}" type="presParOf" srcId="{BA17006D-C543-4C01-A618-320FEC9F3D5F}" destId="{D71B7AA0-7E4D-4044-A68E-9C866783837A}" srcOrd="2" destOrd="0" presId="urn:microsoft.com/office/officeart/2005/8/layout/hierarchy1"/>
    <dgm:cxn modelId="{5FDE5D4B-2730-4B57-AFB8-7A167BE87BAF}" type="presParOf" srcId="{BA17006D-C543-4C01-A618-320FEC9F3D5F}" destId="{A596A0BA-B5D8-4169-9677-742D559B977A}" srcOrd="3" destOrd="0" presId="urn:microsoft.com/office/officeart/2005/8/layout/hierarchy1"/>
    <dgm:cxn modelId="{B10BD67A-9EA4-4450-AE13-9D0A1AE8F9C0}" type="presParOf" srcId="{A596A0BA-B5D8-4169-9677-742D559B977A}" destId="{2345BC2B-0A20-46DF-B943-FF73BBACF406}" srcOrd="0" destOrd="0" presId="urn:microsoft.com/office/officeart/2005/8/layout/hierarchy1"/>
    <dgm:cxn modelId="{24E22C2A-F71E-4831-BCE2-1609F7EAC942}" type="presParOf" srcId="{2345BC2B-0A20-46DF-B943-FF73BBACF406}" destId="{1F2982E5-8ADF-40EB-B1E7-F0C2B6E112BF}" srcOrd="0" destOrd="0" presId="urn:microsoft.com/office/officeart/2005/8/layout/hierarchy1"/>
    <dgm:cxn modelId="{8F0EFC50-3E70-44A6-9FD6-F885AB2E0ADF}" type="presParOf" srcId="{2345BC2B-0A20-46DF-B943-FF73BBACF406}" destId="{93E6B021-7928-466F-AF6C-E628F8267EA2}" srcOrd="1" destOrd="0" presId="urn:microsoft.com/office/officeart/2005/8/layout/hierarchy1"/>
    <dgm:cxn modelId="{C7BD4F4A-70B4-4E14-82E1-197BE9533A7B}" type="presParOf" srcId="{A596A0BA-B5D8-4169-9677-742D559B977A}" destId="{E6A077E4-C4C0-488A-9B35-D72C7AB83293}"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5E7D154-7C62-4157-9C23-E72C552798FC}" type="doc">
      <dgm:prSet loTypeId="urn:microsoft.com/office/officeart/2005/8/layout/process4" loCatId="process" qsTypeId="urn:microsoft.com/office/officeart/2005/8/quickstyle/simple1" qsCatId="simple" csTypeId="urn:microsoft.com/office/officeart/2005/8/colors/colorful5" csCatId="colorful"/>
      <dgm:spPr/>
      <dgm:t>
        <a:bodyPr/>
        <a:lstStyle/>
        <a:p>
          <a:endParaRPr lang="en-US"/>
        </a:p>
      </dgm:t>
    </dgm:pt>
    <dgm:pt modelId="{1B1723C2-E3F6-45A0-8501-ED301E2B09CA}">
      <dgm:prSet/>
      <dgm:spPr/>
      <dgm:t>
        <a:bodyPr/>
        <a:lstStyle/>
        <a:p>
          <a:r>
            <a:rPr lang="en-US" dirty="0"/>
            <a:t>All executable tasks are maintained in a common central data structure, or they are maintained by a special process. If a special process is designated to manage the pool of available tasks, then it is often referred to as the master and the other processes that depend on the master to obtain work are referred to as slaves. </a:t>
          </a:r>
        </a:p>
      </dgm:t>
    </dgm:pt>
    <dgm:pt modelId="{0A58C629-FDF5-4965-B003-56F582FAD779}" type="parTrans" cxnId="{BD85463B-49A5-48AF-8352-74CCD8A13E78}">
      <dgm:prSet/>
      <dgm:spPr/>
      <dgm:t>
        <a:bodyPr/>
        <a:lstStyle/>
        <a:p>
          <a:endParaRPr lang="en-US"/>
        </a:p>
      </dgm:t>
    </dgm:pt>
    <dgm:pt modelId="{B55B0305-BF91-42FE-B4D3-C922E5E6E249}" type="sibTrans" cxnId="{BD85463B-49A5-48AF-8352-74CCD8A13E78}">
      <dgm:prSet/>
      <dgm:spPr/>
      <dgm:t>
        <a:bodyPr/>
        <a:lstStyle/>
        <a:p>
          <a:endParaRPr lang="en-US"/>
        </a:p>
      </dgm:t>
    </dgm:pt>
    <dgm:pt modelId="{8212A698-A89B-4731-9913-E0F27AC74B3D}">
      <dgm:prSet/>
      <dgm:spPr/>
      <dgm:t>
        <a:bodyPr/>
        <a:lstStyle/>
        <a:p>
          <a:r>
            <a:rPr lang="en-US"/>
            <a:t>Whenever a process has no work, it takes a portion of available work from the central data structure or the master process.</a:t>
          </a:r>
        </a:p>
      </dgm:t>
    </dgm:pt>
    <dgm:pt modelId="{F7AE6EE6-CDD6-4BBC-BC65-B1AF2FB2EAEC}" type="parTrans" cxnId="{3BBEFEA5-A74A-4A3F-8ADA-63C04FA7CFD4}">
      <dgm:prSet/>
      <dgm:spPr/>
      <dgm:t>
        <a:bodyPr/>
        <a:lstStyle/>
        <a:p>
          <a:endParaRPr lang="en-US"/>
        </a:p>
      </dgm:t>
    </dgm:pt>
    <dgm:pt modelId="{325CA405-35E4-45DF-9883-380895B59D73}" type="sibTrans" cxnId="{3BBEFEA5-A74A-4A3F-8ADA-63C04FA7CFD4}">
      <dgm:prSet/>
      <dgm:spPr/>
      <dgm:t>
        <a:bodyPr/>
        <a:lstStyle/>
        <a:p>
          <a:endParaRPr lang="en-US"/>
        </a:p>
      </dgm:t>
    </dgm:pt>
    <dgm:pt modelId="{2E2D1E49-12A1-4D9C-BB56-6721B2121974}">
      <dgm:prSet/>
      <dgm:spPr/>
      <dgm:t>
        <a:bodyPr/>
        <a:lstStyle/>
        <a:p>
          <a:r>
            <a:rPr lang="en-US"/>
            <a:t>When a new task is generated, it is added to this centralized data structure or reported to the master process. </a:t>
          </a:r>
        </a:p>
      </dgm:t>
    </dgm:pt>
    <dgm:pt modelId="{226E2F99-6CB5-402E-AF65-137020963EA0}" type="parTrans" cxnId="{700F3A29-C10D-4489-9C59-97671B386617}">
      <dgm:prSet/>
      <dgm:spPr/>
      <dgm:t>
        <a:bodyPr/>
        <a:lstStyle/>
        <a:p>
          <a:endParaRPr lang="en-US"/>
        </a:p>
      </dgm:t>
    </dgm:pt>
    <dgm:pt modelId="{A4A91FA3-76AD-4AC3-BBE0-8CF1958FAB37}" type="sibTrans" cxnId="{700F3A29-C10D-4489-9C59-97671B386617}">
      <dgm:prSet/>
      <dgm:spPr/>
      <dgm:t>
        <a:bodyPr/>
        <a:lstStyle/>
        <a:p>
          <a:endParaRPr lang="en-US"/>
        </a:p>
      </dgm:t>
    </dgm:pt>
    <dgm:pt modelId="{2A3B8C7E-B3C0-420F-A71B-72BA7F1A5C60}" type="pres">
      <dgm:prSet presAssocID="{E5E7D154-7C62-4157-9C23-E72C552798FC}" presName="Name0" presStyleCnt="0">
        <dgm:presLayoutVars>
          <dgm:dir/>
          <dgm:animLvl val="lvl"/>
          <dgm:resizeHandles val="exact"/>
        </dgm:presLayoutVars>
      </dgm:prSet>
      <dgm:spPr/>
    </dgm:pt>
    <dgm:pt modelId="{37DAD4C9-6424-4515-8928-3993FCEB2142}" type="pres">
      <dgm:prSet presAssocID="{2E2D1E49-12A1-4D9C-BB56-6721B2121974}" presName="boxAndChildren" presStyleCnt="0"/>
      <dgm:spPr/>
    </dgm:pt>
    <dgm:pt modelId="{90E8DADB-A137-449F-B6D5-8C250EFFB09D}" type="pres">
      <dgm:prSet presAssocID="{2E2D1E49-12A1-4D9C-BB56-6721B2121974}" presName="parentTextBox" presStyleLbl="node1" presStyleIdx="0" presStyleCnt="3"/>
      <dgm:spPr/>
    </dgm:pt>
    <dgm:pt modelId="{39B30911-AA34-4EAB-BEC4-1D7086B513AA}" type="pres">
      <dgm:prSet presAssocID="{325CA405-35E4-45DF-9883-380895B59D73}" presName="sp" presStyleCnt="0"/>
      <dgm:spPr/>
    </dgm:pt>
    <dgm:pt modelId="{9F03EB29-1D0E-4CD6-BC43-9E56CF434D17}" type="pres">
      <dgm:prSet presAssocID="{8212A698-A89B-4731-9913-E0F27AC74B3D}" presName="arrowAndChildren" presStyleCnt="0"/>
      <dgm:spPr/>
    </dgm:pt>
    <dgm:pt modelId="{C3FEB510-409C-4BAF-9BF6-B284BB8095C9}" type="pres">
      <dgm:prSet presAssocID="{8212A698-A89B-4731-9913-E0F27AC74B3D}" presName="parentTextArrow" presStyleLbl="node1" presStyleIdx="1" presStyleCnt="3"/>
      <dgm:spPr/>
    </dgm:pt>
    <dgm:pt modelId="{E99FE2B9-DECE-4279-8069-A84A0549DA76}" type="pres">
      <dgm:prSet presAssocID="{B55B0305-BF91-42FE-B4D3-C922E5E6E249}" presName="sp" presStyleCnt="0"/>
      <dgm:spPr/>
    </dgm:pt>
    <dgm:pt modelId="{FFE02E81-DF4D-4E74-98F0-7F4A71D8A013}" type="pres">
      <dgm:prSet presAssocID="{1B1723C2-E3F6-45A0-8501-ED301E2B09CA}" presName="arrowAndChildren" presStyleCnt="0"/>
      <dgm:spPr/>
    </dgm:pt>
    <dgm:pt modelId="{1AB8DEB8-1829-4408-AEC9-23A69A954C2A}" type="pres">
      <dgm:prSet presAssocID="{1B1723C2-E3F6-45A0-8501-ED301E2B09CA}" presName="parentTextArrow" presStyleLbl="node1" presStyleIdx="2" presStyleCnt="3"/>
      <dgm:spPr/>
    </dgm:pt>
  </dgm:ptLst>
  <dgm:cxnLst>
    <dgm:cxn modelId="{9DAD911E-C5D9-4A2D-BC26-62EBC7C97A16}" type="presOf" srcId="{8212A698-A89B-4731-9913-E0F27AC74B3D}" destId="{C3FEB510-409C-4BAF-9BF6-B284BB8095C9}" srcOrd="0" destOrd="0" presId="urn:microsoft.com/office/officeart/2005/8/layout/process4"/>
    <dgm:cxn modelId="{700F3A29-C10D-4489-9C59-97671B386617}" srcId="{E5E7D154-7C62-4157-9C23-E72C552798FC}" destId="{2E2D1E49-12A1-4D9C-BB56-6721B2121974}" srcOrd="2" destOrd="0" parTransId="{226E2F99-6CB5-402E-AF65-137020963EA0}" sibTransId="{A4A91FA3-76AD-4AC3-BBE0-8CF1958FAB37}"/>
    <dgm:cxn modelId="{BD85463B-49A5-48AF-8352-74CCD8A13E78}" srcId="{E5E7D154-7C62-4157-9C23-E72C552798FC}" destId="{1B1723C2-E3F6-45A0-8501-ED301E2B09CA}" srcOrd="0" destOrd="0" parTransId="{0A58C629-FDF5-4965-B003-56F582FAD779}" sibTransId="{B55B0305-BF91-42FE-B4D3-C922E5E6E249}"/>
    <dgm:cxn modelId="{3A3A4267-2860-462A-8A8A-B91BB370BA78}" type="presOf" srcId="{2E2D1E49-12A1-4D9C-BB56-6721B2121974}" destId="{90E8DADB-A137-449F-B6D5-8C250EFFB09D}" srcOrd="0" destOrd="0" presId="urn:microsoft.com/office/officeart/2005/8/layout/process4"/>
    <dgm:cxn modelId="{20E6B052-2491-46C9-B73B-820121CD5863}" type="presOf" srcId="{1B1723C2-E3F6-45A0-8501-ED301E2B09CA}" destId="{1AB8DEB8-1829-4408-AEC9-23A69A954C2A}" srcOrd="0" destOrd="0" presId="urn:microsoft.com/office/officeart/2005/8/layout/process4"/>
    <dgm:cxn modelId="{A8FF279A-60E0-4728-80CA-F9AFDCAC198E}" type="presOf" srcId="{E5E7D154-7C62-4157-9C23-E72C552798FC}" destId="{2A3B8C7E-B3C0-420F-A71B-72BA7F1A5C60}" srcOrd="0" destOrd="0" presId="urn:microsoft.com/office/officeart/2005/8/layout/process4"/>
    <dgm:cxn modelId="{3BBEFEA5-A74A-4A3F-8ADA-63C04FA7CFD4}" srcId="{E5E7D154-7C62-4157-9C23-E72C552798FC}" destId="{8212A698-A89B-4731-9913-E0F27AC74B3D}" srcOrd="1" destOrd="0" parTransId="{F7AE6EE6-CDD6-4BBC-BC65-B1AF2FB2EAEC}" sibTransId="{325CA405-35E4-45DF-9883-380895B59D73}"/>
    <dgm:cxn modelId="{819C3833-94C3-4DB4-A66C-6F660DDC2A53}" type="presParOf" srcId="{2A3B8C7E-B3C0-420F-A71B-72BA7F1A5C60}" destId="{37DAD4C9-6424-4515-8928-3993FCEB2142}" srcOrd="0" destOrd="0" presId="urn:microsoft.com/office/officeart/2005/8/layout/process4"/>
    <dgm:cxn modelId="{171EAC45-3DA8-4361-8A9D-8D5B116758E6}" type="presParOf" srcId="{37DAD4C9-6424-4515-8928-3993FCEB2142}" destId="{90E8DADB-A137-449F-B6D5-8C250EFFB09D}" srcOrd="0" destOrd="0" presId="urn:microsoft.com/office/officeart/2005/8/layout/process4"/>
    <dgm:cxn modelId="{151AA716-82F5-4AA5-90DE-AC43FAB06E9F}" type="presParOf" srcId="{2A3B8C7E-B3C0-420F-A71B-72BA7F1A5C60}" destId="{39B30911-AA34-4EAB-BEC4-1D7086B513AA}" srcOrd="1" destOrd="0" presId="urn:microsoft.com/office/officeart/2005/8/layout/process4"/>
    <dgm:cxn modelId="{1A17C018-4814-4CC5-BC64-20649F687DB7}" type="presParOf" srcId="{2A3B8C7E-B3C0-420F-A71B-72BA7F1A5C60}" destId="{9F03EB29-1D0E-4CD6-BC43-9E56CF434D17}" srcOrd="2" destOrd="0" presId="urn:microsoft.com/office/officeart/2005/8/layout/process4"/>
    <dgm:cxn modelId="{92369226-E360-4BB9-8F83-7C1A37409566}" type="presParOf" srcId="{9F03EB29-1D0E-4CD6-BC43-9E56CF434D17}" destId="{C3FEB510-409C-4BAF-9BF6-B284BB8095C9}" srcOrd="0" destOrd="0" presId="urn:microsoft.com/office/officeart/2005/8/layout/process4"/>
    <dgm:cxn modelId="{5754F644-18CA-49B7-9AB9-07E0DB1D7BEB}" type="presParOf" srcId="{2A3B8C7E-B3C0-420F-A71B-72BA7F1A5C60}" destId="{E99FE2B9-DECE-4279-8069-A84A0549DA76}" srcOrd="3" destOrd="0" presId="urn:microsoft.com/office/officeart/2005/8/layout/process4"/>
    <dgm:cxn modelId="{DF02B229-EE2F-442D-801D-3A040E450BE0}" type="presParOf" srcId="{2A3B8C7E-B3C0-420F-A71B-72BA7F1A5C60}" destId="{FFE02E81-DF4D-4E74-98F0-7F4A71D8A013}" srcOrd="4" destOrd="0" presId="urn:microsoft.com/office/officeart/2005/8/layout/process4"/>
    <dgm:cxn modelId="{67EB57EA-566F-4F3C-A8A0-D681B8E81104}" type="presParOf" srcId="{FFE02E81-DF4D-4E74-98F0-7F4A71D8A013}" destId="{1AB8DEB8-1829-4408-AEC9-23A69A954C2A}"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B0B8114-83D3-4304-BB28-AEE90488EDC9}"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PK"/>
        </a:p>
      </dgm:t>
    </dgm:pt>
    <dgm:pt modelId="{8E7E0659-F888-43B4-A0AE-482F22A2F4A0}">
      <dgm:prSet/>
      <dgm:spPr/>
      <dgm:t>
        <a:bodyPr/>
        <a:lstStyle/>
        <a:p>
          <a:r>
            <a:rPr lang="en-US" dirty="0"/>
            <a:t>Centralized load balancing schemes are usually easier to implement than distributed schemes.</a:t>
          </a:r>
          <a:endParaRPr lang="en-PK" dirty="0"/>
        </a:p>
      </dgm:t>
    </dgm:pt>
    <dgm:pt modelId="{6D5F7FC2-D9BC-4C31-8DC8-EE5D338B9A48}" type="parTrans" cxnId="{A2AC5DAC-FCC4-46DA-9452-4499106073F7}">
      <dgm:prSet/>
      <dgm:spPr/>
      <dgm:t>
        <a:bodyPr/>
        <a:lstStyle/>
        <a:p>
          <a:endParaRPr lang="en-PK"/>
        </a:p>
      </dgm:t>
    </dgm:pt>
    <dgm:pt modelId="{AB29DF9C-7D14-46A7-A873-69D1458B99EA}" type="sibTrans" cxnId="{A2AC5DAC-FCC4-46DA-9452-4499106073F7}">
      <dgm:prSet/>
      <dgm:spPr/>
      <dgm:t>
        <a:bodyPr/>
        <a:lstStyle/>
        <a:p>
          <a:endParaRPr lang="en-PK"/>
        </a:p>
      </dgm:t>
    </dgm:pt>
    <dgm:pt modelId="{DB26F7D7-2436-4555-8E81-7C33E86A910E}">
      <dgm:prSet/>
      <dgm:spPr/>
      <dgm:t>
        <a:bodyPr/>
        <a:lstStyle/>
        <a:p>
          <a:r>
            <a:rPr lang="en-US" dirty="0"/>
            <a:t>If number of processes increases, master may become the bottleneck. </a:t>
          </a:r>
          <a:endParaRPr lang="en-PK" dirty="0"/>
        </a:p>
      </dgm:t>
    </dgm:pt>
    <dgm:pt modelId="{260975F9-5266-4337-8D62-408FA82C368A}" type="parTrans" cxnId="{DC0CA769-B104-40D4-87FA-EEB9E040D63A}">
      <dgm:prSet/>
      <dgm:spPr/>
      <dgm:t>
        <a:bodyPr/>
        <a:lstStyle/>
        <a:p>
          <a:endParaRPr lang="en-PK"/>
        </a:p>
      </dgm:t>
    </dgm:pt>
    <dgm:pt modelId="{0B5DE743-662D-407A-8350-25EDD5820DC0}" type="sibTrans" cxnId="{DC0CA769-B104-40D4-87FA-EEB9E040D63A}">
      <dgm:prSet/>
      <dgm:spPr/>
      <dgm:t>
        <a:bodyPr/>
        <a:lstStyle/>
        <a:p>
          <a:endParaRPr lang="en-PK"/>
        </a:p>
      </dgm:t>
    </dgm:pt>
    <dgm:pt modelId="{B143F7F0-0F2E-4596-AAB7-AE34BFD6911E}">
      <dgm:prSet/>
      <dgm:spPr/>
      <dgm:t>
        <a:bodyPr/>
        <a:lstStyle/>
        <a:p>
          <a:r>
            <a:rPr lang="en-US" dirty="0"/>
            <a:t>Chunk scheduling: A process picks up multiple tasks at once. </a:t>
          </a:r>
          <a:endParaRPr lang="en-PK" dirty="0"/>
        </a:p>
      </dgm:t>
    </dgm:pt>
    <dgm:pt modelId="{18A6B0E5-A882-4DE1-8369-3A73A1ABEF42}" type="parTrans" cxnId="{A1FC0F41-4AF6-4FEF-A5CE-02ACE4B9A3B6}">
      <dgm:prSet/>
      <dgm:spPr/>
      <dgm:t>
        <a:bodyPr/>
        <a:lstStyle/>
        <a:p>
          <a:endParaRPr lang="en-PK"/>
        </a:p>
      </dgm:t>
    </dgm:pt>
    <dgm:pt modelId="{B2DD2343-CF11-4046-8402-060404487CA2}" type="sibTrans" cxnId="{A1FC0F41-4AF6-4FEF-A5CE-02ACE4B9A3B6}">
      <dgm:prSet/>
      <dgm:spPr/>
      <dgm:t>
        <a:bodyPr/>
        <a:lstStyle/>
        <a:p>
          <a:endParaRPr lang="en-PK"/>
        </a:p>
      </dgm:t>
    </dgm:pt>
    <dgm:pt modelId="{36FBBA40-B99A-4080-AC16-4773F43F7388}">
      <dgm:prSet/>
      <dgm:spPr/>
      <dgm:t>
        <a:bodyPr/>
        <a:lstStyle/>
        <a:p>
          <a:r>
            <a:rPr lang="en-US"/>
            <a:t>Large chunk sizes may lead to significant load imbalances as well. </a:t>
          </a:r>
          <a:endParaRPr lang="en-PK"/>
        </a:p>
      </dgm:t>
    </dgm:pt>
    <dgm:pt modelId="{4F2B7949-BF8F-48EA-96A2-C0E0D24193D5}" type="parTrans" cxnId="{94232785-C169-456A-9DA1-F37491A87FE0}">
      <dgm:prSet/>
      <dgm:spPr/>
      <dgm:t>
        <a:bodyPr/>
        <a:lstStyle/>
        <a:p>
          <a:endParaRPr lang="en-PK"/>
        </a:p>
      </dgm:t>
    </dgm:pt>
    <dgm:pt modelId="{E0D7DEAD-F127-47E2-A472-1C81014CB9DD}" type="sibTrans" cxnId="{94232785-C169-456A-9DA1-F37491A87FE0}">
      <dgm:prSet/>
      <dgm:spPr/>
      <dgm:t>
        <a:bodyPr/>
        <a:lstStyle/>
        <a:p>
          <a:endParaRPr lang="en-PK"/>
        </a:p>
      </dgm:t>
    </dgm:pt>
    <dgm:pt modelId="{CEA48B14-6851-49BD-83FB-51C1BA03BDAF}">
      <dgm:prSet/>
      <dgm:spPr/>
      <dgm:t>
        <a:bodyPr/>
        <a:lstStyle/>
        <a:p>
          <a:r>
            <a:rPr lang="en-US" dirty="0"/>
            <a:t>Schemes to gradually decrease chunk size as the computation progresses.</a:t>
          </a:r>
          <a:endParaRPr lang="en-PK" dirty="0"/>
        </a:p>
      </dgm:t>
    </dgm:pt>
    <dgm:pt modelId="{A0C35C07-DAD3-4BC3-96CA-51C6BF06C6DC}" type="parTrans" cxnId="{6B60D02F-7E0D-49F9-A91E-A5DF45EE1674}">
      <dgm:prSet/>
      <dgm:spPr/>
      <dgm:t>
        <a:bodyPr/>
        <a:lstStyle/>
        <a:p>
          <a:endParaRPr lang="en-PK"/>
        </a:p>
      </dgm:t>
    </dgm:pt>
    <dgm:pt modelId="{E18E481C-BD1C-4CF0-873D-D992CEA8696B}" type="sibTrans" cxnId="{6B60D02F-7E0D-49F9-A91E-A5DF45EE1674}">
      <dgm:prSet/>
      <dgm:spPr/>
      <dgm:t>
        <a:bodyPr/>
        <a:lstStyle/>
        <a:p>
          <a:endParaRPr lang="en-PK"/>
        </a:p>
      </dgm:t>
    </dgm:pt>
    <dgm:pt modelId="{C387E128-6330-4626-981A-54F72CFB681D}" type="pres">
      <dgm:prSet presAssocID="{1B0B8114-83D3-4304-BB28-AEE90488EDC9}" presName="Name0" presStyleCnt="0">
        <dgm:presLayoutVars>
          <dgm:dir/>
          <dgm:animLvl val="lvl"/>
          <dgm:resizeHandles val="exact"/>
        </dgm:presLayoutVars>
      </dgm:prSet>
      <dgm:spPr/>
    </dgm:pt>
    <dgm:pt modelId="{048EBADB-5F9E-42CB-8BCB-1744DB84BA10}" type="pres">
      <dgm:prSet presAssocID="{B143F7F0-0F2E-4596-AAB7-AE34BFD6911E}" presName="boxAndChildren" presStyleCnt="0"/>
      <dgm:spPr/>
    </dgm:pt>
    <dgm:pt modelId="{F79C8C70-C2A6-4F0C-B13A-2F6D1EBE9710}" type="pres">
      <dgm:prSet presAssocID="{B143F7F0-0F2E-4596-AAB7-AE34BFD6911E}" presName="parentTextBox" presStyleLbl="node1" presStyleIdx="0" presStyleCnt="3"/>
      <dgm:spPr/>
    </dgm:pt>
    <dgm:pt modelId="{70AB9413-1719-4737-8757-C3E4378C701A}" type="pres">
      <dgm:prSet presAssocID="{B143F7F0-0F2E-4596-AAB7-AE34BFD6911E}" presName="entireBox" presStyleLbl="node1" presStyleIdx="0" presStyleCnt="3"/>
      <dgm:spPr/>
    </dgm:pt>
    <dgm:pt modelId="{6AB1B6F3-F7EC-4DA3-88D7-31687393EDDB}" type="pres">
      <dgm:prSet presAssocID="{B143F7F0-0F2E-4596-AAB7-AE34BFD6911E}" presName="descendantBox" presStyleCnt="0"/>
      <dgm:spPr/>
    </dgm:pt>
    <dgm:pt modelId="{772D7D63-E280-408E-92C5-293DA3480473}" type="pres">
      <dgm:prSet presAssocID="{36FBBA40-B99A-4080-AC16-4773F43F7388}" presName="childTextBox" presStyleLbl="fgAccFollowNode1" presStyleIdx="0" presStyleCnt="2">
        <dgm:presLayoutVars>
          <dgm:bulletEnabled val="1"/>
        </dgm:presLayoutVars>
      </dgm:prSet>
      <dgm:spPr/>
    </dgm:pt>
    <dgm:pt modelId="{CCA118F5-DF11-4E23-A330-2AEFEC1380D3}" type="pres">
      <dgm:prSet presAssocID="{CEA48B14-6851-49BD-83FB-51C1BA03BDAF}" presName="childTextBox" presStyleLbl="fgAccFollowNode1" presStyleIdx="1" presStyleCnt="2">
        <dgm:presLayoutVars>
          <dgm:bulletEnabled val="1"/>
        </dgm:presLayoutVars>
      </dgm:prSet>
      <dgm:spPr/>
    </dgm:pt>
    <dgm:pt modelId="{B9BEFEB5-7D0B-4E90-8C2B-4839264A7129}" type="pres">
      <dgm:prSet presAssocID="{0B5DE743-662D-407A-8350-25EDD5820DC0}" presName="sp" presStyleCnt="0"/>
      <dgm:spPr/>
    </dgm:pt>
    <dgm:pt modelId="{95CF0C0C-BAEC-4638-A152-9EDA73E8EA43}" type="pres">
      <dgm:prSet presAssocID="{DB26F7D7-2436-4555-8E81-7C33E86A910E}" presName="arrowAndChildren" presStyleCnt="0"/>
      <dgm:spPr/>
    </dgm:pt>
    <dgm:pt modelId="{3144F7C7-D34C-461A-80C0-298826451957}" type="pres">
      <dgm:prSet presAssocID="{DB26F7D7-2436-4555-8E81-7C33E86A910E}" presName="parentTextArrow" presStyleLbl="node1" presStyleIdx="1" presStyleCnt="3"/>
      <dgm:spPr/>
    </dgm:pt>
    <dgm:pt modelId="{836BEC22-9ABD-45E9-ACAD-BEA5F3843841}" type="pres">
      <dgm:prSet presAssocID="{AB29DF9C-7D14-46A7-A873-69D1458B99EA}" presName="sp" presStyleCnt="0"/>
      <dgm:spPr/>
    </dgm:pt>
    <dgm:pt modelId="{77FEF535-9290-4AE2-856E-5F169537502C}" type="pres">
      <dgm:prSet presAssocID="{8E7E0659-F888-43B4-A0AE-482F22A2F4A0}" presName="arrowAndChildren" presStyleCnt="0"/>
      <dgm:spPr/>
    </dgm:pt>
    <dgm:pt modelId="{5C3D5A73-BC5D-4EB3-85DD-F6D18C8E3096}" type="pres">
      <dgm:prSet presAssocID="{8E7E0659-F888-43B4-A0AE-482F22A2F4A0}" presName="parentTextArrow" presStyleLbl="node1" presStyleIdx="2" presStyleCnt="3"/>
      <dgm:spPr/>
    </dgm:pt>
  </dgm:ptLst>
  <dgm:cxnLst>
    <dgm:cxn modelId="{6D665D02-D70D-4CCE-8927-022D36C71271}" type="presOf" srcId="{B143F7F0-0F2E-4596-AAB7-AE34BFD6911E}" destId="{F79C8C70-C2A6-4F0C-B13A-2F6D1EBE9710}" srcOrd="0" destOrd="0" presId="urn:microsoft.com/office/officeart/2005/8/layout/process4"/>
    <dgm:cxn modelId="{6B60D02F-7E0D-49F9-A91E-A5DF45EE1674}" srcId="{B143F7F0-0F2E-4596-AAB7-AE34BFD6911E}" destId="{CEA48B14-6851-49BD-83FB-51C1BA03BDAF}" srcOrd="1" destOrd="0" parTransId="{A0C35C07-DAD3-4BC3-96CA-51C6BF06C6DC}" sibTransId="{E18E481C-BD1C-4CF0-873D-D992CEA8696B}"/>
    <dgm:cxn modelId="{3E69D25D-952F-4E57-8437-3FB7A7CA9CF4}" type="presOf" srcId="{1B0B8114-83D3-4304-BB28-AEE90488EDC9}" destId="{C387E128-6330-4626-981A-54F72CFB681D}" srcOrd="0" destOrd="0" presId="urn:microsoft.com/office/officeart/2005/8/layout/process4"/>
    <dgm:cxn modelId="{A1FC0F41-4AF6-4FEF-A5CE-02ACE4B9A3B6}" srcId="{1B0B8114-83D3-4304-BB28-AEE90488EDC9}" destId="{B143F7F0-0F2E-4596-AAB7-AE34BFD6911E}" srcOrd="2" destOrd="0" parTransId="{18A6B0E5-A882-4DE1-8369-3A73A1ABEF42}" sibTransId="{B2DD2343-CF11-4046-8402-060404487CA2}"/>
    <dgm:cxn modelId="{DC0CA769-B104-40D4-87FA-EEB9E040D63A}" srcId="{1B0B8114-83D3-4304-BB28-AEE90488EDC9}" destId="{DB26F7D7-2436-4555-8E81-7C33E86A910E}" srcOrd="1" destOrd="0" parTransId="{260975F9-5266-4337-8D62-408FA82C368A}" sibTransId="{0B5DE743-662D-407A-8350-25EDD5820DC0}"/>
    <dgm:cxn modelId="{0BBA0F4F-0695-4A8B-82B6-8783C48AAC5B}" type="presOf" srcId="{CEA48B14-6851-49BD-83FB-51C1BA03BDAF}" destId="{CCA118F5-DF11-4E23-A330-2AEFEC1380D3}" srcOrd="0" destOrd="0" presId="urn:microsoft.com/office/officeart/2005/8/layout/process4"/>
    <dgm:cxn modelId="{94232785-C169-456A-9DA1-F37491A87FE0}" srcId="{B143F7F0-0F2E-4596-AAB7-AE34BFD6911E}" destId="{36FBBA40-B99A-4080-AC16-4773F43F7388}" srcOrd="0" destOrd="0" parTransId="{4F2B7949-BF8F-48EA-96A2-C0E0D24193D5}" sibTransId="{E0D7DEAD-F127-47E2-A472-1C81014CB9DD}"/>
    <dgm:cxn modelId="{B2BF5892-4699-4CD5-AB69-DA71E3016E0D}" type="presOf" srcId="{B143F7F0-0F2E-4596-AAB7-AE34BFD6911E}" destId="{70AB9413-1719-4737-8757-C3E4378C701A}" srcOrd="1" destOrd="0" presId="urn:microsoft.com/office/officeart/2005/8/layout/process4"/>
    <dgm:cxn modelId="{A2AC5DAC-FCC4-46DA-9452-4499106073F7}" srcId="{1B0B8114-83D3-4304-BB28-AEE90488EDC9}" destId="{8E7E0659-F888-43B4-A0AE-482F22A2F4A0}" srcOrd="0" destOrd="0" parTransId="{6D5F7FC2-D9BC-4C31-8DC8-EE5D338B9A48}" sibTransId="{AB29DF9C-7D14-46A7-A873-69D1458B99EA}"/>
    <dgm:cxn modelId="{3BB2E7B9-4F42-4265-852D-7A7E700D4BEE}" type="presOf" srcId="{36FBBA40-B99A-4080-AC16-4773F43F7388}" destId="{772D7D63-E280-408E-92C5-293DA3480473}" srcOrd="0" destOrd="0" presId="urn:microsoft.com/office/officeart/2005/8/layout/process4"/>
    <dgm:cxn modelId="{827526DB-968F-407F-A34C-696B41578FD1}" type="presOf" srcId="{8E7E0659-F888-43B4-A0AE-482F22A2F4A0}" destId="{5C3D5A73-BC5D-4EB3-85DD-F6D18C8E3096}" srcOrd="0" destOrd="0" presId="urn:microsoft.com/office/officeart/2005/8/layout/process4"/>
    <dgm:cxn modelId="{DD8E64DB-EC3F-4040-8D06-711BB7BA540B}" type="presOf" srcId="{DB26F7D7-2436-4555-8E81-7C33E86A910E}" destId="{3144F7C7-D34C-461A-80C0-298826451957}" srcOrd="0" destOrd="0" presId="urn:microsoft.com/office/officeart/2005/8/layout/process4"/>
    <dgm:cxn modelId="{D5EA7353-E776-4B0F-A340-A9815B0A9792}" type="presParOf" srcId="{C387E128-6330-4626-981A-54F72CFB681D}" destId="{048EBADB-5F9E-42CB-8BCB-1744DB84BA10}" srcOrd="0" destOrd="0" presId="urn:microsoft.com/office/officeart/2005/8/layout/process4"/>
    <dgm:cxn modelId="{71F24E2D-211C-4149-816B-EB14B399C127}" type="presParOf" srcId="{048EBADB-5F9E-42CB-8BCB-1744DB84BA10}" destId="{F79C8C70-C2A6-4F0C-B13A-2F6D1EBE9710}" srcOrd="0" destOrd="0" presId="urn:microsoft.com/office/officeart/2005/8/layout/process4"/>
    <dgm:cxn modelId="{5A522B36-B9DA-46A2-92D8-47F25F993432}" type="presParOf" srcId="{048EBADB-5F9E-42CB-8BCB-1744DB84BA10}" destId="{70AB9413-1719-4737-8757-C3E4378C701A}" srcOrd="1" destOrd="0" presId="urn:microsoft.com/office/officeart/2005/8/layout/process4"/>
    <dgm:cxn modelId="{05A7BADA-7719-4F39-8EE1-E71D01BF1FEA}" type="presParOf" srcId="{048EBADB-5F9E-42CB-8BCB-1744DB84BA10}" destId="{6AB1B6F3-F7EC-4DA3-88D7-31687393EDDB}" srcOrd="2" destOrd="0" presId="urn:microsoft.com/office/officeart/2005/8/layout/process4"/>
    <dgm:cxn modelId="{D05F5B9F-DD61-47E1-B680-F1AFD9EC888C}" type="presParOf" srcId="{6AB1B6F3-F7EC-4DA3-88D7-31687393EDDB}" destId="{772D7D63-E280-408E-92C5-293DA3480473}" srcOrd="0" destOrd="0" presId="urn:microsoft.com/office/officeart/2005/8/layout/process4"/>
    <dgm:cxn modelId="{6EBE2551-50C8-43D5-90CA-090AF50B8D90}" type="presParOf" srcId="{6AB1B6F3-F7EC-4DA3-88D7-31687393EDDB}" destId="{CCA118F5-DF11-4E23-A330-2AEFEC1380D3}" srcOrd="1" destOrd="0" presId="urn:microsoft.com/office/officeart/2005/8/layout/process4"/>
    <dgm:cxn modelId="{8518063C-FAB8-4768-8D62-3A2D2DB2F49C}" type="presParOf" srcId="{C387E128-6330-4626-981A-54F72CFB681D}" destId="{B9BEFEB5-7D0B-4E90-8C2B-4839264A7129}" srcOrd="1" destOrd="0" presId="urn:microsoft.com/office/officeart/2005/8/layout/process4"/>
    <dgm:cxn modelId="{95FBCF3E-C77E-4215-92F5-C16F5A457413}" type="presParOf" srcId="{C387E128-6330-4626-981A-54F72CFB681D}" destId="{95CF0C0C-BAEC-4638-A152-9EDA73E8EA43}" srcOrd="2" destOrd="0" presId="urn:microsoft.com/office/officeart/2005/8/layout/process4"/>
    <dgm:cxn modelId="{BC782133-36B4-451B-9CBF-B8541834572B}" type="presParOf" srcId="{95CF0C0C-BAEC-4638-A152-9EDA73E8EA43}" destId="{3144F7C7-D34C-461A-80C0-298826451957}" srcOrd="0" destOrd="0" presId="urn:microsoft.com/office/officeart/2005/8/layout/process4"/>
    <dgm:cxn modelId="{21313A3A-7988-4556-8894-B0A8801C6F77}" type="presParOf" srcId="{C387E128-6330-4626-981A-54F72CFB681D}" destId="{836BEC22-9ABD-45E9-ACAD-BEA5F3843841}" srcOrd="3" destOrd="0" presId="urn:microsoft.com/office/officeart/2005/8/layout/process4"/>
    <dgm:cxn modelId="{CA61CA8B-4466-44A7-995D-9CF9C91DB6A5}" type="presParOf" srcId="{C387E128-6330-4626-981A-54F72CFB681D}" destId="{77FEF535-9290-4AE2-856E-5F169537502C}" srcOrd="4" destOrd="0" presId="urn:microsoft.com/office/officeart/2005/8/layout/process4"/>
    <dgm:cxn modelId="{D4DCA4C0-1D3E-4ED0-BA19-385667B68EF3}" type="presParOf" srcId="{77FEF535-9290-4AE2-856E-5F169537502C}" destId="{5C3D5A73-BC5D-4EB3-85DD-F6D18C8E3096}"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1E50AC0-CB65-49BA-8AE8-24419959E28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B7FB1864-AC9E-48AB-8C7A-E3A432990F29}">
      <dgm:prSet/>
      <dgm:spPr/>
      <dgm:t>
        <a:bodyPr/>
        <a:lstStyle/>
        <a:p>
          <a:pPr algn="ctr"/>
          <a:r>
            <a:rPr lang="en-US" dirty="0"/>
            <a:t>Alleviates the bottleneck in centralized schemes. Critical parameters of a distributed load balancing scheme are as follows:</a:t>
          </a:r>
          <a:endParaRPr lang="en-PK" dirty="0"/>
        </a:p>
      </dgm:t>
    </dgm:pt>
    <dgm:pt modelId="{111ED2AE-BFE4-4B00-AB08-108B7154EA6B}" type="parTrans" cxnId="{CD4A4B0F-0DD5-4C2E-9C51-343D369668DB}">
      <dgm:prSet/>
      <dgm:spPr/>
      <dgm:t>
        <a:bodyPr/>
        <a:lstStyle/>
        <a:p>
          <a:endParaRPr lang="en-PK"/>
        </a:p>
      </dgm:t>
    </dgm:pt>
    <dgm:pt modelId="{552E24C0-FAAB-4A50-90C3-6E07FFD9C38F}" type="sibTrans" cxnId="{CD4A4B0F-0DD5-4C2E-9C51-343D369668DB}">
      <dgm:prSet/>
      <dgm:spPr/>
      <dgm:t>
        <a:bodyPr/>
        <a:lstStyle/>
        <a:p>
          <a:endParaRPr lang="en-PK"/>
        </a:p>
      </dgm:t>
    </dgm:pt>
    <dgm:pt modelId="{42764C7B-924D-4F57-B6BC-A905296C1B17}">
      <dgm:prSet custT="1"/>
      <dgm:spPr/>
      <dgm:t>
        <a:bodyPr/>
        <a:lstStyle/>
        <a:p>
          <a:r>
            <a:rPr lang="en-US" sz="2000" dirty="0"/>
            <a:t>How are the sending and receiving processes paired together?</a:t>
          </a:r>
          <a:endParaRPr lang="en-PK" sz="2000" dirty="0"/>
        </a:p>
      </dgm:t>
    </dgm:pt>
    <dgm:pt modelId="{27AF214D-897F-4569-A937-75AD3398F8E5}" type="parTrans" cxnId="{A3CD70CF-60F8-4AA6-A486-B1B78A61510A}">
      <dgm:prSet/>
      <dgm:spPr/>
      <dgm:t>
        <a:bodyPr/>
        <a:lstStyle/>
        <a:p>
          <a:endParaRPr lang="en-PK"/>
        </a:p>
      </dgm:t>
    </dgm:pt>
    <dgm:pt modelId="{7CEFD386-BC5E-4544-8912-EAC6087FD6FB}" type="sibTrans" cxnId="{A3CD70CF-60F8-4AA6-A486-B1B78A61510A}">
      <dgm:prSet/>
      <dgm:spPr/>
      <dgm:t>
        <a:bodyPr/>
        <a:lstStyle/>
        <a:p>
          <a:endParaRPr lang="en-PK"/>
        </a:p>
      </dgm:t>
    </dgm:pt>
    <dgm:pt modelId="{FD9B69B7-74F6-430B-8D7A-204A60AE016F}">
      <dgm:prSet custT="1"/>
      <dgm:spPr/>
      <dgm:t>
        <a:bodyPr/>
        <a:lstStyle/>
        <a:p>
          <a:r>
            <a:rPr lang="en-US" sz="2000" dirty="0"/>
            <a:t>Is the work transfer initiated by the sender or the receiver?</a:t>
          </a:r>
          <a:endParaRPr lang="en-PK" sz="2000" dirty="0"/>
        </a:p>
      </dgm:t>
    </dgm:pt>
    <dgm:pt modelId="{DD2AA0F9-B062-4556-A545-F686C2653D2A}" type="parTrans" cxnId="{7C06E771-6E54-4F10-9344-01F4F6AC7E18}">
      <dgm:prSet/>
      <dgm:spPr/>
      <dgm:t>
        <a:bodyPr/>
        <a:lstStyle/>
        <a:p>
          <a:endParaRPr lang="en-PK"/>
        </a:p>
      </dgm:t>
    </dgm:pt>
    <dgm:pt modelId="{9292382D-776D-4CDB-A47E-20EA3B4B1399}" type="sibTrans" cxnId="{7C06E771-6E54-4F10-9344-01F4F6AC7E18}">
      <dgm:prSet/>
      <dgm:spPr/>
      <dgm:t>
        <a:bodyPr/>
        <a:lstStyle/>
        <a:p>
          <a:endParaRPr lang="en-PK"/>
        </a:p>
      </dgm:t>
    </dgm:pt>
    <dgm:pt modelId="{B1EBA4A0-017E-40CD-A3EB-3310E6F126FC}">
      <dgm:prSet custT="1"/>
      <dgm:spPr/>
      <dgm:t>
        <a:bodyPr/>
        <a:lstStyle/>
        <a:p>
          <a:r>
            <a:rPr lang="en-US" sz="2000" dirty="0"/>
            <a:t>How much work is transferred in each exchange?</a:t>
          </a:r>
          <a:endParaRPr lang="en-PK" sz="2000" dirty="0"/>
        </a:p>
      </dgm:t>
    </dgm:pt>
    <dgm:pt modelId="{49E746ED-2C9B-4924-9339-35585E000332}" type="parTrans" cxnId="{E96C5FCD-82E6-497E-91D5-EEDBEF65F11A}">
      <dgm:prSet/>
      <dgm:spPr/>
      <dgm:t>
        <a:bodyPr/>
        <a:lstStyle/>
        <a:p>
          <a:endParaRPr lang="en-PK"/>
        </a:p>
      </dgm:t>
    </dgm:pt>
    <dgm:pt modelId="{4BFBD7B6-76F9-4FBE-804A-25B1C3ECFC22}" type="sibTrans" cxnId="{E96C5FCD-82E6-497E-91D5-EEDBEF65F11A}">
      <dgm:prSet/>
      <dgm:spPr/>
      <dgm:t>
        <a:bodyPr/>
        <a:lstStyle/>
        <a:p>
          <a:endParaRPr lang="en-PK"/>
        </a:p>
      </dgm:t>
    </dgm:pt>
    <dgm:pt modelId="{357B5A88-FDB9-47A3-B306-27CDCA7651CB}">
      <dgm:prSet custT="1"/>
      <dgm:spPr/>
      <dgm:t>
        <a:bodyPr/>
        <a:lstStyle/>
        <a:p>
          <a:r>
            <a:rPr lang="en-US" sz="2000" dirty="0"/>
            <a:t>When is the work transfer performed? </a:t>
          </a:r>
          <a:endParaRPr lang="en-PK" sz="2000" dirty="0"/>
        </a:p>
      </dgm:t>
    </dgm:pt>
    <dgm:pt modelId="{6A15B0F0-45AD-42D3-ACFD-85682D4A48F6}" type="parTrans" cxnId="{0001DB71-945F-40FB-BF2D-34D47FC1BEC5}">
      <dgm:prSet/>
      <dgm:spPr/>
      <dgm:t>
        <a:bodyPr/>
        <a:lstStyle/>
        <a:p>
          <a:endParaRPr lang="en-PK"/>
        </a:p>
      </dgm:t>
    </dgm:pt>
    <dgm:pt modelId="{C07DCC45-8FF0-4A06-802F-D1B84967EA77}" type="sibTrans" cxnId="{0001DB71-945F-40FB-BF2D-34D47FC1BEC5}">
      <dgm:prSet/>
      <dgm:spPr/>
      <dgm:t>
        <a:bodyPr/>
        <a:lstStyle/>
        <a:p>
          <a:endParaRPr lang="en-PK"/>
        </a:p>
      </dgm:t>
    </dgm:pt>
    <dgm:pt modelId="{913C4704-EBF2-4D73-A450-8A47058FFD73}" type="pres">
      <dgm:prSet presAssocID="{61E50AC0-CB65-49BA-8AE8-24419959E28F}" presName="Name0" presStyleCnt="0">
        <dgm:presLayoutVars>
          <dgm:dir/>
          <dgm:animLvl val="lvl"/>
          <dgm:resizeHandles val="exact"/>
        </dgm:presLayoutVars>
      </dgm:prSet>
      <dgm:spPr/>
    </dgm:pt>
    <dgm:pt modelId="{BBAD65AD-B54C-4E9C-B420-8D65CEDCC490}" type="pres">
      <dgm:prSet presAssocID="{B7FB1864-AC9E-48AB-8C7A-E3A432990F29}" presName="linNode" presStyleCnt="0"/>
      <dgm:spPr/>
    </dgm:pt>
    <dgm:pt modelId="{4E2FD5AB-AD5F-4475-9A51-FA6F880B1C26}" type="pres">
      <dgm:prSet presAssocID="{B7FB1864-AC9E-48AB-8C7A-E3A432990F29}" presName="parentText" presStyleLbl="node1" presStyleIdx="0" presStyleCnt="1" custScaleX="112419">
        <dgm:presLayoutVars>
          <dgm:chMax val="1"/>
          <dgm:bulletEnabled val="1"/>
        </dgm:presLayoutVars>
      </dgm:prSet>
      <dgm:spPr/>
    </dgm:pt>
    <dgm:pt modelId="{DA4AB296-8E9D-4CB6-94BD-5B8B91E26FAF}" type="pres">
      <dgm:prSet presAssocID="{B7FB1864-AC9E-48AB-8C7A-E3A432990F29}" presName="descendantText" presStyleLbl="alignAccFollowNode1" presStyleIdx="0" presStyleCnt="1">
        <dgm:presLayoutVars>
          <dgm:bulletEnabled val="1"/>
        </dgm:presLayoutVars>
      </dgm:prSet>
      <dgm:spPr/>
    </dgm:pt>
  </dgm:ptLst>
  <dgm:cxnLst>
    <dgm:cxn modelId="{C412A109-A33F-4CE9-AE66-8AF6C654A9E3}" type="presOf" srcId="{42764C7B-924D-4F57-B6BC-A905296C1B17}" destId="{DA4AB296-8E9D-4CB6-94BD-5B8B91E26FAF}" srcOrd="0" destOrd="0" presId="urn:microsoft.com/office/officeart/2005/8/layout/vList5"/>
    <dgm:cxn modelId="{CD4A4B0F-0DD5-4C2E-9C51-343D369668DB}" srcId="{61E50AC0-CB65-49BA-8AE8-24419959E28F}" destId="{B7FB1864-AC9E-48AB-8C7A-E3A432990F29}" srcOrd="0" destOrd="0" parTransId="{111ED2AE-BFE4-4B00-AB08-108B7154EA6B}" sibTransId="{552E24C0-FAAB-4A50-90C3-6E07FFD9C38F}"/>
    <dgm:cxn modelId="{C1543D61-94A9-494E-857C-983A4DF1A60C}" type="presOf" srcId="{61E50AC0-CB65-49BA-8AE8-24419959E28F}" destId="{913C4704-EBF2-4D73-A450-8A47058FFD73}" srcOrd="0" destOrd="0" presId="urn:microsoft.com/office/officeart/2005/8/layout/vList5"/>
    <dgm:cxn modelId="{E9F42467-7D18-4C1E-98CF-093D8923DDBB}" type="presOf" srcId="{357B5A88-FDB9-47A3-B306-27CDCA7651CB}" destId="{DA4AB296-8E9D-4CB6-94BD-5B8B91E26FAF}" srcOrd="0" destOrd="3" presId="urn:microsoft.com/office/officeart/2005/8/layout/vList5"/>
    <dgm:cxn modelId="{7276084D-9E24-4D5E-B28C-A598D32E9C9B}" type="presOf" srcId="{FD9B69B7-74F6-430B-8D7A-204A60AE016F}" destId="{DA4AB296-8E9D-4CB6-94BD-5B8B91E26FAF}" srcOrd="0" destOrd="1" presId="urn:microsoft.com/office/officeart/2005/8/layout/vList5"/>
    <dgm:cxn modelId="{230C534D-07D8-4643-B7D0-AFDFF094D5F9}" type="presOf" srcId="{B7FB1864-AC9E-48AB-8C7A-E3A432990F29}" destId="{4E2FD5AB-AD5F-4475-9A51-FA6F880B1C26}" srcOrd="0" destOrd="0" presId="urn:microsoft.com/office/officeart/2005/8/layout/vList5"/>
    <dgm:cxn modelId="{0001DB71-945F-40FB-BF2D-34D47FC1BEC5}" srcId="{B7FB1864-AC9E-48AB-8C7A-E3A432990F29}" destId="{357B5A88-FDB9-47A3-B306-27CDCA7651CB}" srcOrd="3" destOrd="0" parTransId="{6A15B0F0-45AD-42D3-ACFD-85682D4A48F6}" sibTransId="{C07DCC45-8FF0-4A06-802F-D1B84967EA77}"/>
    <dgm:cxn modelId="{7C06E771-6E54-4F10-9344-01F4F6AC7E18}" srcId="{B7FB1864-AC9E-48AB-8C7A-E3A432990F29}" destId="{FD9B69B7-74F6-430B-8D7A-204A60AE016F}" srcOrd="1" destOrd="0" parTransId="{DD2AA0F9-B062-4556-A545-F686C2653D2A}" sibTransId="{9292382D-776D-4CDB-A47E-20EA3B4B1399}"/>
    <dgm:cxn modelId="{D441C180-33FF-4254-B865-93028D79E024}" type="presOf" srcId="{B1EBA4A0-017E-40CD-A3EB-3310E6F126FC}" destId="{DA4AB296-8E9D-4CB6-94BD-5B8B91E26FAF}" srcOrd="0" destOrd="2" presId="urn:microsoft.com/office/officeart/2005/8/layout/vList5"/>
    <dgm:cxn modelId="{E96C5FCD-82E6-497E-91D5-EEDBEF65F11A}" srcId="{B7FB1864-AC9E-48AB-8C7A-E3A432990F29}" destId="{B1EBA4A0-017E-40CD-A3EB-3310E6F126FC}" srcOrd="2" destOrd="0" parTransId="{49E746ED-2C9B-4924-9339-35585E000332}" sibTransId="{4BFBD7B6-76F9-4FBE-804A-25B1C3ECFC22}"/>
    <dgm:cxn modelId="{A3CD70CF-60F8-4AA6-A486-B1B78A61510A}" srcId="{B7FB1864-AC9E-48AB-8C7A-E3A432990F29}" destId="{42764C7B-924D-4F57-B6BC-A905296C1B17}" srcOrd="0" destOrd="0" parTransId="{27AF214D-897F-4569-A937-75AD3398F8E5}" sibTransId="{7CEFD386-BC5E-4544-8912-EAC6087FD6FB}"/>
    <dgm:cxn modelId="{FB8829D7-C67D-41A1-BCA7-58857465DBF4}" type="presParOf" srcId="{913C4704-EBF2-4D73-A450-8A47058FFD73}" destId="{BBAD65AD-B54C-4E9C-B420-8D65CEDCC490}" srcOrd="0" destOrd="0" presId="urn:microsoft.com/office/officeart/2005/8/layout/vList5"/>
    <dgm:cxn modelId="{7FC90028-74BA-4D84-815E-258F7570636E}" type="presParOf" srcId="{BBAD65AD-B54C-4E9C-B420-8D65CEDCC490}" destId="{4E2FD5AB-AD5F-4475-9A51-FA6F880B1C26}" srcOrd="0" destOrd="0" presId="urn:microsoft.com/office/officeart/2005/8/layout/vList5"/>
    <dgm:cxn modelId="{12DA1B2F-7421-41F3-A4A3-EB1A82A2C43A}" type="presParOf" srcId="{BBAD65AD-B54C-4E9C-B420-8D65CEDCC490}" destId="{DA4AB296-8E9D-4CB6-94BD-5B8B91E26FAF}"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Load Balancing.</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Issues in Load Balancing.</a:t>
          </a:r>
        </a:p>
      </dsp:txBody>
      <dsp:txXfrm>
        <a:off x="2024809" y="3140937"/>
        <a:ext cx="4978967" cy="17530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AA36F-7169-4BA9-80D4-E0841E8C86AA}">
      <dsp:nvSpPr>
        <dsp:cNvPr id="0" name=""/>
        <dsp:cNvSpPr/>
      </dsp:nvSpPr>
      <dsp:spPr>
        <a:xfrm>
          <a:off x="580086" y="0"/>
          <a:ext cx="5843605" cy="5843605"/>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8BF8DF-4F47-4ED7-A03B-A8302B498053}">
      <dsp:nvSpPr>
        <dsp:cNvPr id="0" name=""/>
        <dsp:cNvSpPr/>
      </dsp:nvSpPr>
      <dsp:spPr>
        <a:xfrm>
          <a:off x="554492" y="542174"/>
          <a:ext cx="2318250" cy="234651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Distributed computing system provides high performance environment that are able to provide high processing power. </a:t>
          </a:r>
        </a:p>
      </dsp:txBody>
      <dsp:txXfrm>
        <a:off x="667660" y="655342"/>
        <a:ext cx="2091914" cy="2120174"/>
      </dsp:txXfrm>
    </dsp:sp>
    <dsp:sp modelId="{1E30EB58-8961-449E-A63B-B160522B5D87}">
      <dsp:nvSpPr>
        <dsp:cNvPr id="0" name=""/>
        <dsp:cNvSpPr/>
      </dsp:nvSpPr>
      <dsp:spPr>
        <a:xfrm>
          <a:off x="3008806" y="542174"/>
          <a:ext cx="2318250" cy="2346510"/>
        </a:xfrm>
        <a:prstGeom prst="roundRect">
          <a:avLst/>
        </a:prstGeom>
        <a:solidFill>
          <a:schemeClr val="accent5">
            <a:hueOff val="-503407"/>
            <a:satOff val="2100"/>
            <a:lumOff val="-1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Deals with distribution of processes among processors connected by a network.</a:t>
          </a:r>
        </a:p>
      </dsp:txBody>
      <dsp:txXfrm>
        <a:off x="3121974" y="655342"/>
        <a:ext cx="2091914" cy="2120174"/>
      </dsp:txXfrm>
    </dsp:sp>
    <dsp:sp modelId="{519A428D-AD39-4AD7-B86E-F3268F5A94F5}">
      <dsp:nvSpPr>
        <dsp:cNvPr id="0" name=""/>
        <dsp:cNvSpPr/>
      </dsp:nvSpPr>
      <dsp:spPr>
        <a:xfrm>
          <a:off x="554492" y="2996489"/>
          <a:ext cx="2318250" cy="2346510"/>
        </a:xfrm>
        <a:prstGeom prst="roundRect">
          <a:avLst/>
        </a:prstGeom>
        <a:solidFill>
          <a:schemeClr val="accent5">
            <a:hueOff val="-1006814"/>
            <a:satOff val="4201"/>
            <a:lumOff val="-2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For homogeneous parallel systems, the computation load is distributed as evenly as possible in a parallel computer. </a:t>
          </a:r>
        </a:p>
      </dsp:txBody>
      <dsp:txXfrm>
        <a:off x="667660" y="3109657"/>
        <a:ext cx="2091914" cy="2120174"/>
      </dsp:txXfrm>
    </dsp:sp>
    <dsp:sp modelId="{B67B696F-A076-47F2-9A6B-F4074F3B2D66}">
      <dsp:nvSpPr>
        <dsp:cNvPr id="0" name=""/>
        <dsp:cNvSpPr/>
      </dsp:nvSpPr>
      <dsp:spPr>
        <a:xfrm>
          <a:off x="3008806" y="2996489"/>
          <a:ext cx="2318250" cy="2346510"/>
        </a:xfrm>
        <a:prstGeom prst="roundRect">
          <a:avLst/>
        </a:prstGeom>
        <a:solidFill>
          <a:schemeClr val="accent5">
            <a:hueOff val="-1510221"/>
            <a:satOff val="6301"/>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For heterogeneous parallel system, the computation load is distributed according to the computing power of each processor. </a:t>
          </a:r>
        </a:p>
      </dsp:txBody>
      <dsp:txXfrm>
        <a:off x="3121974" y="3109657"/>
        <a:ext cx="2091914" cy="21201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C1BEB-A41C-4A44-A114-D5E5BA66050A}">
      <dsp:nvSpPr>
        <dsp:cNvPr id="0" name=""/>
        <dsp:cNvSpPr/>
      </dsp:nvSpPr>
      <dsp:spPr>
        <a:xfrm rot="5400000">
          <a:off x="5329152" y="-1224963"/>
          <a:ext cx="3291900" cy="656480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What load information (measurements) can be used.</a:t>
          </a:r>
          <a:endParaRPr lang="en-PK" sz="2000" kern="1200" dirty="0"/>
        </a:p>
        <a:p>
          <a:pPr marL="228600" lvl="1" indent="-228600" algn="l" defTabSz="889000">
            <a:lnSpc>
              <a:spcPct val="90000"/>
            </a:lnSpc>
            <a:spcBef>
              <a:spcPct val="0"/>
            </a:spcBef>
            <a:spcAft>
              <a:spcPct val="15000"/>
            </a:spcAft>
            <a:buChar char="•"/>
          </a:pPr>
          <a:r>
            <a:rPr lang="en-US" sz="2000" kern="1200" dirty="0"/>
            <a:t>When to invoke balancing, i.e., conditions to balance.</a:t>
          </a:r>
          <a:endParaRPr lang="en-PK" sz="2000" kern="1200" dirty="0"/>
        </a:p>
        <a:p>
          <a:pPr marL="228600" lvl="1" indent="-228600" algn="l" defTabSz="889000">
            <a:lnSpc>
              <a:spcPct val="90000"/>
            </a:lnSpc>
            <a:spcBef>
              <a:spcPct val="0"/>
            </a:spcBef>
            <a:spcAft>
              <a:spcPct val="15000"/>
            </a:spcAft>
            <a:buChar char="•"/>
          </a:pPr>
          <a:r>
            <a:rPr lang="en-US" sz="2000" kern="1200" dirty="0"/>
            <a:t>Which nodes make the load balancing decision.</a:t>
          </a:r>
          <a:endParaRPr lang="en-PK" sz="2000" kern="1200" dirty="0"/>
        </a:p>
        <a:p>
          <a:pPr marL="228600" lvl="1" indent="-228600" algn="l" defTabSz="889000">
            <a:lnSpc>
              <a:spcPct val="90000"/>
            </a:lnSpc>
            <a:spcBef>
              <a:spcPct val="0"/>
            </a:spcBef>
            <a:spcAft>
              <a:spcPct val="15000"/>
            </a:spcAft>
            <a:buChar char="•"/>
          </a:pPr>
          <a:r>
            <a:rPr lang="en-US" sz="2000" kern="1200" dirty="0"/>
            <a:t>How should old data be handled.</a:t>
          </a:r>
          <a:endParaRPr lang="en-PK" sz="2000" kern="1200" dirty="0"/>
        </a:p>
        <a:p>
          <a:pPr marL="228600" lvl="1" indent="-228600" algn="l" defTabSz="889000">
            <a:lnSpc>
              <a:spcPct val="90000"/>
            </a:lnSpc>
            <a:spcBef>
              <a:spcPct val="0"/>
            </a:spcBef>
            <a:spcAft>
              <a:spcPct val="15000"/>
            </a:spcAft>
            <a:buChar char="•"/>
          </a:pPr>
          <a:r>
            <a:rPr lang="en-US" sz="2000" kern="1200" dirty="0"/>
            <a:t>How load migrations are to be managed.</a:t>
          </a:r>
          <a:endParaRPr lang="en-PK" sz="2000" kern="1200" dirty="0"/>
        </a:p>
      </dsp:txBody>
      <dsp:txXfrm rot="-5400000">
        <a:off x="3692702" y="572184"/>
        <a:ext cx="6404105" cy="2970506"/>
      </dsp:txXfrm>
    </dsp:sp>
    <dsp:sp modelId="{C8B4F40B-D043-4D8D-95B2-62A9DFC548E6}">
      <dsp:nvSpPr>
        <dsp:cNvPr id="0" name=""/>
        <dsp:cNvSpPr/>
      </dsp:nvSpPr>
      <dsp:spPr>
        <a:xfrm>
          <a:off x="0" y="0"/>
          <a:ext cx="3692701" cy="41148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A load balancing strategy needs to resolve following issues:</a:t>
          </a:r>
          <a:endParaRPr lang="en-PK" sz="3700" kern="1200"/>
        </a:p>
      </dsp:txBody>
      <dsp:txXfrm>
        <a:off x="180263" y="180263"/>
        <a:ext cx="3332175" cy="37543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78040"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450197" y="1350183"/>
          <a:ext cx="960433" cy="960433"/>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938870" y="957278"/>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Mapping Techniques for Load Balancing.</a:t>
          </a:r>
        </a:p>
      </dsp:txBody>
      <dsp:txXfrm>
        <a:off x="1938870" y="957278"/>
        <a:ext cx="4982920" cy="1746243"/>
      </dsp:txXfrm>
    </dsp:sp>
    <dsp:sp modelId="{D75562AD-F78D-4876-92B4-3DD0643FB177}">
      <dsp:nvSpPr>
        <dsp:cNvPr id="0" name=""/>
        <dsp:cNvSpPr/>
      </dsp:nvSpPr>
      <dsp:spPr>
        <a:xfrm>
          <a:off x="-78040"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450197"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778844" y="3140082"/>
          <a:ext cx="5302973"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The need of Mapping Techniques for Load Balancing.</a:t>
          </a:r>
        </a:p>
      </dsp:txBody>
      <dsp:txXfrm>
        <a:off x="1778844" y="3140082"/>
        <a:ext cx="5302973" cy="17462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7FC3B1-C9BC-4C8F-8866-E051692FC681}">
      <dsp:nvSpPr>
        <dsp:cNvPr id="0" name=""/>
        <dsp:cNvSpPr/>
      </dsp:nvSpPr>
      <dsp:spPr>
        <a:xfrm>
          <a:off x="0" y="138941"/>
          <a:ext cx="5626542" cy="17111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The computation domain is partitioned into several subdomains and then mapped onto processors of a parallel system with the objective that all tasks complete in the shortest amount of elapsed time. </a:t>
          </a:r>
        </a:p>
      </dsp:txBody>
      <dsp:txXfrm>
        <a:off x="83530" y="222471"/>
        <a:ext cx="5459482" cy="1544065"/>
      </dsp:txXfrm>
    </dsp:sp>
    <dsp:sp modelId="{AAB22A10-BC83-4F15-A8E7-6C197E80CE44}">
      <dsp:nvSpPr>
        <dsp:cNvPr id="0" name=""/>
        <dsp:cNvSpPr/>
      </dsp:nvSpPr>
      <dsp:spPr>
        <a:xfrm>
          <a:off x="0" y="2037266"/>
          <a:ext cx="5626542" cy="171112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 </a:t>
          </a:r>
          <a:r>
            <a:rPr lang="en-US" sz="2000" kern="1200" dirty="0"/>
            <a:t>general, the number of subdomains equals to the number of processors in a parallel system.</a:t>
          </a:r>
        </a:p>
      </dsp:txBody>
      <dsp:txXfrm>
        <a:off x="83530" y="2120796"/>
        <a:ext cx="5459482" cy="1544065"/>
      </dsp:txXfrm>
    </dsp:sp>
    <dsp:sp modelId="{F7310808-B0F0-4D61-9A99-C42CEDE215E4}">
      <dsp:nvSpPr>
        <dsp:cNvPr id="0" name=""/>
        <dsp:cNvSpPr/>
      </dsp:nvSpPr>
      <dsp:spPr>
        <a:xfrm>
          <a:off x="0" y="3935591"/>
          <a:ext cx="5626542" cy="171112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In order to achieve a small execution time, the overheads of executing the tasks in parallel must be minimized.</a:t>
          </a:r>
        </a:p>
      </dsp:txBody>
      <dsp:txXfrm>
        <a:off x="83530" y="4019121"/>
        <a:ext cx="5459482" cy="15440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947B0-E1A0-4B82-B90F-0B99D8F509B9}">
      <dsp:nvSpPr>
        <dsp:cNvPr id="0" name=""/>
        <dsp:cNvSpPr/>
      </dsp:nvSpPr>
      <dsp:spPr>
        <a:xfrm rot="5400000">
          <a:off x="4780167" y="-826604"/>
          <a:ext cx="3651179" cy="621718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Number of steps: Needed to get the balanced state.</a:t>
          </a:r>
          <a:endParaRPr lang="en-PK" sz="2000" kern="1200" dirty="0"/>
        </a:p>
        <a:p>
          <a:pPr marL="228600" lvl="1" indent="-228600" algn="l" defTabSz="889000">
            <a:lnSpc>
              <a:spcPct val="90000"/>
            </a:lnSpc>
            <a:spcBef>
              <a:spcPct val="0"/>
            </a:spcBef>
            <a:spcAft>
              <a:spcPct val="15000"/>
            </a:spcAft>
            <a:buChar char="•"/>
          </a:pPr>
          <a:endParaRPr lang="en-PK" sz="2000" kern="1200" dirty="0"/>
        </a:p>
        <a:p>
          <a:pPr marL="228600" lvl="1" indent="-228600" algn="l" defTabSz="889000">
            <a:lnSpc>
              <a:spcPct val="90000"/>
            </a:lnSpc>
            <a:spcBef>
              <a:spcPct val="0"/>
            </a:spcBef>
            <a:spcAft>
              <a:spcPct val="15000"/>
            </a:spcAft>
            <a:buChar char="•"/>
          </a:pPr>
          <a:r>
            <a:rPr lang="en-US" sz="2000" kern="1200" dirty="0"/>
            <a:t>Extent of loads: Moves over the link to which nodes are connected.</a:t>
          </a:r>
          <a:endParaRPr lang="en-PK" sz="2000" kern="1200" dirty="0"/>
        </a:p>
      </dsp:txBody>
      <dsp:txXfrm rot="-5400000">
        <a:off x="3497165" y="634634"/>
        <a:ext cx="6038947" cy="3294707"/>
      </dsp:txXfrm>
    </dsp:sp>
    <dsp:sp modelId="{5A18EF14-EBF9-42D4-B5F3-2CFA32B4113B}">
      <dsp:nvSpPr>
        <dsp:cNvPr id="0" name=""/>
        <dsp:cNvSpPr/>
      </dsp:nvSpPr>
      <dsp:spPr>
        <a:xfrm>
          <a:off x="0" y="0"/>
          <a:ext cx="3497165" cy="45639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a:t>The quality of load balancing algorithms can be measured by two factor:</a:t>
          </a:r>
          <a:endParaRPr lang="en-PK" sz="3800" kern="1200"/>
        </a:p>
      </dsp:txBody>
      <dsp:txXfrm>
        <a:off x="170718" y="170718"/>
        <a:ext cx="3155729" cy="42225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AF8E66-B31C-4D6D-9E10-C2B04D07D5DF}">
      <dsp:nvSpPr>
        <dsp:cNvPr id="0" name=""/>
        <dsp:cNvSpPr/>
      </dsp:nvSpPr>
      <dsp:spPr>
        <a:xfrm>
          <a:off x="0" y="3203395"/>
          <a:ext cx="7003777" cy="285443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A good mapping of tasks onto processes must strive to achieve the twin objectives:</a:t>
          </a:r>
        </a:p>
      </dsp:txBody>
      <dsp:txXfrm>
        <a:off x="0" y="3203395"/>
        <a:ext cx="7003777" cy="1541392"/>
      </dsp:txXfrm>
    </dsp:sp>
    <dsp:sp modelId="{D8195930-5D7C-4A97-BBA7-3E228FD7E690}">
      <dsp:nvSpPr>
        <dsp:cNvPr id="0" name=""/>
        <dsp:cNvSpPr/>
      </dsp:nvSpPr>
      <dsp:spPr>
        <a:xfrm>
          <a:off x="0" y="4687699"/>
          <a:ext cx="3501888" cy="131303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Reducing the amount of time processes spend in interacting with each other</a:t>
          </a:r>
        </a:p>
      </dsp:txBody>
      <dsp:txXfrm>
        <a:off x="0" y="4687699"/>
        <a:ext cx="3501888" cy="1313037"/>
      </dsp:txXfrm>
    </dsp:sp>
    <dsp:sp modelId="{1B3387DC-B4BF-4B51-94CF-0D12662EF77F}">
      <dsp:nvSpPr>
        <dsp:cNvPr id="0" name=""/>
        <dsp:cNvSpPr/>
      </dsp:nvSpPr>
      <dsp:spPr>
        <a:xfrm>
          <a:off x="3501888" y="4687699"/>
          <a:ext cx="3501888" cy="1313037"/>
        </a:xfrm>
        <a:prstGeom prst="rect">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Reducing the total amount of time some processes are idle while the others are engaged in performing some tasks.</a:t>
          </a:r>
        </a:p>
      </dsp:txBody>
      <dsp:txXfrm>
        <a:off x="3501888" y="4687699"/>
        <a:ext cx="3501888" cy="1313037"/>
      </dsp:txXfrm>
    </dsp:sp>
    <dsp:sp modelId="{BB44C383-8BBE-4C4F-B90D-D835A5CE1CFA}">
      <dsp:nvSpPr>
        <dsp:cNvPr id="0" name=""/>
        <dsp:cNvSpPr/>
      </dsp:nvSpPr>
      <dsp:spPr>
        <a:xfrm rot="10800000">
          <a:off x="0" y="73"/>
          <a:ext cx="7003777" cy="3246138"/>
        </a:xfrm>
        <a:prstGeom prst="upArrowCallou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There are two key sources of overhead. The time spent in inter-process interaction is one source of overhead. Another important source of overhead is the time that some processes may spend being idle. </a:t>
          </a:r>
        </a:p>
      </dsp:txBody>
      <dsp:txXfrm rot="10800000">
        <a:off x="0" y="73"/>
        <a:ext cx="7003777" cy="21092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92D1DD-39AB-4616-93E9-55BDFF83EFFF}">
      <dsp:nvSpPr>
        <dsp:cNvPr id="0" name=""/>
        <dsp:cNvSpPr/>
      </dsp:nvSpPr>
      <dsp:spPr>
        <a:xfrm>
          <a:off x="0" y="3526925"/>
          <a:ext cx="7003777" cy="231404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 parallel programming paradigm and the characteristics of tasks and the interactions among them determine whether a static or a dynamic mapping is more suitable.</a:t>
          </a:r>
        </a:p>
      </dsp:txBody>
      <dsp:txXfrm>
        <a:off x="0" y="3526925"/>
        <a:ext cx="7003777" cy="2314044"/>
      </dsp:txXfrm>
    </dsp:sp>
    <dsp:sp modelId="{898FE681-BABD-40B0-9FAE-ACAEEABB6FF6}">
      <dsp:nvSpPr>
        <dsp:cNvPr id="0" name=""/>
        <dsp:cNvSpPr/>
      </dsp:nvSpPr>
      <dsp:spPr>
        <a:xfrm rot="10800000">
          <a:off x="0" y="2635"/>
          <a:ext cx="7003777" cy="3559000"/>
        </a:xfrm>
        <a:prstGeom prst="upArrowCallou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Mapping techniques used in parallel algorithms can be broadly classified into two categories:</a:t>
          </a:r>
        </a:p>
      </dsp:txBody>
      <dsp:txXfrm rot="-10800000">
        <a:off x="0" y="2635"/>
        <a:ext cx="7003777" cy="1249209"/>
      </dsp:txXfrm>
    </dsp:sp>
    <dsp:sp modelId="{F2976260-B5BD-4895-81B9-D8E99C8F3506}">
      <dsp:nvSpPr>
        <dsp:cNvPr id="0" name=""/>
        <dsp:cNvSpPr/>
      </dsp:nvSpPr>
      <dsp:spPr>
        <a:xfrm>
          <a:off x="0" y="1251844"/>
          <a:ext cx="3501888" cy="106414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Static Mapping.</a:t>
          </a:r>
        </a:p>
      </dsp:txBody>
      <dsp:txXfrm>
        <a:off x="0" y="1251844"/>
        <a:ext cx="3501888" cy="1064141"/>
      </dsp:txXfrm>
    </dsp:sp>
    <dsp:sp modelId="{9DD45884-D8EB-4AD4-8A4F-F5EE463D55E2}">
      <dsp:nvSpPr>
        <dsp:cNvPr id="0" name=""/>
        <dsp:cNvSpPr/>
      </dsp:nvSpPr>
      <dsp:spPr>
        <a:xfrm>
          <a:off x="3501888" y="1251844"/>
          <a:ext cx="3501888" cy="1064141"/>
        </a:xfrm>
        <a:prstGeom prst="rect">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Dynamic Mapping.</a:t>
          </a:r>
        </a:p>
      </dsp:txBody>
      <dsp:txXfrm>
        <a:off x="3501888" y="1251844"/>
        <a:ext cx="3501888" cy="10641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48275" y="9262"/>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455177" y="383732"/>
          <a:ext cx="915369" cy="915369"/>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773689" y="9262"/>
          <a:ext cx="5278362"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Static Mapping for Load Balancing.</a:t>
          </a:r>
        </a:p>
      </dsp:txBody>
      <dsp:txXfrm>
        <a:off x="1773689" y="9262"/>
        <a:ext cx="5278362" cy="1664308"/>
      </dsp:txXfrm>
    </dsp:sp>
    <dsp:sp modelId="{D75562AD-F78D-4876-92B4-3DD0643FB177}">
      <dsp:nvSpPr>
        <dsp:cNvPr id="0" name=""/>
        <dsp:cNvSpPr/>
      </dsp:nvSpPr>
      <dsp:spPr>
        <a:xfrm>
          <a:off x="-48275" y="2089648"/>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455177" y="2464117"/>
          <a:ext cx="915369" cy="9153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874000" y="2089648"/>
          <a:ext cx="5077740"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Advantages</a:t>
          </a:r>
        </a:p>
      </dsp:txBody>
      <dsp:txXfrm>
        <a:off x="1874000" y="2089648"/>
        <a:ext cx="5077740" cy="1664308"/>
      </dsp:txXfrm>
    </dsp:sp>
    <dsp:sp modelId="{FF037896-5989-486B-B77D-EAEAC5BF3A1C}">
      <dsp:nvSpPr>
        <dsp:cNvPr id="0" name=""/>
        <dsp:cNvSpPr/>
      </dsp:nvSpPr>
      <dsp:spPr>
        <a:xfrm>
          <a:off x="-48275" y="4170033"/>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8329D6-AA1B-4AE5-98FC-1CC31CB04DE3}">
      <dsp:nvSpPr>
        <dsp:cNvPr id="0" name=""/>
        <dsp:cNvSpPr/>
      </dsp:nvSpPr>
      <dsp:spPr>
        <a:xfrm>
          <a:off x="455177" y="4544503"/>
          <a:ext cx="915369" cy="915369"/>
        </a:xfrm>
        <a:prstGeom prst="rect">
          <a:avLst/>
        </a:prstGeom>
        <a:blipFill rotWithShape="1">
          <a:blip xmlns:r="http://schemas.openxmlformats.org/officeDocument/2006/relationships" r:embed="rId5"/>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B2E88A-01F6-451D-B965-7AE3E7CC6C30}">
      <dsp:nvSpPr>
        <dsp:cNvPr id="0" name=""/>
        <dsp:cNvSpPr/>
      </dsp:nvSpPr>
      <dsp:spPr>
        <a:xfrm>
          <a:off x="1874000" y="4170033"/>
          <a:ext cx="5077740"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Disadvantages</a:t>
          </a:r>
        </a:p>
      </dsp:txBody>
      <dsp:txXfrm>
        <a:off x="1874000" y="4170033"/>
        <a:ext cx="5077740" cy="166430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48DAA-59D7-43A7-8DD9-9F83E75B6A8F}">
      <dsp:nvSpPr>
        <dsp:cNvPr id="0" name=""/>
        <dsp:cNvSpPr/>
      </dsp:nvSpPr>
      <dsp:spPr>
        <a:xfrm>
          <a:off x="2936899" y="904790"/>
          <a:ext cx="643509" cy="91440"/>
        </a:xfrm>
        <a:custGeom>
          <a:avLst/>
          <a:gdLst/>
          <a:ahLst/>
          <a:cxnLst/>
          <a:rect l="0" t="0" r="0" b="0"/>
          <a:pathLst>
            <a:path>
              <a:moveTo>
                <a:pt x="0" y="45720"/>
              </a:moveTo>
              <a:lnTo>
                <a:pt x="643509"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3241801" y="947140"/>
        <a:ext cx="33705" cy="6741"/>
      </dsp:txXfrm>
    </dsp:sp>
    <dsp:sp modelId="{145E335A-5280-4CBB-B453-C78B20214762}">
      <dsp:nvSpPr>
        <dsp:cNvPr id="0" name=""/>
        <dsp:cNvSpPr/>
      </dsp:nvSpPr>
      <dsp:spPr>
        <a:xfrm>
          <a:off x="7786" y="71236"/>
          <a:ext cx="2930912" cy="1758547"/>
        </a:xfrm>
        <a:prstGeom prst="flowChartAlternateProcess">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617" tIns="150752" rIns="143617" bIns="150752" numCol="1" spcCol="1270" anchor="ctr" anchorCtr="0">
          <a:noAutofit/>
        </a:bodyPr>
        <a:lstStyle/>
        <a:p>
          <a:pPr marL="0" lvl="0" indent="0" algn="ctr" defTabSz="889000">
            <a:lnSpc>
              <a:spcPct val="90000"/>
            </a:lnSpc>
            <a:spcBef>
              <a:spcPct val="0"/>
            </a:spcBef>
            <a:spcAft>
              <a:spcPct val="35000"/>
            </a:spcAft>
            <a:buNone/>
          </a:pPr>
          <a:r>
            <a:rPr lang="en-US" sz="2000" kern="1200" dirty="0"/>
            <a:t>Processes are assigned to the processors at compile time.</a:t>
          </a:r>
          <a:endParaRPr lang="en-PK" sz="2000" kern="1200" dirty="0"/>
        </a:p>
      </dsp:txBody>
      <dsp:txXfrm>
        <a:off x="93629" y="157079"/>
        <a:ext cx="2759226" cy="1586861"/>
      </dsp:txXfrm>
    </dsp:sp>
    <dsp:sp modelId="{4CE96B8B-A320-47FD-9FC4-47960F5D377D}">
      <dsp:nvSpPr>
        <dsp:cNvPr id="0" name=""/>
        <dsp:cNvSpPr/>
      </dsp:nvSpPr>
      <dsp:spPr>
        <a:xfrm>
          <a:off x="6541921" y="904790"/>
          <a:ext cx="643509" cy="91440"/>
        </a:xfrm>
        <a:custGeom>
          <a:avLst/>
          <a:gdLst/>
          <a:ahLst/>
          <a:cxnLst/>
          <a:rect l="0" t="0" r="0" b="0"/>
          <a:pathLst>
            <a:path>
              <a:moveTo>
                <a:pt x="0" y="45720"/>
              </a:moveTo>
              <a:lnTo>
                <a:pt x="64350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6846824" y="947140"/>
        <a:ext cx="33705" cy="6741"/>
      </dsp:txXfrm>
    </dsp:sp>
    <dsp:sp modelId="{76266F99-5425-4CE9-BC44-BB0078FB4B2A}">
      <dsp:nvSpPr>
        <dsp:cNvPr id="0" name=""/>
        <dsp:cNvSpPr/>
      </dsp:nvSpPr>
      <dsp:spPr>
        <a:xfrm>
          <a:off x="3612809" y="71236"/>
          <a:ext cx="2930912" cy="1758547"/>
        </a:xfrm>
        <a:prstGeom prst="flowChartAlternateProcess">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617" tIns="150752" rIns="143617" bIns="150752" numCol="1" spcCol="1270" anchor="ctr" anchorCtr="0">
          <a:noAutofit/>
        </a:bodyPr>
        <a:lstStyle/>
        <a:p>
          <a:pPr marL="0" lvl="0" indent="0" algn="ctr" defTabSz="889000">
            <a:lnSpc>
              <a:spcPct val="90000"/>
            </a:lnSpc>
            <a:spcBef>
              <a:spcPct val="0"/>
            </a:spcBef>
            <a:spcAft>
              <a:spcPct val="35000"/>
            </a:spcAft>
            <a:buNone/>
          </a:pPr>
          <a:r>
            <a:rPr lang="en-US" sz="2000" kern="1200"/>
            <a:t>Once the process are assigned, no change or reassignment is possible at run time.</a:t>
          </a:r>
          <a:endParaRPr lang="en-PK" sz="2000" kern="1200"/>
        </a:p>
      </dsp:txBody>
      <dsp:txXfrm>
        <a:off x="3698652" y="157079"/>
        <a:ext cx="2759226" cy="1586861"/>
      </dsp:txXfrm>
    </dsp:sp>
    <dsp:sp modelId="{02E3B8A2-455F-40F3-971D-274B571FFEDD}">
      <dsp:nvSpPr>
        <dsp:cNvPr id="0" name=""/>
        <dsp:cNvSpPr/>
      </dsp:nvSpPr>
      <dsp:spPr>
        <a:xfrm>
          <a:off x="1473242" y="1827984"/>
          <a:ext cx="7210045" cy="643509"/>
        </a:xfrm>
        <a:custGeom>
          <a:avLst/>
          <a:gdLst/>
          <a:ahLst/>
          <a:cxnLst/>
          <a:rect l="0" t="0" r="0" b="0"/>
          <a:pathLst>
            <a:path>
              <a:moveTo>
                <a:pt x="7210045" y="0"/>
              </a:moveTo>
              <a:lnTo>
                <a:pt x="7210045" y="338854"/>
              </a:lnTo>
              <a:lnTo>
                <a:pt x="0" y="338854"/>
              </a:lnTo>
              <a:lnTo>
                <a:pt x="0" y="643509"/>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4897228" y="2146368"/>
        <a:ext cx="362074" cy="6741"/>
      </dsp:txXfrm>
    </dsp:sp>
    <dsp:sp modelId="{7C483344-1A70-4531-9786-C3B4199EE880}">
      <dsp:nvSpPr>
        <dsp:cNvPr id="0" name=""/>
        <dsp:cNvSpPr/>
      </dsp:nvSpPr>
      <dsp:spPr>
        <a:xfrm>
          <a:off x="7217831" y="71236"/>
          <a:ext cx="2930912" cy="1758547"/>
        </a:xfrm>
        <a:prstGeom prst="flowChartAlternateProcess">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617" tIns="150752" rIns="143617" bIns="150752" numCol="1" spcCol="1270" anchor="ctr" anchorCtr="0">
          <a:noAutofit/>
        </a:bodyPr>
        <a:lstStyle/>
        <a:p>
          <a:pPr marL="0" lvl="0" indent="0" algn="ctr" defTabSz="889000">
            <a:lnSpc>
              <a:spcPct val="90000"/>
            </a:lnSpc>
            <a:spcBef>
              <a:spcPct val="0"/>
            </a:spcBef>
            <a:spcAft>
              <a:spcPct val="35000"/>
            </a:spcAft>
            <a:buNone/>
          </a:pPr>
          <a:r>
            <a:rPr lang="en-US" sz="2000" kern="1200"/>
            <a:t>Need a good estimate of task sizes.</a:t>
          </a:r>
          <a:endParaRPr lang="en-PK" sz="2000" kern="1200"/>
        </a:p>
      </dsp:txBody>
      <dsp:txXfrm>
        <a:off x="7303674" y="157079"/>
        <a:ext cx="2759226" cy="1586861"/>
      </dsp:txXfrm>
    </dsp:sp>
    <dsp:sp modelId="{C44894C7-B4C5-434F-A0FD-AB88F35E89D1}">
      <dsp:nvSpPr>
        <dsp:cNvPr id="0" name=""/>
        <dsp:cNvSpPr/>
      </dsp:nvSpPr>
      <dsp:spPr>
        <a:xfrm>
          <a:off x="2936899" y="3337448"/>
          <a:ext cx="643509" cy="91440"/>
        </a:xfrm>
        <a:custGeom>
          <a:avLst/>
          <a:gdLst/>
          <a:ahLst/>
          <a:cxnLst/>
          <a:rect l="0" t="0" r="0" b="0"/>
          <a:pathLst>
            <a:path>
              <a:moveTo>
                <a:pt x="0" y="45720"/>
              </a:moveTo>
              <a:lnTo>
                <a:pt x="643509"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3241801" y="3379797"/>
        <a:ext cx="33705" cy="6741"/>
      </dsp:txXfrm>
    </dsp:sp>
    <dsp:sp modelId="{94CB4952-8635-4BD4-8AAF-049F15A116F5}">
      <dsp:nvSpPr>
        <dsp:cNvPr id="0" name=""/>
        <dsp:cNvSpPr/>
      </dsp:nvSpPr>
      <dsp:spPr>
        <a:xfrm>
          <a:off x="7786" y="2503894"/>
          <a:ext cx="2930912" cy="1758547"/>
        </a:xfrm>
        <a:prstGeom prst="flowChartAlternateProcess">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617" tIns="150752" rIns="143617" bIns="150752" numCol="1" spcCol="1270" anchor="ctr" anchorCtr="0">
          <a:noAutofit/>
        </a:bodyPr>
        <a:lstStyle/>
        <a:p>
          <a:pPr marL="0" lvl="0" indent="0" algn="ctr" defTabSz="889000">
            <a:lnSpc>
              <a:spcPct val="90000"/>
            </a:lnSpc>
            <a:spcBef>
              <a:spcPct val="0"/>
            </a:spcBef>
            <a:spcAft>
              <a:spcPct val="35000"/>
            </a:spcAft>
            <a:buNone/>
          </a:pPr>
          <a:r>
            <a:rPr lang="en-US" sz="2000" kern="1200"/>
            <a:t>Number of jobs on each node is fix.</a:t>
          </a:r>
          <a:endParaRPr lang="en-PK" sz="2000" kern="1200"/>
        </a:p>
      </dsp:txBody>
      <dsp:txXfrm>
        <a:off x="93629" y="2589737"/>
        <a:ext cx="2759226" cy="1586861"/>
      </dsp:txXfrm>
    </dsp:sp>
    <dsp:sp modelId="{67435CED-B3A0-4817-9FAC-E7E9EB1016CE}">
      <dsp:nvSpPr>
        <dsp:cNvPr id="0" name=""/>
        <dsp:cNvSpPr/>
      </dsp:nvSpPr>
      <dsp:spPr>
        <a:xfrm>
          <a:off x="3612809" y="2503894"/>
          <a:ext cx="2930912" cy="1758547"/>
        </a:xfrm>
        <a:prstGeom prst="flowChartAlternateProcess">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617" tIns="150752" rIns="143617" bIns="150752" numCol="1" spcCol="1270" anchor="ctr" anchorCtr="0">
          <a:noAutofit/>
        </a:bodyPr>
        <a:lstStyle/>
        <a:p>
          <a:pPr marL="0" lvl="0" indent="0" algn="ctr" defTabSz="889000">
            <a:lnSpc>
              <a:spcPct val="90000"/>
            </a:lnSpc>
            <a:spcBef>
              <a:spcPct val="0"/>
            </a:spcBef>
            <a:spcAft>
              <a:spcPct val="35000"/>
            </a:spcAft>
            <a:buNone/>
          </a:pPr>
          <a:r>
            <a:rPr lang="en-US" sz="2000" kern="1200"/>
            <a:t>Scheduling decisions are made probabilistically.</a:t>
          </a:r>
          <a:endParaRPr lang="en-PK" sz="2000" kern="1200"/>
        </a:p>
      </dsp:txBody>
      <dsp:txXfrm>
        <a:off x="3698652" y="2589737"/>
        <a:ext cx="2759226" cy="158686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D44DEE-AF87-4998-B3EB-17B3A1CD1B08}">
      <dsp:nvSpPr>
        <dsp:cNvPr id="0" name=""/>
        <dsp:cNvSpPr/>
      </dsp:nvSpPr>
      <dsp:spPr>
        <a:xfrm>
          <a:off x="0" y="311727"/>
          <a:ext cx="2957512" cy="31895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83A25-F892-485E-B5BC-EED0CFD5C495}">
      <dsp:nvSpPr>
        <dsp:cNvPr id="0" name=""/>
        <dsp:cNvSpPr/>
      </dsp:nvSpPr>
      <dsp:spPr>
        <a:xfrm>
          <a:off x="328612" y="623909"/>
          <a:ext cx="2957512" cy="31895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Algorithms that make use of static mapping are in general easier to design and program.</a:t>
          </a:r>
        </a:p>
      </dsp:txBody>
      <dsp:txXfrm>
        <a:off x="415235" y="710532"/>
        <a:ext cx="2784266" cy="3016308"/>
      </dsp:txXfrm>
    </dsp:sp>
    <dsp:sp modelId="{DE31AEEF-8827-4E88-A43D-524379F72822}">
      <dsp:nvSpPr>
        <dsp:cNvPr id="0" name=""/>
        <dsp:cNvSpPr/>
      </dsp:nvSpPr>
      <dsp:spPr>
        <a:xfrm>
          <a:off x="3614737" y="311727"/>
          <a:ext cx="2957512" cy="31502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ACB382-E942-4C87-9AAF-DFB844D6F265}">
      <dsp:nvSpPr>
        <dsp:cNvPr id="0" name=""/>
        <dsp:cNvSpPr/>
      </dsp:nvSpPr>
      <dsp:spPr>
        <a:xfrm>
          <a:off x="3943350" y="623909"/>
          <a:ext cx="2957512" cy="31502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Since the mapping is fixed, there is no need for communication between processing nodes to determine task allocation. </a:t>
          </a:r>
          <a:br>
            <a:rPr lang="en-US" sz="2000" kern="1200" dirty="0">
              <a:latin typeface="+mn-lt"/>
              <a:cs typeface="Arial" panose="020B0604020202020204" pitchFamily="34" charset="0"/>
            </a:rPr>
          </a:br>
          <a:r>
            <a:rPr lang="en-US" sz="2000" kern="1200" dirty="0">
              <a:latin typeface="+mn-lt"/>
              <a:cs typeface="Arial" panose="020B0604020202020204" pitchFamily="34" charset="0"/>
            </a:rPr>
            <a:t>This reduces communication overhead and can improve performance.</a:t>
          </a:r>
        </a:p>
      </dsp:txBody>
      <dsp:txXfrm>
        <a:off x="4029973" y="710532"/>
        <a:ext cx="2784266" cy="2977020"/>
      </dsp:txXfrm>
    </dsp:sp>
    <dsp:sp modelId="{59710026-4909-4B24-858E-40BA65BF8B60}">
      <dsp:nvSpPr>
        <dsp:cNvPr id="0" name=""/>
        <dsp:cNvSpPr/>
      </dsp:nvSpPr>
      <dsp:spPr>
        <a:xfrm>
          <a:off x="7229475" y="311727"/>
          <a:ext cx="2957512" cy="29401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4C2D2F-5445-43D4-942B-38766AD5A895}">
      <dsp:nvSpPr>
        <dsp:cNvPr id="0" name=""/>
        <dsp:cNvSpPr/>
      </dsp:nvSpPr>
      <dsp:spPr>
        <a:xfrm>
          <a:off x="7558087" y="623909"/>
          <a:ext cx="2957512" cy="29401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Less network traffic due to load balancing related messages.</a:t>
          </a:r>
        </a:p>
      </dsp:txBody>
      <dsp:txXfrm>
        <a:off x="7644202" y="710024"/>
        <a:ext cx="2785282" cy="276794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8D7CD-B869-4A17-9284-E52643265CFD}">
      <dsp:nvSpPr>
        <dsp:cNvPr id="0" name=""/>
        <dsp:cNvSpPr/>
      </dsp:nvSpPr>
      <dsp:spPr>
        <a:xfrm>
          <a:off x="0" y="1120577"/>
          <a:ext cx="3015038" cy="22146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D50DF2-FC5F-4409-B1DD-108FF974ED9A}">
      <dsp:nvSpPr>
        <dsp:cNvPr id="0" name=""/>
        <dsp:cNvSpPr/>
      </dsp:nvSpPr>
      <dsp:spPr>
        <a:xfrm>
          <a:off x="335004" y="1438831"/>
          <a:ext cx="3015038" cy="22146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It is very difficult to compute a-priori execution time.</a:t>
          </a:r>
        </a:p>
      </dsp:txBody>
      <dsp:txXfrm>
        <a:off x="399870" y="1503697"/>
        <a:ext cx="2885306" cy="2084942"/>
      </dsp:txXfrm>
    </dsp:sp>
    <dsp:sp modelId="{35B21056-41B9-4870-AFEA-116EEB53B954}">
      <dsp:nvSpPr>
        <dsp:cNvPr id="0" name=""/>
        <dsp:cNvSpPr/>
      </dsp:nvSpPr>
      <dsp:spPr>
        <a:xfrm>
          <a:off x="3685047" y="1120577"/>
          <a:ext cx="3015038" cy="22146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8D07A8-F089-4EC9-9468-0D96439A1F51}">
      <dsp:nvSpPr>
        <dsp:cNvPr id="0" name=""/>
        <dsp:cNvSpPr/>
      </dsp:nvSpPr>
      <dsp:spPr>
        <a:xfrm>
          <a:off x="4020051" y="1438831"/>
          <a:ext cx="3015038" cy="22146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Lack of Fault Tolerance: Static mapping does not account for node failures, which can result in system downtime if a node fails. </a:t>
          </a:r>
          <a:endParaRPr lang="en-PK" sz="2000" kern="1200" dirty="0">
            <a:latin typeface="+mn-lt"/>
            <a:cs typeface="Arial" panose="020B0604020202020204" pitchFamily="34" charset="0"/>
          </a:endParaRPr>
        </a:p>
      </dsp:txBody>
      <dsp:txXfrm>
        <a:off x="4084917" y="1503697"/>
        <a:ext cx="2885306" cy="2084942"/>
      </dsp:txXfrm>
    </dsp:sp>
    <dsp:sp modelId="{BE0D9E31-DD36-4AD6-AB4F-B7610D73FA4A}">
      <dsp:nvSpPr>
        <dsp:cNvPr id="0" name=""/>
        <dsp:cNvSpPr/>
      </dsp:nvSpPr>
      <dsp:spPr>
        <a:xfrm>
          <a:off x="7370094" y="1120577"/>
          <a:ext cx="3015038" cy="22146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53A175-DE44-4114-8259-4F773B870E6D}">
      <dsp:nvSpPr>
        <dsp:cNvPr id="0" name=""/>
        <dsp:cNvSpPr/>
      </dsp:nvSpPr>
      <dsp:spPr>
        <a:xfrm>
          <a:off x="7705098" y="1438831"/>
          <a:ext cx="3015038" cy="22146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The process allocation cannot be changed during execution.</a:t>
          </a:r>
        </a:p>
      </dsp:txBody>
      <dsp:txXfrm>
        <a:off x="7769964" y="1503697"/>
        <a:ext cx="2885306" cy="208494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713"/>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04931" y="376281"/>
          <a:ext cx="918056" cy="918056"/>
        </a:xfrm>
        <a:prstGeom prst="rect">
          <a:avLst/>
        </a:prstGeom>
        <a:blipFill>
          <a:blip xmlns:r="http://schemas.openxmlformats.org/officeDocument/2006/relationships" r:embed="rId1"/>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Mappings Based on Data Partitioning.</a:t>
          </a:r>
        </a:p>
      </dsp:txBody>
      <dsp:txXfrm>
        <a:off x="1927918" y="713"/>
        <a:ext cx="5075858" cy="1669193"/>
      </dsp:txXfrm>
    </dsp:sp>
    <dsp:sp modelId="{D75562AD-F78D-4876-92B4-3DD0643FB177}">
      <dsp:nvSpPr>
        <dsp:cNvPr id="0" name=""/>
        <dsp:cNvSpPr/>
      </dsp:nvSpPr>
      <dsp:spPr>
        <a:xfrm>
          <a:off x="0" y="2087205"/>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04931" y="2462774"/>
          <a:ext cx="918056" cy="918056"/>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Mappings Based on Task Partitioning.</a:t>
          </a:r>
          <a:endParaRPr lang="en-PK" sz="2500" kern="1200" dirty="0">
            <a:latin typeface="Arial" panose="020B0604020202020204" pitchFamily="34" charset="0"/>
            <a:cs typeface="Arial" panose="020B0604020202020204" pitchFamily="34" charset="0"/>
          </a:endParaRPr>
        </a:p>
      </dsp:txBody>
      <dsp:txXfrm>
        <a:off x="1927918" y="2087205"/>
        <a:ext cx="5075858" cy="1669193"/>
      </dsp:txXfrm>
    </dsp:sp>
    <dsp:sp modelId="{E59A8886-64D3-4589-84BF-B310E5D1B2BC}">
      <dsp:nvSpPr>
        <dsp:cNvPr id="0" name=""/>
        <dsp:cNvSpPr/>
      </dsp:nvSpPr>
      <dsp:spPr>
        <a:xfrm>
          <a:off x="0" y="4173697"/>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BF929A-CA61-47C2-9E5B-592C818C043A}">
      <dsp:nvSpPr>
        <dsp:cNvPr id="0" name=""/>
        <dsp:cNvSpPr/>
      </dsp:nvSpPr>
      <dsp:spPr>
        <a:xfrm>
          <a:off x="504931" y="4549266"/>
          <a:ext cx="918056" cy="918056"/>
        </a:xfrm>
        <a:prstGeom prst="rect">
          <a:avLst/>
        </a:prstGeom>
        <a:blipFill>
          <a:blip xmlns:r="http://schemas.openxmlformats.org/officeDocument/2006/relationships" r:embed="rId4"/>
          <a:srcRect/>
          <a:stretch>
            <a:fillRect l="-14000" r="-14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8FF4C3-75BB-4402-AA88-B8E3DC74E4C9}">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Hierarchical Mappings.</a:t>
          </a:r>
        </a:p>
      </dsp:txBody>
      <dsp:txXfrm>
        <a:off x="1927918" y="4173697"/>
        <a:ext cx="5075858" cy="166919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9BA1CB-3D72-4433-B417-5B3EF6208774}">
      <dsp:nvSpPr>
        <dsp:cNvPr id="0" name=""/>
        <dsp:cNvSpPr/>
      </dsp:nvSpPr>
      <dsp:spPr>
        <a:xfrm rot="5400000">
          <a:off x="5236399" y="-1237265"/>
          <a:ext cx="3148330" cy="640994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Mappings Based on Data Partitioning</a:t>
          </a:r>
          <a:endParaRPr lang="en-PK" sz="2000" kern="1200" dirty="0"/>
        </a:p>
        <a:p>
          <a:pPr marL="228600" lvl="1" indent="-228600" algn="l" defTabSz="889000">
            <a:lnSpc>
              <a:spcPct val="90000"/>
            </a:lnSpc>
            <a:spcBef>
              <a:spcPct val="0"/>
            </a:spcBef>
            <a:spcAft>
              <a:spcPct val="15000"/>
            </a:spcAft>
            <a:buChar char="•"/>
          </a:pPr>
          <a:endParaRPr lang="en-PK" sz="2000" kern="1200" dirty="0"/>
        </a:p>
        <a:p>
          <a:pPr marL="228600" lvl="1" indent="-228600" algn="l" defTabSz="889000">
            <a:lnSpc>
              <a:spcPct val="90000"/>
            </a:lnSpc>
            <a:spcBef>
              <a:spcPct val="0"/>
            </a:spcBef>
            <a:spcAft>
              <a:spcPct val="15000"/>
            </a:spcAft>
            <a:buChar char="•"/>
          </a:pPr>
          <a:r>
            <a:rPr lang="en-US" sz="2000" kern="1200" dirty="0"/>
            <a:t>Mappings Based on Task Partitioning</a:t>
          </a:r>
          <a:endParaRPr lang="en-PK" sz="2000" kern="1200" dirty="0"/>
        </a:p>
        <a:p>
          <a:pPr marL="228600" lvl="1" indent="-228600" algn="l" defTabSz="889000">
            <a:lnSpc>
              <a:spcPct val="90000"/>
            </a:lnSpc>
            <a:spcBef>
              <a:spcPct val="0"/>
            </a:spcBef>
            <a:spcAft>
              <a:spcPct val="15000"/>
            </a:spcAft>
            <a:buChar char="•"/>
          </a:pPr>
          <a:endParaRPr lang="en-PK" sz="2000" kern="1200" dirty="0"/>
        </a:p>
        <a:p>
          <a:pPr marL="228600" lvl="1" indent="-228600" algn="l" defTabSz="889000">
            <a:lnSpc>
              <a:spcPct val="90000"/>
            </a:lnSpc>
            <a:spcBef>
              <a:spcPct val="0"/>
            </a:spcBef>
            <a:spcAft>
              <a:spcPct val="15000"/>
            </a:spcAft>
            <a:buChar char="•"/>
          </a:pPr>
          <a:r>
            <a:rPr lang="en-US" sz="2000" kern="1200" dirty="0"/>
            <a:t>Hierarchical Partitioning</a:t>
          </a:r>
          <a:endParaRPr lang="en-PK" sz="2000" kern="1200" dirty="0"/>
        </a:p>
      </dsp:txBody>
      <dsp:txXfrm rot="-5400000">
        <a:off x="3605593" y="547230"/>
        <a:ext cx="6256254" cy="2840952"/>
      </dsp:txXfrm>
    </dsp:sp>
    <dsp:sp modelId="{2580C7EE-59DE-4A5F-B3DF-1DBB47FC48B5}">
      <dsp:nvSpPr>
        <dsp:cNvPr id="0" name=""/>
        <dsp:cNvSpPr/>
      </dsp:nvSpPr>
      <dsp:spPr>
        <a:xfrm>
          <a:off x="0" y="0"/>
          <a:ext cx="3605593" cy="39354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Static mapping is often used in conjunction with a decomposition based on data partitioning. </a:t>
          </a:r>
        </a:p>
        <a:p>
          <a:pPr marL="0" lvl="0" indent="0" algn="ctr" defTabSz="889000">
            <a:lnSpc>
              <a:spcPct val="90000"/>
            </a:lnSpc>
            <a:spcBef>
              <a:spcPct val="0"/>
            </a:spcBef>
            <a:spcAft>
              <a:spcPct val="35000"/>
            </a:spcAft>
            <a:buNone/>
          </a:pPr>
          <a:r>
            <a:rPr lang="en-US" sz="2000" kern="1200" dirty="0"/>
            <a:t>Static mapping is also used for mapping certain problems that are expressed naturally by a static task-dependency graph. Mapping schemes based on data partitioning and task partitioning are: </a:t>
          </a:r>
          <a:endParaRPr lang="en-PK" sz="2000" kern="1200" dirty="0"/>
        </a:p>
      </dsp:txBody>
      <dsp:txXfrm>
        <a:off x="176011" y="176011"/>
        <a:ext cx="3253571" cy="358339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83991-FC2B-452C-B6B2-C08899330BDE}">
      <dsp:nvSpPr>
        <dsp:cNvPr id="0" name=""/>
        <dsp:cNvSpPr/>
      </dsp:nvSpPr>
      <dsp:spPr>
        <a:xfrm>
          <a:off x="0" y="909402"/>
          <a:ext cx="7003777" cy="1216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Partitioning a given task-dependency graph across processes.</a:t>
          </a:r>
        </a:p>
      </dsp:txBody>
      <dsp:txXfrm>
        <a:off x="59399" y="968801"/>
        <a:ext cx="6884979" cy="1098002"/>
      </dsp:txXfrm>
    </dsp:sp>
    <dsp:sp modelId="{A9DEFB79-F3FF-45C4-8005-8EC661E05B79}">
      <dsp:nvSpPr>
        <dsp:cNvPr id="0" name=""/>
        <dsp:cNvSpPr/>
      </dsp:nvSpPr>
      <dsp:spPr>
        <a:xfrm>
          <a:off x="0" y="2313402"/>
          <a:ext cx="7003777" cy="1216800"/>
        </a:xfrm>
        <a:prstGeom prst="roundRect">
          <a:avLst/>
        </a:prstGeom>
        <a:solidFill>
          <a:schemeClr val="accent2">
            <a:hueOff val="-752677"/>
            <a:satOff val="-3174"/>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Determining an optimal mapping for a general task-dependency graph is an NP-complete problem.</a:t>
          </a:r>
        </a:p>
      </dsp:txBody>
      <dsp:txXfrm>
        <a:off x="59399" y="2372801"/>
        <a:ext cx="6884979" cy="1098002"/>
      </dsp:txXfrm>
    </dsp:sp>
    <dsp:sp modelId="{4097730E-0486-42E6-A649-904CF59F91BA}">
      <dsp:nvSpPr>
        <dsp:cNvPr id="0" name=""/>
        <dsp:cNvSpPr/>
      </dsp:nvSpPr>
      <dsp:spPr>
        <a:xfrm>
          <a:off x="0" y="3717402"/>
          <a:ext cx="7003777" cy="1216800"/>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Excellent heuristics exist for structured graphs.</a:t>
          </a:r>
        </a:p>
      </dsp:txBody>
      <dsp:txXfrm>
        <a:off x="59399" y="3776801"/>
        <a:ext cx="6884979" cy="109800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F7B7F2-EDBB-4541-B2D6-50DA30119B53}">
      <dsp:nvSpPr>
        <dsp:cNvPr id="0" name=""/>
        <dsp:cNvSpPr/>
      </dsp:nvSpPr>
      <dsp:spPr>
        <a:xfrm>
          <a:off x="0" y="1798"/>
          <a:ext cx="10156531" cy="91159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739405-F325-4914-A696-89454F8614E0}">
      <dsp:nvSpPr>
        <dsp:cNvPr id="0" name=""/>
        <dsp:cNvSpPr/>
      </dsp:nvSpPr>
      <dsp:spPr>
        <a:xfrm>
          <a:off x="275757" y="206907"/>
          <a:ext cx="501377" cy="501377"/>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840063-8308-42F3-926B-C4E75EFFF26D}">
      <dsp:nvSpPr>
        <dsp:cNvPr id="0" name=""/>
        <dsp:cNvSpPr/>
      </dsp:nvSpPr>
      <dsp:spPr>
        <a:xfrm>
          <a:off x="1052893" y="1798"/>
          <a:ext cx="9103637" cy="91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477" tIns="96477" rIns="96477" bIns="96477" numCol="1" spcCol="1270" anchor="ctr" anchorCtr="0">
          <a:noAutofit/>
        </a:bodyPr>
        <a:lstStyle/>
        <a:p>
          <a:pPr marL="0" lvl="0" indent="0" algn="l" defTabSz="889000">
            <a:lnSpc>
              <a:spcPct val="90000"/>
            </a:lnSpc>
            <a:spcBef>
              <a:spcPct val="0"/>
            </a:spcBef>
            <a:spcAft>
              <a:spcPct val="35000"/>
            </a:spcAft>
            <a:buNone/>
          </a:pPr>
          <a:r>
            <a:rPr lang="en-US" sz="2000" kern="1200" dirty="0"/>
            <a:t>If the tasks are large enough, then a better mapping can be obtained by a further decomposition of the tasks into smaller subtasks.</a:t>
          </a:r>
        </a:p>
      </dsp:txBody>
      <dsp:txXfrm>
        <a:off x="1052893" y="1798"/>
        <a:ext cx="9103637" cy="911596"/>
      </dsp:txXfrm>
    </dsp:sp>
    <dsp:sp modelId="{23D04D6B-095F-497A-9DBB-E0AD7FC6C002}">
      <dsp:nvSpPr>
        <dsp:cNvPr id="0" name=""/>
        <dsp:cNvSpPr/>
      </dsp:nvSpPr>
      <dsp:spPr>
        <a:xfrm>
          <a:off x="0" y="1141293"/>
          <a:ext cx="10156531" cy="91159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7FE102-EAB5-452E-9557-F7340E9FF980}">
      <dsp:nvSpPr>
        <dsp:cNvPr id="0" name=""/>
        <dsp:cNvSpPr/>
      </dsp:nvSpPr>
      <dsp:spPr>
        <a:xfrm>
          <a:off x="275757" y="1346402"/>
          <a:ext cx="501377" cy="501377"/>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B378AA-0A1C-4EA5-93D1-1BCDF775D64B}">
      <dsp:nvSpPr>
        <dsp:cNvPr id="0" name=""/>
        <dsp:cNvSpPr/>
      </dsp:nvSpPr>
      <dsp:spPr>
        <a:xfrm>
          <a:off x="1052893" y="1141293"/>
          <a:ext cx="9103637" cy="91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477" tIns="96477" rIns="96477" bIns="96477" numCol="1" spcCol="1270" anchor="ctr" anchorCtr="0">
          <a:noAutofit/>
        </a:bodyPr>
        <a:lstStyle/>
        <a:p>
          <a:pPr marL="0" lvl="0" indent="0" algn="l" defTabSz="889000">
            <a:lnSpc>
              <a:spcPct val="90000"/>
            </a:lnSpc>
            <a:spcBef>
              <a:spcPct val="0"/>
            </a:spcBef>
            <a:spcAft>
              <a:spcPct val="35000"/>
            </a:spcAft>
            <a:buNone/>
          </a:pPr>
          <a:r>
            <a:rPr lang="en-US" sz="2000" kern="1200" dirty="0"/>
            <a:t>A single mapping is inadequate.</a:t>
          </a:r>
        </a:p>
      </dsp:txBody>
      <dsp:txXfrm>
        <a:off x="1052893" y="1141293"/>
        <a:ext cx="9103637" cy="911596"/>
      </dsp:txXfrm>
    </dsp:sp>
    <dsp:sp modelId="{77C0FDD7-CE15-4CDF-843C-1DDBBA548E29}">
      <dsp:nvSpPr>
        <dsp:cNvPr id="0" name=""/>
        <dsp:cNvSpPr/>
      </dsp:nvSpPr>
      <dsp:spPr>
        <a:xfrm>
          <a:off x="0" y="2280789"/>
          <a:ext cx="10156531" cy="91159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187D35-271F-40FB-9AED-1EC9D7DDF27B}">
      <dsp:nvSpPr>
        <dsp:cNvPr id="0" name=""/>
        <dsp:cNvSpPr/>
      </dsp:nvSpPr>
      <dsp:spPr>
        <a:xfrm>
          <a:off x="275757" y="2485898"/>
          <a:ext cx="501377" cy="501377"/>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33CD1D-CEC0-45D5-8FC0-357CE0EA8C1C}">
      <dsp:nvSpPr>
        <dsp:cNvPr id="0" name=""/>
        <dsp:cNvSpPr/>
      </dsp:nvSpPr>
      <dsp:spPr>
        <a:xfrm>
          <a:off x="1052893" y="2280789"/>
          <a:ext cx="9103637" cy="91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477" tIns="96477" rIns="96477" bIns="96477" numCol="1" spcCol="1270" anchor="ctr" anchorCtr="0">
          <a:noAutofit/>
        </a:bodyPr>
        <a:lstStyle/>
        <a:p>
          <a:pPr marL="0" lvl="0" indent="0" algn="l" defTabSz="889000">
            <a:lnSpc>
              <a:spcPct val="90000"/>
            </a:lnSpc>
            <a:spcBef>
              <a:spcPct val="0"/>
            </a:spcBef>
            <a:spcAft>
              <a:spcPct val="35000"/>
            </a:spcAft>
            <a:buNone/>
          </a:pPr>
          <a:r>
            <a:rPr lang="en-US" sz="2000" kern="1200" dirty="0"/>
            <a:t>Task mapping at the top layer and Data partitioning within each level.</a:t>
          </a:r>
        </a:p>
      </dsp:txBody>
      <dsp:txXfrm>
        <a:off x="1052893" y="2280789"/>
        <a:ext cx="9103637" cy="911596"/>
      </dsp:txXfrm>
    </dsp:sp>
    <dsp:sp modelId="{63C9664E-4BCC-4264-AC90-63D2D3FB034D}">
      <dsp:nvSpPr>
        <dsp:cNvPr id="0" name=""/>
        <dsp:cNvSpPr/>
      </dsp:nvSpPr>
      <dsp:spPr>
        <a:xfrm>
          <a:off x="0" y="3420284"/>
          <a:ext cx="10156531" cy="91159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7E70C2-693D-44F3-96D2-47A3A5CE3C7A}">
      <dsp:nvSpPr>
        <dsp:cNvPr id="0" name=""/>
        <dsp:cNvSpPr/>
      </dsp:nvSpPr>
      <dsp:spPr>
        <a:xfrm>
          <a:off x="275757" y="3625393"/>
          <a:ext cx="501377" cy="501377"/>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E71C28-C50C-4C47-8147-4A83A59781A8}">
      <dsp:nvSpPr>
        <dsp:cNvPr id="0" name=""/>
        <dsp:cNvSpPr/>
      </dsp:nvSpPr>
      <dsp:spPr>
        <a:xfrm>
          <a:off x="1052893" y="3420284"/>
          <a:ext cx="9103637" cy="911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477" tIns="96477" rIns="96477" bIns="96477" numCol="1" spcCol="1270" anchor="ctr" anchorCtr="0">
          <a:noAutofit/>
        </a:bodyPr>
        <a:lstStyle/>
        <a:p>
          <a:pPr marL="0" lvl="0" indent="0" algn="l" defTabSz="755650">
            <a:lnSpc>
              <a:spcPct val="90000"/>
            </a:lnSpc>
            <a:spcBef>
              <a:spcPct val="0"/>
            </a:spcBef>
            <a:spcAft>
              <a:spcPct val="35000"/>
            </a:spcAft>
            <a:buNone/>
          </a:pPr>
          <a:r>
            <a:rPr lang="en-US" sz="1700" kern="1200"/>
            <a:t>Static mapping based on hierarchical mappings can be used in a variety of applications, including scientific simulations, machine learning, and image processing.</a:t>
          </a:r>
        </a:p>
      </dsp:txBody>
      <dsp:txXfrm>
        <a:off x="1052893" y="3420284"/>
        <a:ext cx="9103637" cy="91159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135180" y="9262"/>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368272" y="383732"/>
          <a:ext cx="915369" cy="915369"/>
        </a:xfrm>
        <a:prstGeom prst="rect">
          <a:avLst/>
        </a:prstGeom>
        <a:blipFill>
          <a:blip xmlns:r="http://schemas.openxmlformats.org/officeDocument/2006/relationships" r:embed="rId1"/>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603103" y="9262"/>
          <a:ext cx="5445724"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Dynamic Mapping.</a:t>
          </a:r>
        </a:p>
      </dsp:txBody>
      <dsp:txXfrm>
        <a:off x="1603103" y="9262"/>
        <a:ext cx="5445724" cy="1664308"/>
      </dsp:txXfrm>
    </dsp:sp>
    <dsp:sp modelId="{D75562AD-F78D-4876-92B4-3DD0643FB177}">
      <dsp:nvSpPr>
        <dsp:cNvPr id="0" name=""/>
        <dsp:cNvSpPr/>
      </dsp:nvSpPr>
      <dsp:spPr>
        <a:xfrm>
          <a:off x="-135180" y="2089648"/>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368272" y="2464117"/>
          <a:ext cx="915369" cy="915369"/>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512973" y="2089648"/>
          <a:ext cx="5625984"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Advantages of Dynamic Mapping.</a:t>
          </a:r>
        </a:p>
      </dsp:txBody>
      <dsp:txXfrm>
        <a:off x="1512973" y="2089648"/>
        <a:ext cx="5625984" cy="1664308"/>
      </dsp:txXfrm>
    </dsp:sp>
    <dsp:sp modelId="{29D509CC-963E-4643-9A3E-5924EF402883}">
      <dsp:nvSpPr>
        <dsp:cNvPr id="0" name=""/>
        <dsp:cNvSpPr/>
      </dsp:nvSpPr>
      <dsp:spPr>
        <a:xfrm>
          <a:off x="-135180" y="4170033"/>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CCF7A9-5903-4743-9806-D648919F1B99}">
      <dsp:nvSpPr>
        <dsp:cNvPr id="0" name=""/>
        <dsp:cNvSpPr/>
      </dsp:nvSpPr>
      <dsp:spPr>
        <a:xfrm>
          <a:off x="368272" y="4544503"/>
          <a:ext cx="915369" cy="915369"/>
        </a:xfrm>
        <a:prstGeom prst="rect">
          <a:avLst/>
        </a:prstGeom>
        <a:blipFill>
          <a:blip xmlns:r="http://schemas.openxmlformats.org/officeDocument/2006/relationships" r:embed="rId4"/>
          <a:srcRect/>
          <a:stretch>
            <a:fillRect l="-19000" r="-19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76B87-8FA9-4446-8EA6-FF466A647FD7}">
      <dsp:nvSpPr>
        <dsp:cNvPr id="0" name=""/>
        <dsp:cNvSpPr/>
      </dsp:nvSpPr>
      <dsp:spPr>
        <a:xfrm>
          <a:off x="1512973" y="4170033"/>
          <a:ext cx="5625984"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Disadvantages of Dynamic Mapping.</a:t>
          </a:r>
        </a:p>
      </dsp:txBody>
      <dsp:txXfrm>
        <a:off x="1512973" y="4170033"/>
        <a:ext cx="5625984" cy="166430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6C193-D24C-417D-B277-48802F87A142}">
      <dsp:nvSpPr>
        <dsp:cNvPr id="0" name=""/>
        <dsp:cNvSpPr/>
      </dsp:nvSpPr>
      <dsp:spPr>
        <a:xfrm>
          <a:off x="0" y="0"/>
          <a:ext cx="4635892" cy="463589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B11D0-59E0-4E8D-9911-7721FCB90FDD}">
      <dsp:nvSpPr>
        <dsp:cNvPr id="0" name=""/>
        <dsp:cNvSpPr/>
      </dsp:nvSpPr>
      <dsp:spPr>
        <a:xfrm>
          <a:off x="2317946" y="0"/>
          <a:ext cx="7617164" cy="463589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If tasks are generated dynamically, then they must be mapped dynamically too.</a:t>
          </a:r>
          <a:endParaRPr lang="en-PK" sz="2000" kern="1200" dirty="0"/>
        </a:p>
      </dsp:txBody>
      <dsp:txXfrm>
        <a:off x="2317946" y="0"/>
        <a:ext cx="7617164" cy="1390770"/>
      </dsp:txXfrm>
    </dsp:sp>
    <dsp:sp modelId="{FB571245-B3C3-49FC-93CD-D2573640798C}">
      <dsp:nvSpPr>
        <dsp:cNvPr id="0" name=""/>
        <dsp:cNvSpPr/>
      </dsp:nvSpPr>
      <dsp:spPr>
        <a:xfrm>
          <a:off x="811282" y="1390770"/>
          <a:ext cx="3013326" cy="301332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55F49B-C740-4C0D-B783-4B60A5BFA2BD}">
      <dsp:nvSpPr>
        <dsp:cNvPr id="0" name=""/>
        <dsp:cNvSpPr/>
      </dsp:nvSpPr>
      <dsp:spPr>
        <a:xfrm>
          <a:off x="2317946" y="1390770"/>
          <a:ext cx="7617164" cy="301332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If task sizes are unknown, then a static mapping can potentially lead to serious load-imbalances and dynamic mappings are usually more effective.</a:t>
          </a:r>
          <a:endParaRPr lang="en-PK" sz="2000" kern="1200" dirty="0"/>
        </a:p>
      </dsp:txBody>
      <dsp:txXfrm>
        <a:off x="2317946" y="1390770"/>
        <a:ext cx="7617164" cy="1390765"/>
      </dsp:txXfrm>
    </dsp:sp>
    <dsp:sp modelId="{46930BD7-4E96-4EC4-AC57-9B8E582EB0B7}">
      <dsp:nvSpPr>
        <dsp:cNvPr id="0" name=""/>
        <dsp:cNvSpPr/>
      </dsp:nvSpPr>
      <dsp:spPr>
        <a:xfrm>
          <a:off x="1622562" y="2781536"/>
          <a:ext cx="1390766" cy="139076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BE4148-6A17-409B-8C70-7B1D285F2831}">
      <dsp:nvSpPr>
        <dsp:cNvPr id="0" name=""/>
        <dsp:cNvSpPr/>
      </dsp:nvSpPr>
      <dsp:spPr>
        <a:xfrm>
          <a:off x="2317946" y="2781536"/>
          <a:ext cx="7617164" cy="139076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If the amount of data associated with tasks is large. </a:t>
          </a:r>
          <a:endParaRPr lang="en-PK" sz="2000" kern="1200" dirty="0"/>
        </a:p>
      </dsp:txBody>
      <dsp:txXfrm>
        <a:off x="2317946" y="2781536"/>
        <a:ext cx="7617164" cy="139076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D44DEE-AF87-4998-B3EB-17B3A1CD1B08}">
      <dsp:nvSpPr>
        <dsp:cNvPr id="0" name=""/>
        <dsp:cNvSpPr/>
      </dsp:nvSpPr>
      <dsp:spPr>
        <a:xfrm>
          <a:off x="2929" y="1244527"/>
          <a:ext cx="2091428" cy="23673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83A25-F892-485E-B5BC-EED0CFD5C495}">
      <dsp:nvSpPr>
        <dsp:cNvPr id="0" name=""/>
        <dsp:cNvSpPr/>
      </dsp:nvSpPr>
      <dsp:spPr>
        <a:xfrm>
          <a:off x="235310" y="1465288"/>
          <a:ext cx="2091428" cy="23673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Greater Resource utilization.</a:t>
          </a:r>
        </a:p>
      </dsp:txBody>
      <dsp:txXfrm>
        <a:off x="296566" y="1526544"/>
        <a:ext cx="1968916" cy="2244829"/>
      </dsp:txXfrm>
    </dsp:sp>
    <dsp:sp modelId="{55ACCC41-4C37-4411-87BE-5B0AB9B2FCD6}">
      <dsp:nvSpPr>
        <dsp:cNvPr id="0" name=""/>
        <dsp:cNvSpPr/>
      </dsp:nvSpPr>
      <dsp:spPr>
        <a:xfrm>
          <a:off x="2559120" y="1244527"/>
          <a:ext cx="2091428" cy="23411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EC187E-E9E5-42CC-8709-A9AE68C80F1F}">
      <dsp:nvSpPr>
        <dsp:cNvPr id="0" name=""/>
        <dsp:cNvSpPr/>
      </dsp:nvSpPr>
      <dsp:spPr>
        <a:xfrm>
          <a:off x="2791501" y="1465288"/>
          <a:ext cx="2091428" cy="23411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Enhanced Load Balancing</a:t>
          </a:r>
        </a:p>
      </dsp:txBody>
      <dsp:txXfrm>
        <a:off x="2852757" y="1526544"/>
        <a:ext cx="1968916" cy="2218667"/>
      </dsp:txXfrm>
    </dsp:sp>
    <dsp:sp modelId="{7A4D1DCA-ED6A-44D0-AAFB-8A6F93EE90B5}">
      <dsp:nvSpPr>
        <dsp:cNvPr id="0" name=""/>
        <dsp:cNvSpPr/>
      </dsp:nvSpPr>
      <dsp:spPr>
        <a:xfrm>
          <a:off x="5115310" y="1244527"/>
          <a:ext cx="2091428" cy="2312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06C162-D2D6-45A8-B89B-AC15A42CF712}">
      <dsp:nvSpPr>
        <dsp:cNvPr id="0" name=""/>
        <dsp:cNvSpPr/>
      </dsp:nvSpPr>
      <dsp:spPr>
        <a:xfrm>
          <a:off x="5347691" y="1465288"/>
          <a:ext cx="2091428" cy="23125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The process allocation can be modified during execution if required.</a:t>
          </a:r>
          <a:endParaRPr lang="en-PK" sz="2000" kern="1200" dirty="0">
            <a:latin typeface="+mn-lt"/>
            <a:cs typeface="Arial" panose="020B0604020202020204" pitchFamily="34" charset="0"/>
          </a:endParaRPr>
        </a:p>
      </dsp:txBody>
      <dsp:txXfrm>
        <a:off x="5408947" y="1526544"/>
        <a:ext cx="1968916" cy="2190087"/>
      </dsp:txXfrm>
    </dsp:sp>
    <dsp:sp modelId="{795075DE-4FA4-4C09-AFC5-685F19278564}">
      <dsp:nvSpPr>
        <dsp:cNvPr id="0" name=""/>
        <dsp:cNvSpPr/>
      </dsp:nvSpPr>
      <dsp:spPr>
        <a:xfrm>
          <a:off x="7671501" y="1244527"/>
          <a:ext cx="2091428" cy="23673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C5A6EB-B938-4DCB-811A-9A435139B651}">
      <dsp:nvSpPr>
        <dsp:cNvPr id="0" name=""/>
        <dsp:cNvSpPr/>
      </dsp:nvSpPr>
      <dsp:spPr>
        <a:xfrm>
          <a:off x="7903882" y="1465288"/>
          <a:ext cx="2091428" cy="23673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solidFill>
                <a:srgbClr val="374151"/>
              </a:solidFill>
              <a:effectLst/>
              <a:latin typeface="+mn-lt"/>
              <a:cs typeface="Arial" panose="020B0604020202020204" pitchFamily="34" charset="0"/>
            </a:rPr>
            <a:t>Scalability: Dynamic mapping can scale the system up or down based on the workload. </a:t>
          </a:r>
          <a:endParaRPr lang="en-PK" sz="2000" kern="1200" dirty="0">
            <a:latin typeface="+mn-lt"/>
            <a:cs typeface="Arial" panose="020B0604020202020204" pitchFamily="34" charset="0"/>
          </a:endParaRPr>
        </a:p>
      </dsp:txBody>
      <dsp:txXfrm>
        <a:off x="7965138" y="1526544"/>
        <a:ext cx="1968916" cy="224482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D44DEE-AF87-4998-B3EB-17B3A1CD1B08}">
      <dsp:nvSpPr>
        <dsp:cNvPr id="0" name=""/>
        <dsp:cNvSpPr/>
      </dsp:nvSpPr>
      <dsp:spPr>
        <a:xfrm>
          <a:off x="0" y="395660"/>
          <a:ext cx="2957512" cy="25509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83A25-F892-485E-B5BC-EED0CFD5C495}">
      <dsp:nvSpPr>
        <dsp:cNvPr id="0" name=""/>
        <dsp:cNvSpPr/>
      </dsp:nvSpPr>
      <dsp:spPr>
        <a:xfrm>
          <a:off x="328612" y="707842"/>
          <a:ext cx="2957512" cy="25509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Algorithms that require dynamic mapping are usually more complicated, particularly in the message-passing programming paradigm.</a:t>
          </a:r>
          <a:endParaRPr lang="en-PK" sz="2000" kern="1200" dirty="0">
            <a:latin typeface="+mn-lt"/>
            <a:cs typeface="Arial" panose="020B0604020202020204" pitchFamily="34" charset="0"/>
          </a:endParaRPr>
        </a:p>
        <a:p>
          <a:pPr marL="0" lvl="0" indent="0" algn="ctr" defTabSz="889000">
            <a:lnSpc>
              <a:spcPct val="90000"/>
            </a:lnSpc>
            <a:spcBef>
              <a:spcPct val="0"/>
            </a:spcBef>
            <a:spcAft>
              <a:spcPct val="35000"/>
            </a:spcAft>
            <a:buNone/>
          </a:pPr>
          <a:endParaRPr lang="en-US" sz="2000" kern="1200" dirty="0">
            <a:latin typeface="+mn-lt"/>
          </a:endParaRPr>
        </a:p>
      </dsp:txBody>
      <dsp:txXfrm>
        <a:off x="403327" y="782557"/>
        <a:ext cx="2808082" cy="2401522"/>
      </dsp:txXfrm>
    </dsp:sp>
    <dsp:sp modelId="{59710026-4909-4B24-858E-40BA65BF8B60}">
      <dsp:nvSpPr>
        <dsp:cNvPr id="0" name=""/>
        <dsp:cNvSpPr/>
      </dsp:nvSpPr>
      <dsp:spPr>
        <a:xfrm>
          <a:off x="3614737" y="395660"/>
          <a:ext cx="2957512" cy="25588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4C2D2F-5445-43D4-942B-38766AD5A895}">
      <dsp:nvSpPr>
        <dsp:cNvPr id="0" name=""/>
        <dsp:cNvSpPr/>
      </dsp:nvSpPr>
      <dsp:spPr>
        <a:xfrm>
          <a:off x="3943350" y="707842"/>
          <a:ext cx="2957512" cy="25588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Greater overhead due to process redistribution.</a:t>
          </a:r>
        </a:p>
      </dsp:txBody>
      <dsp:txXfrm>
        <a:off x="4018296" y="782788"/>
        <a:ext cx="2807620" cy="2408967"/>
      </dsp:txXfrm>
    </dsp:sp>
    <dsp:sp modelId="{F3027367-2D5B-4BA5-931D-7A9BE6ACE2BD}">
      <dsp:nvSpPr>
        <dsp:cNvPr id="0" name=""/>
        <dsp:cNvSpPr/>
      </dsp:nvSpPr>
      <dsp:spPr>
        <a:xfrm>
          <a:off x="7229475" y="395660"/>
          <a:ext cx="2957512" cy="25459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DAD3C8-40B9-45E6-AB1C-946709C4C7A6}">
      <dsp:nvSpPr>
        <dsp:cNvPr id="0" name=""/>
        <dsp:cNvSpPr/>
      </dsp:nvSpPr>
      <dsp:spPr>
        <a:xfrm>
          <a:off x="7558087" y="707842"/>
          <a:ext cx="2957512" cy="2545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Lack of determinism: Dynamic mapping introduces non-determinism into the system</a:t>
          </a:r>
          <a:endParaRPr lang="en-PK" sz="2000" kern="1200" dirty="0">
            <a:latin typeface="+mn-lt"/>
            <a:cs typeface="Arial" panose="020B0604020202020204" pitchFamily="34" charset="0"/>
          </a:endParaRPr>
        </a:p>
      </dsp:txBody>
      <dsp:txXfrm>
        <a:off x="7632657" y="782412"/>
        <a:ext cx="2808372" cy="239685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150249" y="9262"/>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353204" y="383732"/>
          <a:ext cx="915369" cy="915369"/>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467768" y="9262"/>
          <a:ext cx="5686257"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Schemes for Dynamic Mapping.</a:t>
          </a:r>
        </a:p>
      </dsp:txBody>
      <dsp:txXfrm>
        <a:off x="1467768" y="9262"/>
        <a:ext cx="5686257" cy="1664308"/>
      </dsp:txXfrm>
    </dsp:sp>
    <dsp:sp modelId="{D75562AD-F78D-4876-92B4-3DD0643FB177}">
      <dsp:nvSpPr>
        <dsp:cNvPr id="0" name=""/>
        <dsp:cNvSpPr/>
      </dsp:nvSpPr>
      <dsp:spPr>
        <a:xfrm>
          <a:off x="-150249" y="2089648"/>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353204" y="2464117"/>
          <a:ext cx="915369" cy="9153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531088" y="2089648"/>
          <a:ext cx="5559618"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Centralized Dynamic Mapping Scheme.</a:t>
          </a:r>
        </a:p>
      </dsp:txBody>
      <dsp:txXfrm>
        <a:off x="1531088" y="2089648"/>
        <a:ext cx="5559618" cy="1664308"/>
      </dsp:txXfrm>
    </dsp:sp>
    <dsp:sp modelId="{A7813655-00FF-483A-A799-9033676DB034}">
      <dsp:nvSpPr>
        <dsp:cNvPr id="0" name=""/>
        <dsp:cNvSpPr/>
      </dsp:nvSpPr>
      <dsp:spPr>
        <a:xfrm>
          <a:off x="-150249" y="4170033"/>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73CA83-2D87-4641-AEB5-2AB5C4DC80D1}">
      <dsp:nvSpPr>
        <dsp:cNvPr id="0" name=""/>
        <dsp:cNvSpPr/>
      </dsp:nvSpPr>
      <dsp:spPr>
        <a:xfrm>
          <a:off x="353204" y="4544503"/>
          <a:ext cx="915369" cy="915369"/>
        </a:xfrm>
        <a:prstGeom prst="rect">
          <a:avLst/>
        </a:prstGeom>
        <a:blipFill>
          <a:blip xmlns:r="http://schemas.openxmlformats.org/officeDocument/2006/relationships" r:embed="rId5"/>
          <a:srcRect/>
          <a:stretch>
            <a:fillRect l="-19000" r="-19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909083-302F-4DFC-9D40-C385BC5AAD21}">
      <dsp:nvSpPr>
        <dsp:cNvPr id="0" name=""/>
        <dsp:cNvSpPr/>
      </dsp:nvSpPr>
      <dsp:spPr>
        <a:xfrm>
          <a:off x="1531088" y="4170033"/>
          <a:ext cx="5559618"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Distributed Dynamic Mapping Scheme.</a:t>
          </a:r>
        </a:p>
      </dsp:txBody>
      <dsp:txXfrm>
        <a:off x="1531088" y="4170033"/>
        <a:ext cx="5559618" cy="166430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1B7AA0-7E4D-4044-A68E-9C866783837A}">
      <dsp:nvSpPr>
        <dsp:cNvPr id="0" name=""/>
        <dsp:cNvSpPr/>
      </dsp:nvSpPr>
      <dsp:spPr>
        <a:xfrm>
          <a:off x="5941199" y="972546"/>
          <a:ext cx="935930" cy="445417"/>
        </a:xfrm>
        <a:custGeom>
          <a:avLst/>
          <a:gdLst/>
          <a:ahLst/>
          <a:cxnLst/>
          <a:rect l="0" t="0" r="0" b="0"/>
          <a:pathLst>
            <a:path>
              <a:moveTo>
                <a:pt x="0" y="0"/>
              </a:moveTo>
              <a:lnTo>
                <a:pt x="0" y="303539"/>
              </a:lnTo>
              <a:lnTo>
                <a:pt x="935930" y="303539"/>
              </a:lnTo>
              <a:lnTo>
                <a:pt x="935930" y="44541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BB4EB5-3FCD-4151-B098-43D244EE6D9D}">
      <dsp:nvSpPr>
        <dsp:cNvPr id="0" name=""/>
        <dsp:cNvSpPr/>
      </dsp:nvSpPr>
      <dsp:spPr>
        <a:xfrm>
          <a:off x="5005268" y="2390481"/>
          <a:ext cx="935930" cy="445417"/>
        </a:xfrm>
        <a:custGeom>
          <a:avLst/>
          <a:gdLst/>
          <a:ahLst/>
          <a:cxnLst/>
          <a:rect l="0" t="0" r="0" b="0"/>
          <a:pathLst>
            <a:path>
              <a:moveTo>
                <a:pt x="0" y="0"/>
              </a:moveTo>
              <a:lnTo>
                <a:pt x="0" y="303539"/>
              </a:lnTo>
              <a:lnTo>
                <a:pt x="935930" y="303539"/>
              </a:lnTo>
              <a:lnTo>
                <a:pt x="935930" y="44541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180771-312C-4B33-83ED-F63A5FC06BF2}">
      <dsp:nvSpPr>
        <dsp:cNvPr id="0" name=""/>
        <dsp:cNvSpPr/>
      </dsp:nvSpPr>
      <dsp:spPr>
        <a:xfrm>
          <a:off x="4069338" y="2390481"/>
          <a:ext cx="935930" cy="445417"/>
        </a:xfrm>
        <a:custGeom>
          <a:avLst/>
          <a:gdLst/>
          <a:ahLst/>
          <a:cxnLst/>
          <a:rect l="0" t="0" r="0" b="0"/>
          <a:pathLst>
            <a:path>
              <a:moveTo>
                <a:pt x="935930" y="0"/>
              </a:moveTo>
              <a:lnTo>
                <a:pt x="935930" y="303539"/>
              </a:lnTo>
              <a:lnTo>
                <a:pt x="0" y="303539"/>
              </a:lnTo>
              <a:lnTo>
                <a:pt x="0" y="44541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E5CB73-3E62-4D4A-9B00-ABDBB9AAE7F0}">
      <dsp:nvSpPr>
        <dsp:cNvPr id="0" name=""/>
        <dsp:cNvSpPr/>
      </dsp:nvSpPr>
      <dsp:spPr>
        <a:xfrm>
          <a:off x="5005268" y="972546"/>
          <a:ext cx="935930" cy="445417"/>
        </a:xfrm>
        <a:custGeom>
          <a:avLst/>
          <a:gdLst/>
          <a:ahLst/>
          <a:cxnLst/>
          <a:rect l="0" t="0" r="0" b="0"/>
          <a:pathLst>
            <a:path>
              <a:moveTo>
                <a:pt x="935930" y="0"/>
              </a:moveTo>
              <a:lnTo>
                <a:pt x="935930" y="303539"/>
              </a:lnTo>
              <a:lnTo>
                <a:pt x="0" y="303539"/>
              </a:lnTo>
              <a:lnTo>
                <a:pt x="0" y="44541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198FEF-EF92-42FC-AD21-E256B544D34C}">
      <dsp:nvSpPr>
        <dsp:cNvPr id="0" name=""/>
        <dsp:cNvSpPr/>
      </dsp:nvSpPr>
      <dsp:spPr>
        <a:xfrm>
          <a:off x="5175438" y="28"/>
          <a:ext cx="1531523" cy="97251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7914C04-BCD0-4A8A-B41E-9A93EBF8329E}">
      <dsp:nvSpPr>
        <dsp:cNvPr id="0" name=""/>
        <dsp:cNvSpPr/>
      </dsp:nvSpPr>
      <dsp:spPr>
        <a:xfrm>
          <a:off x="5345607" y="161689"/>
          <a:ext cx="1531523" cy="97251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Schemes for Dynamic Mapping:</a:t>
          </a:r>
        </a:p>
      </dsp:txBody>
      <dsp:txXfrm>
        <a:off x="5374091" y="190173"/>
        <a:ext cx="1474555" cy="915549"/>
      </dsp:txXfrm>
    </dsp:sp>
    <dsp:sp modelId="{E63736AB-1745-4F68-BA4D-177CEAF194C9}">
      <dsp:nvSpPr>
        <dsp:cNvPr id="0" name=""/>
        <dsp:cNvSpPr/>
      </dsp:nvSpPr>
      <dsp:spPr>
        <a:xfrm>
          <a:off x="4239507" y="1417964"/>
          <a:ext cx="1531523" cy="97251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B4871C0-0FDF-4132-8E87-B43965741250}">
      <dsp:nvSpPr>
        <dsp:cNvPr id="0" name=""/>
        <dsp:cNvSpPr/>
      </dsp:nvSpPr>
      <dsp:spPr>
        <a:xfrm>
          <a:off x="4409676" y="1579624"/>
          <a:ext cx="1531523" cy="972517"/>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Centralized Schemes</a:t>
          </a:r>
        </a:p>
      </dsp:txBody>
      <dsp:txXfrm>
        <a:off x="4438160" y="1608108"/>
        <a:ext cx="1474555" cy="915549"/>
      </dsp:txXfrm>
    </dsp:sp>
    <dsp:sp modelId="{463AAE64-A52E-46B1-80C0-C3D67D0B6F9E}">
      <dsp:nvSpPr>
        <dsp:cNvPr id="0" name=""/>
        <dsp:cNvSpPr/>
      </dsp:nvSpPr>
      <dsp:spPr>
        <a:xfrm>
          <a:off x="3303576" y="2835899"/>
          <a:ext cx="1531523" cy="97251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9B2F652-476F-4E40-AB10-2104C4DFDF93}">
      <dsp:nvSpPr>
        <dsp:cNvPr id="0" name=""/>
        <dsp:cNvSpPr/>
      </dsp:nvSpPr>
      <dsp:spPr>
        <a:xfrm>
          <a:off x="3473745" y="2997559"/>
          <a:ext cx="1531523" cy="972517"/>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Master Process</a:t>
          </a:r>
        </a:p>
      </dsp:txBody>
      <dsp:txXfrm>
        <a:off x="3502229" y="3026043"/>
        <a:ext cx="1474555" cy="915549"/>
      </dsp:txXfrm>
    </dsp:sp>
    <dsp:sp modelId="{B7B2BA11-6720-4DA3-83E1-D7E115BE4E67}">
      <dsp:nvSpPr>
        <dsp:cNvPr id="0" name=""/>
        <dsp:cNvSpPr/>
      </dsp:nvSpPr>
      <dsp:spPr>
        <a:xfrm>
          <a:off x="5175438" y="2835899"/>
          <a:ext cx="1531523" cy="97251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5F8F8E2-32E7-476A-A4BC-46A028BEFA0E}">
      <dsp:nvSpPr>
        <dsp:cNvPr id="0" name=""/>
        <dsp:cNvSpPr/>
      </dsp:nvSpPr>
      <dsp:spPr>
        <a:xfrm>
          <a:off x="5345607" y="2997559"/>
          <a:ext cx="1531523" cy="972517"/>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Slave Processes</a:t>
          </a:r>
        </a:p>
      </dsp:txBody>
      <dsp:txXfrm>
        <a:off x="5374091" y="3026043"/>
        <a:ext cx="1474555" cy="915549"/>
      </dsp:txXfrm>
    </dsp:sp>
    <dsp:sp modelId="{1F2982E5-8ADF-40EB-B1E7-F0C2B6E112BF}">
      <dsp:nvSpPr>
        <dsp:cNvPr id="0" name=""/>
        <dsp:cNvSpPr/>
      </dsp:nvSpPr>
      <dsp:spPr>
        <a:xfrm>
          <a:off x="6111369" y="1417964"/>
          <a:ext cx="1531523" cy="97251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3E6B021-7928-466F-AF6C-E628F8267EA2}">
      <dsp:nvSpPr>
        <dsp:cNvPr id="0" name=""/>
        <dsp:cNvSpPr/>
      </dsp:nvSpPr>
      <dsp:spPr>
        <a:xfrm>
          <a:off x="6281538" y="1579624"/>
          <a:ext cx="1531523" cy="972517"/>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Distributed Schemes       </a:t>
          </a:r>
        </a:p>
      </dsp:txBody>
      <dsp:txXfrm>
        <a:off x="6310022" y="1608108"/>
        <a:ext cx="1474555" cy="91554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8DADB-A137-449F-B6D5-8C250EFFB09D}">
      <dsp:nvSpPr>
        <dsp:cNvPr id="0" name=""/>
        <dsp:cNvSpPr/>
      </dsp:nvSpPr>
      <dsp:spPr>
        <a:xfrm>
          <a:off x="0" y="4355171"/>
          <a:ext cx="5626542" cy="142946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When a new task is generated, it is added to this centralized data structure or reported to the master process. </a:t>
          </a:r>
        </a:p>
      </dsp:txBody>
      <dsp:txXfrm>
        <a:off x="0" y="4355171"/>
        <a:ext cx="5626542" cy="1429464"/>
      </dsp:txXfrm>
    </dsp:sp>
    <dsp:sp modelId="{C3FEB510-409C-4BAF-9BF6-B284BB8095C9}">
      <dsp:nvSpPr>
        <dsp:cNvPr id="0" name=""/>
        <dsp:cNvSpPr/>
      </dsp:nvSpPr>
      <dsp:spPr>
        <a:xfrm rot="10800000">
          <a:off x="0" y="2178096"/>
          <a:ext cx="5626542" cy="2198516"/>
        </a:xfrm>
        <a:prstGeom prst="upArrowCallout">
          <a:avLst/>
        </a:prstGeom>
        <a:solidFill>
          <a:schemeClr val="accent5">
            <a:hueOff val="-755110"/>
            <a:satOff val="3151"/>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Whenever a process has no work, it takes a portion of available work from the central data structure or the master process.</a:t>
          </a:r>
        </a:p>
      </dsp:txBody>
      <dsp:txXfrm rot="10800000">
        <a:off x="0" y="2178096"/>
        <a:ext cx="5626542" cy="1428530"/>
      </dsp:txXfrm>
    </dsp:sp>
    <dsp:sp modelId="{1AB8DEB8-1829-4408-AEC9-23A69A954C2A}">
      <dsp:nvSpPr>
        <dsp:cNvPr id="0" name=""/>
        <dsp:cNvSpPr/>
      </dsp:nvSpPr>
      <dsp:spPr>
        <a:xfrm rot="10800000">
          <a:off x="0" y="1022"/>
          <a:ext cx="5626542" cy="2198516"/>
        </a:xfrm>
        <a:prstGeom prst="upArrowCallout">
          <a:avLst/>
        </a:prstGeom>
        <a:solidFill>
          <a:schemeClr val="accent5">
            <a:hueOff val="-1510221"/>
            <a:satOff val="6301"/>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All executable tasks are maintained in a common central data structure, or they are maintained by a special process. If a special process is designated to manage the pool of available tasks, then it is often referred to as the master and the other processes that depend on the master to obtain work are referred to as slaves. </a:t>
          </a:r>
        </a:p>
      </dsp:txBody>
      <dsp:txXfrm rot="10800000">
        <a:off x="0" y="1022"/>
        <a:ext cx="5626542" cy="142853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B9413-1719-4737-8757-C3E4378C701A}">
      <dsp:nvSpPr>
        <dsp:cNvPr id="0" name=""/>
        <dsp:cNvSpPr/>
      </dsp:nvSpPr>
      <dsp:spPr>
        <a:xfrm>
          <a:off x="0" y="4398790"/>
          <a:ext cx="7003777" cy="144378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Chunk scheduling: A process picks up multiple tasks at once. </a:t>
          </a:r>
          <a:endParaRPr lang="en-PK" sz="1900" kern="1200" dirty="0"/>
        </a:p>
      </dsp:txBody>
      <dsp:txXfrm>
        <a:off x="0" y="4398790"/>
        <a:ext cx="7003777" cy="779641"/>
      </dsp:txXfrm>
    </dsp:sp>
    <dsp:sp modelId="{772D7D63-E280-408E-92C5-293DA3480473}">
      <dsp:nvSpPr>
        <dsp:cNvPr id="0" name=""/>
        <dsp:cNvSpPr/>
      </dsp:nvSpPr>
      <dsp:spPr>
        <a:xfrm>
          <a:off x="0" y="5149557"/>
          <a:ext cx="3501888" cy="66413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a:t>Large chunk sizes may lead to significant load imbalances as well. </a:t>
          </a:r>
          <a:endParaRPr lang="en-PK" sz="1500" kern="1200"/>
        </a:p>
      </dsp:txBody>
      <dsp:txXfrm>
        <a:off x="0" y="5149557"/>
        <a:ext cx="3501888" cy="664139"/>
      </dsp:txXfrm>
    </dsp:sp>
    <dsp:sp modelId="{CCA118F5-DF11-4E23-A330-2AEFEC1380D3}">
      <dsp:nvSpPr>
        <dsp:cNvPr id="0" name=""/>
        <dsp:cNvSpPr/>
      </dsp:nvSpPr>
      <dsp:spPr>
        <a:xfrm>
          <a:off x="3501888" y="5149557"/>
          <a:ext cx="3501888" cy="664139"/>
        </a:xfrm>
        <a:prstGeom prst="rect">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Schemes to gradually decrease chunk size as the computation progresses.</a:t>
          </a:r>
          <a:endParaRPr lang="en-PK" sz="1500" kern="1200" dirty="0"/>
        </a:p>
      </dsp:txBody>
      <dsp:txXfrm>
        <a:off x="3501888" y="5149557"/>
        <a:ext cx="3501888" cy="664139"/>
      </dsp:txXfrm>
    </dsp:sp>
    <dsp:sp modelId="{3144F7C7-D34C-461A-80C0-298826451957}">
      <dsp:nvSpPr>
        <dsp:cNvPr id="0" name=""/>
        <dsp:cNvSpPr/>
      </dsp:nvSpPr>
      <dsp:spPr>
        <a:xfrm rot="10800000">
          <a:off x="0" y="2199911"/>
          <a:ext cx="7003777" cy="2220535"/>
        </a:xfrm>
        <a:prstGeom prst="upArrowCallout">
          <a:avLst/>
        </a:prstGeom>
        <a:solidFill>
          <a:schemeClr val="accent2">
            <a:hueOff val="-752677"/>
            <a:satOff val="-3174"/>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If number of processes increases, master may become the bottleneck. </a:t>
          </a:r>
          <a:endParaRPr lang="en-PK" sz="1900" kern="1200" dirty="0"/>
        </a:p>
      </dsp:txBody>
      <dsp:txXfrm rot="10800000">
        <a:off x="0" y="2199911"/>
        <a:ext cx="7003777" cy="1442837"/>
      </dsp:txXfrm>
    </dsp:sp>
    <dsp:sp modelId="{5C3D5A73-BC5D-4EB3-85DD-F6D18C8E3096}">
      <dsp:nvSpPr>
        <dsp:cNvPr id="0" name=""/>
        <dsp:cNvSpPr/>
      </dsp:nvSpPr>
      <dsp:spPr>
        <a:xfrm rot="10800000">
          <a:off x="0" y="1032"/>
          <a:ext cx="7003777" cy="2220535"/>
        </a:xfrm>
        <a:prstGeom prst="upArrowCallou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Centralized load balancing schemes are usually easier to implement than distributed schemes.</a:t>
          </a:r>
          <a:endParaRPr lang="en-PK" sz="1900" kern="1200" dirty="0"/>
        </a:p>
      </dsp:txBody>
      <dsp:txXfrm rot="10800000">
        <a:off x="0" y="1032"/>
        <a:ext cx="7003777" cy="144283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4AB296-8E9D-4CB6-94BD-5B8B91E26FAF}">
      <dsp:nvSpPr>
        <dsp:cNvPr id="0" name=""/>
        <dsp:cNvSpPr/>
      </dsp:nvSpPr>
      <dsp:spPr>
        <a:xfrm rot="5400000">
          <a:off x="5267784" y="-1026454"/>
          <a:ext cx="3214018" cy="607043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How are the sending and receiving processes paired together?</a:t>
          </a:r>
          <a:endParaRPr lang="en-PK" sz="2000" kern="1200" dirty="0"/>
        </a:p>
        <a:p>
          <a:pPr marL="228600" lvl="1" indent="-228600" algn="l" defTabSz="889000">
            <a:lnSpc>
              <a:spcPct val="90000"/>
            </a:lnSpc>
            <a:spcBef>
              <a:spcPct val="0"/>
            </a:spcBef>
            <a:spcAft>
              <a:spcPct val="15000"/>
            </a:spcAft>
            <a:buChar char="•"/>
          </a:pPr>
          <a:r>
            <a:rPr lang="en-US" sz="2000" kern="1200" dirty="0"/>
            <a:t>Is the work transfer initiated by the sender or the receiver?</a:t>
          </a:r>
          <a:endParaRPr lang="en-PK" sz="2000" kern="1200" dirty="0"/>
        </a:p>
        <a:p>
          <a:pPr marL="228600" lvl="1" indent="-228600" algn="l" defTabSz="889000">
            <a:lnSpc>
              <a:spcPct val="90000"/>
            </a:lnSpc>
            <a:spcBef>
              <a:spcPct val="0"/>
            </a:spcBef>
            <a:spcAft>
              <a:spcPct val="15000"/>
            </a:spcAft>
            <a:buChar char="•"/>
          </a:pPr>
          <a:r>
            <a:rPr lang="en-US" sz="2000" kern="1200" dirty="0"/>
            <a:t>How much work is transferred in each exchange?</a:t>
          </a:r>
          <a:endParaRPr lang="en-PK" sz="2000" kern="1200" dirty="0"/>
        </a:p>
        <a:p>
          <a:pPr marL="228600" lvl="1" indent="-228600" algn="l" defTabSz="889000">
            <a:lnSpc>
              <a:spcPct val="90000"/>
            </a:lnSpc>
            <a:spcBef>
              <a:spcPct val="0"/>
            </a:spcBef>
            <a:spcAft>
              <a:spcPct val="15000"/>
            </a:spcAft>
            <a:buChar char="•"/>
          </a:pPr>
          <a:r>
            <a:rPr lang="en-US" sz="2000" kern="1200" dirty="0"/>
            <a:t>When is the work transfer performed? </a:t>
          </a:r>
          <a:endParaRPr lang="en-PK" sz="2000" kern="1200" dirty="0"/>
        </a:p>
      </dsp:txBody>
      <dsp:txXfrm rot="-5400000">
        <a:off x="3839578" y="558647"/>
        <a:ext cx="5913536" cy="2900228"/>
      </dsp:txXfrm>
    </dsp:sp>
    <dsp:sp modelId="{4E2FD5AB-AD5F-4475-9A51-FA6F880B1C26}">
      <dsp:nvSpPr>
        <dsp:cNvPr id="0" name=""/>
        <dsp:cNvSpPr/>
      </dsp:nvSpPr>
      <dsp:spPr>
        <a:xfrm>
          <a:off x="898" y="0"/>
          <a:ext cx="3838678" cy="4017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Alleviates the bottleneck in centralized schemes. Critical parameters of a distributed load balancing scheme are as follows:</a:t>
          </a:r>
          <a:endParaRPr lang="en-PK" sz="3000" kern="1200" dirty="0"/>
        </a:p>
      </dsp:txBody>
      <dsp:txXfrm>
        <a:off x="188287" y="187389"/>
        <a:ext cx="3463900" cy="36427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03C16-7451-4130-B4B9-DAC39B6D2132}" type="datetimeFigureOut">
              <a:rPr lang="en-PK" smtClean="0"/>
              <a:t>05/12/2023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0AA0F-A8D8-4D63-9DCC-92A9C37E7785}" type="slidenum">
              <a:rPr lang="en-PK" smtClean="0"/>
              <a:t>‹#›</a:t>
            </a:fld>
            <a:endParaRPr lang="en-PK"/>
          </a:p>
        </p:txBody>
      </p:sp>
    </p:spTree>
    <p:extLst>
      <p:ext uri="{BB962C8B-B14F-4D97-AF65-F5344CB8AC3E}">
        <p14:creationId xmlns:p14="http://schemas.microsoft.com/office/powerpoint/2010/main" val="545841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a:t>
            </a:fld>
            <a:endParaRPr lang="en-PK"/>
          </a:p>
        </p:txBody>
      </p:sp>
    </p:spTree>
    <p:extLst>
      <p:ext uri="{BB962C8B-B14F-4D97-AF65-F5344CB8AC3E}">
        <p14:creationId xmlns:p14="http://schemas.microsoft.com/office/powerpoint/2010/main" val="2358243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5</a:t>
            </a:fld>
            <a:endParaRPr lang="en-PK"/>
          </a:p>
        </p:txBody>
      </p:sp>
    </p:spTree>
    <p:extLst>
      <p:ext uri="{BB962C8B-B14F-4D97-AF65-F5344CB8AC3E}">
        <p14:creationId xmlns:p14="http://schemas.microsoft.com/office/powerpoint/2010/main" val="2393587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6</a:t>
            </a:fld>
            <a:endParaRPr lang="en-PK"/>
          </a:p>
        </p:txBody>
      </p:sp>
    </p:spTree>
    <p:extLst>
      <p:ext uri="{BB962C8B-B14F-4D97-AF65-F5344CB8AC3E}">
        <p14:creationId xmlns:p14="http://schemas.microsoft.com/office/powerpoint/2010/main" val="3736214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9</a:t>
            </a:fld>
            <a:endParaRPr lang="en-PK"/>
          </a:p>
        </p:txBody>
      </p:sp>
    </p:spTree>
    <p:extLst>
      <p:ext uri="{BB962C8B-B14F-4D97-AF65-F5344CB8AC3E}">
        <p14:creationId xmlns:p14="http://schemas.microsoft.com/office/powerpoint/2010/main" val="3871355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0" i="0" dirty="0">
              <a:solidFill>
                <a:srgbClr val="374151"/>
              </a:solidFill>
              <a:effectLst/>
              <a:latin typeface="Söhne"/>
            </a:endParaRPr>
          </a:p>
          <a:p>
            <a:endParaRPr lang="en-US" b="0" i="0" dirty="0">
              <a:solidFill>
                <a:srgbClr val="374151"/>
              </a:solidFill>
              <a:effectLst/>
              <a:latin typeface="Söhne"/>
            </a:endParaRPr>
          </a:p>
          <a:p>
            <a:pPr marL="228600" indent="-228600">
              <a:buFont typeface="+mj-lt"/>
              <a:buAutoNum type="arabicPeriod"/>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10</a:t>
            </a:fld>
            <a:endParaRPr lang="en-PK"/>
          </a:p>
        </p:txBody>
      </p:sp>
    </p:spTree>
    <p:extLst>
      <p:ext uri="{BB962C8B-B14F-4D97-AF65-F5344CB8AC3E}">
        <p14:creationId xmlns:p14="http://schemas.microsoft.com/office/powerpoint/2010/main" val="869560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11</a:t>
            </a:fld>
            <a:endParaRPr lang="en-PK"/>
          </a:p>
        </p:txBody>
      </p:sp>
    </p:spTree>
    <p:extLst>
      <p:ext uri="{BB962C8B-B14F-4D97-AF65-F5344CB8AC3E}">
        <p14:creationId xmlns:p14="http://schemas.microsoft.com/office/powerpoint/2010/main" val="3601282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12</a:t>
            </a:fld>
            <a:endParaRPr lang="en-PK"/>
          </a:p>
        </p:txBody>
      </p:sp>
    </p:spTree>
    <p:extLst>
      <p:ext uri="{BB962C8B-B14F-4D97-AF65-F5344CB8AC3E}">
        <p14:creationId xmlns:p14="http://schemas.microsoft.com/office/powerpoint/2010/main" val="710815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14</a:t>
            </a:fld>
            <a:endParaRPr lang="en-PK"/>
          </a:p>
        </p:txBody>
      </p:sp>
    </p:spTree>
    <p:extLst>
      <p:ext uri="{BB962C8B-B14F-4D97-AF65-F5344CB8AC3E}">
        <p14:creationId xmlns:p14="http://schemas.microsoft.com/office/powerpoint/2010/main" val="2412257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15</a:t>
            </a:fld>
            <a:endParaRPr lang="en-PK"/>
          </a:p>
        </p:txBody>
      </p:sp>
    </p:spTree>
    <p:extLst>
      <p:ext uri="{BB962C8B-B14F-4D97-AF65-F5344CB8AC3E}">
        <p14:creationId xmlns:p14="http://schemas.microsoft.com/office/powerpoint/2010/main" val="3026480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16</a:t>
            </a:fld>
            <a:endParaRPr lang="en-PK"/>
          </a:p>
        </p:txBody>
      </p:sp>
    </p:spTree>
    <p:extLst>
      <p:ext uri="{BB962C8B-B14F-4D97-AF65-F5344CB8AC3E}">
        <p14:creationId xmlns:p14="http://schemas.microsoft.com/office/powerpoint/2010/main" val="2159104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17</a:t>
            </a:fld>
            <a:endParaRPr lang="en-PK"/>
          </a:p>
        </p:txBody>
      </p:sp>
    </p:spTree>
    <p:extLst>
      <p:ext uri="{BB962C8B-B14F-4D97-AF65-F5344CB8AC3E}">
        <p14:creationId xmlns:p14="http://schemas.microsoft.com/office/powerpoint/2010/main" val="1580342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dirty="0">
              <a:solidFill>
                <a:srgbClr val="374151"/>
              </a:solidFill>
              <a:effectLst/>
              <a:latin typeface="Söhne"/>
            </a:endParaRPr>
          </a:p>
          <a:p>
            <a:br>
              <a:rPr lang="en-US" dirty="0"/>
            </a:br>
            <a:endParaRPr lang="en-US" b="0" i="0" dirty="0">
              <a:solidFill>
                <a:srgbClr val="374151"/>
              </a:solidFill>
              <a:effectLst/>
              <a:latin typeface="Söhne"/>
            </a:endParaRPr>
          </a:p>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18</a:t>
            </a:fld>
            <a:endParaRPr lang="en-PK"/>
          </a:p>
        </p:txBody>
      </p:sp>
    </p:spTree>
    <p:extLst>
      <p:ext uri="{BB962C8B-B14F-4D97-AF65-F5344CB8AC3E}">
        <p14:creationId xmlns:p14="http://schemas.microsoft.com/office/powerpoint/2010/main" val="1900006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20</a:t>
            </a:fld>
            <a:endParaRPr lang="en-PK"/>
          </a:p>
        </p:txBody>
      </p:sp>
    </p:spTree>
    <p:extLst>
      <p:ext uri="{BB962C8B-B14F-4D97-AF65-F5344CB8AC3E}">
        <p14:creationId xmlns:p14="http://schemas.microsoft.com/office/powerpoint/2010/main" val="2186330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21</a:t>
            </a:fld>
            <a:endParaRPr lang="en-PK"/>
          </a:p>
        </p:txBody>
      </p:sp>
    </p:spTree>
    <p:extLst>
      <p:ext uri="{BB962C8B-B14F-4D97-AF65-F5344CB8AC3E}">
        <p14:creationId xmlns:p14="http://schemas.microsoft.com/office/powerpoint/2010/main" val="815098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22</a:t>
            </a:fld>
            <a:endParaRPr lang="en-PK"/>
          </a:p>
        </p:txBody>
      </p:sp>
    </p:spTree>
    <p:extLst>
      <p:ext uri="{BB962C8B-B14F-4D97-AF65-F5344CB8AC3E}">
        <p14:creationId xmlns:p14="http://schemas.microsoft.com/office/powerpoint/2010/main" val="3634223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23</a:t>
            </a:fld>
            <a:endParaRPr lang="en-PK"/>
          </a:p>
        </p:txBody>
      </p:sp>
    </p:spTree>
    <p:extLst>
      <p:ext uri="{BB962C8B-B14F-4D97-AF65-F5344CB8AC3E}">
        <p14:creationId xmlns:p14="http://schemas.microsoft.com/office/powerpoint/2010/main" val="675957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24</a:t>
            </a:fld>
            <a:endParaRPr lang="en-PK"/>
          </a:p>
        </p:txBody>
      </p:sp>
    </p:spTree>
    <p:extLst>
      <p:ext uri="{BB962C8B-B14F-4D97-AF65-F5344CB8AC3E}">
        <p14:creationId xmlns:p14="http://schemas.microsoft.com/office/powerpoint/2010/main" val="2967368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25</a:t>
            </a:fld>
            <a:endParaRPr lang="en-PK"/>
          </a:p>
        </p:txBody>
      </p:sp>
    </p:spTree>
    <p:extLst>
      <p:ext uri="{BB962C8B-B14F-4D97-AF65-F5344CB8AC3E}">
        <p14:creationId xmlns:p14="http://schemas.microsoft.com/office/powerpoint/2010/main" val="3098408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27</a:t>
            </a:fld>
            <a:endParaRPr lang="en-PK"/>
          </a:p>
        </p:txBody>
      </p:sp>
    </p:spTree>
    <p:extLst>
      <p:ext uri="{BB962C8B-B14F-4D97-AF65-F5344CB8AC3E}">
        <p14:creationId xmlns:p14="http://schemas.microsoft.com/office/powerpoint/2010/main" val="1331945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28</a:t>
            </a:fld>
            <a:endParaRPr lang="en-PK"/>
          </a:p>
        </p:txBody>
      </p:sp>
    </p:spTree>
    <p:extLst>
      <p:ext uri="{BB962C8B-B14F-4D97-AF65-F5344CB8AC3E}">
        <p14:creationId xmlns:p14="http://schemas.microsoft.com/office/powerpoint/2010/main" val="19258867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29</a:t>
            </a:fld>
            <a:endParaRPr lang="en-PK"/>
          </a:p>
        </p:txBody>
      </p:sp>
    </p:spTree>
    <p:extLst>
      <p:ext uri="{BB962C8B-B14F-4D97-AF65-F5344CB8AC3E}">
        <p14:creationId xmlns:p14="http://schemas.microsoft.com/office/powerpoint/2010/main" val="2105749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30</a:t>
            </a:fld>
            <a:endParaRPr lang="en-PK"/>
          </a:p>
        </p:txBody>
      </p:sp>
    </p:spTree>
    <p:extLst>
      <p:ext uri="{BB962C8B-B14F-4D97-AF65-F5344CB8AC3E}">
        <p14:creationId xmlns:p14="http://schemas.microsoft.com/office/powerpoint/2010/main" val="30234831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31</a:t>
            </a:fld>
            <a:endParaRPr lang="en-PK"/>
          </a:p>
        </p:txBody>
      </p:sp>
    </p:spTree>
    <p:extLst>
      <p:ext uri="{BB962C8B-B14F-4D97-AF65-F5344CB8AC3E}">
        <p14:creationId xmlns:p14="http://schemas.microsoft.com/office/powerpoint/2010/main" val="584045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32</a:t>
            </a:fld>
            <a:endParaRPr lang="en-PK"/>
          </a:p>
        </p:txBody>
      </p:sp>
    </p:spTree>
    <p:extLst>
      <p:ext uri="{BB962C8B-B14F-4D97-AF65-F5344CB8AC3E}">
        <p14:creationId xmlns:p14="http://schemas.microsoft.com/office/powerpoint/2010/main" val="81328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35</a:t>
            </a:fld>
            <a:endParaRPr lang="en-PK"/>
          </a:p>
        </p:txBody>
      </p:sp>
    </p:spTree>
    <p:extLst>
      <p:ext uri="{BB962C8B-B14F-4D97-AF65-F5344CB8AC3E}">
        <p14:creationId xmlns:p14="http://schemas.microsoft.com/office/powerpoint/2010/main" val="2942684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36</a:t>
            </a:fld>
            <a:endParaRPr lang="en-PK"/>
          </a:p>
        </p:txBody>
      </p:sp>
    </p:spTree>
    <p:extLst>
      <p:ext uri="{BB962C8B-B14F-4D97-AF65-F5344CB8AC3E}">
        <p14:creationId xmlns:p14="http://schemas.microsoft.com/office/powerpoint/2010/main" val="864625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endParaRPr 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C340AA0F-A8D8-4D63-9DCC-92A9C37E7785}" type="slidenum">
              <a:rPr lang="en-PK" smtClean="0"/>
              <a:t>37</a:t>
            </a:fld>
            <a:endParaRPr lang="en-PK"/>
          </a:p>
        </p:txBody>
      </p:sp>
    </p:spTree>
    <p:extLst>
      <p:ext uri="{BB962C8B-B14F-4D97-AF65-F5344CB8AC3E}">
        <p14:creationId xmlns:p14="http://schemas.microsoft.com/office/powerpoint/2010/main" val="28591899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endParaRPr lang="en-US" b="0" i="0" dirty="0">
              <a:solidFill>
                <a:srgbClr val="374151"/>
              </a:solidFill>
              <a:effectLst/>
              <a:latin typeface="Söhne"/>
            </a:endParaRPr>
          </a:p>
          <a:p>
            <a:pPr marL="228600" indent="-228600">
              <a:buFont typeface="+mj-lt"/>
              <a:buAutoNum type="arabicPeriod"/>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38</a:t>
            </a:fld>
            <a:endParaRPr lang="en-PK"/>
          </a:p>
        </p:txBody>
      </p:sp>
    </p:spTree>
    <p:extLst>
      <p:ext uri="{BB962C8B-B14F-4D97-AF65-F5344CB8AC3E}">
        <p14:creationId xmlns:p14="http://schemas.microsoft.com/office/powerpoint/2010/main" val="36927723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40</a:t>
            </a:fld>
            <a:endParaRPr lang="en-PK"/>
          </a:p>
        </p:txBody>
      </p:sp>
    </p:spTree>
    <p:extLst>
      <p:ext uri="{BB962C8B-B14F-4D97-AF65-F5344CB8AC3E}">
        <p14:creationId xmlns:p14="http://schemas.microsoft.com/office/powerpoint/2010/main" val="3028352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C340AA0F-A8D8-4D63-9DCC-92A9C37E7785}" type="slidenum">
              <a:rPr lang="en-PK" smtClean="0"/>
              <a:t>41</a:t>
            </a:fld>
            <a:endParaRPr lang="en-PK"/>
          </a:p>
        </p:txBody>
      </p:sp>
    </p:spTree>
    <p:extLst>
      <p:ext uri="{BB962C8B-B14F-4D97-AF65-F5344CB8AC3E}">
        <p14:creationId xmlns:p14="http://schemas.microsoft.com/office/powerpoint/2010/main" val="9432136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0" i="0" dirty="0">
              <a:solidFill>
                <a:srgbClr val="374151"/>
              </a:solidFill>
              <a:effectLst/>
              <a:latin typeface="Söhne"/>
            </a:endParaRPr>
          </a:p>
          <a:p>
            <a:pPr marL="171450" indent="-171450">
              <a:buFont typeface="Arial" panose="020B0604020202020204" pitchFamily="34" charset="0"/>
              <a:buChar char="•"/>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42</a:t>
            </a:fld>
            <a:endParaRPr lang="en-PK"/>
          </a:p>
        </p:txBody>
      </p:sp>
    </p:spTree>
    <p:extLst>
      <p:ext uri="{BB962C8B-B14F-4D97-AF65-F5344CB8AC3E}">
        <p14:creationId xmlns:p14="http://schemas.microsoft.com/office/powerpoint/2010/main" val="16436658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43</a:t>
            </a:fld>
            <a:endParaRPr lang="en-PK"/>
          </a:p>
        </p:txBody>
      </p:sp>
    </p:spTree>
    <p:extLst>
      <p:ext uri="{BB962C8B-B14F-4D97-AF65-F5344CB8AC3E}">
        <p14:creationId xmlns:p14="http://schemas.microsoft.com/office/powerpoint/2010/main" val="28949591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44</a:t>
            </a:fld>
            <a:endParaRPr lang="en-PK"/>
          </a:p>
        </p:txBody>
      </p:sp>
    </p:spTree>
    <p:extLst>
      <p:ext uri="{BB962C8B-B14F-4D97-AF65-F5344CB8AC3E}">
        <p14:creationId xmlns:p14="http://schemas.microsoft.com/office/powerpoint/2010/main" val="3749204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45</a:t>
            </a:fld>
            <a:endParaRPr lang="en-PK"/>
          </a:p>
        </p:txBody>
      </p:sp>
    </p:spTree>
    <p:extLst>
      <p:ext uri="{BB962C8B-B14F-4D97-AF65-F5344CB8AC3E}">
        <p14:creationId xmlns:p14="http://schemas.microsoft.com/office/powerpoint/2010/main" val="3426746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5/12/2023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4020193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5/12/2023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6362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5/12/2023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30524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5/12/2023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37681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5/12/2023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1971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5/12/2023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2137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5/12/2023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5902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5/12/2023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1372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5/12/2023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2785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5/12/2023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3676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5/12/2023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41676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5/12/2023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1843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png"/><Relationship Id="rId7" Type="http://schemas.openxmlformats.org/officeDocument/2006/relationships/diagramColors" Target="../diagrams/colors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10.png"/><Relationship Id="rId7" Type="http://schemas.openxmlformats.org/officeDocument/2006/relationships/diagramQuickStyle" Target="../diagrams/quickStyle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11.png"/><Relationship Id="rId9" Type="http://schemas.microsoft.com/office/2007/relationships/diagramDrawing" Target="../diagrams/drawing6.xml"/></Relationships>
</file>

<file path=ppt/slides/_rels/slide11.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png"/><Relationship Id="rId7" Type="http://schemas.openxmlformats.org/officeDocument/2006/relationships/diagramColors" Target="../diagrams/colors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png"/><Relationship Id="rId7" Type="http://schemas.openxmlformats.org/officeDocument/2006/relationships/diagramColors" Target="../diagrams/colors9.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10.png"/><Relationship Id="rId7" Type="http://schemas.openxmlformats.org/officeDocument/2006/relationships/diagramQuickStyle" Target="../diagrams/quickStyle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11.png"/><Relationship Id="rId9" Type="http://schemas.microsoft.com/office/2007/relationships/diagramDrawing" Target="../diagrams/drawing10.xml"/></Relationships>
</file>

<file path=ppt/slides/_rels/slide17.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3.png"/><Relationship Id="rId7" Type="http://schemas.openxmlformats.org/officeDocument/2006/relationships/diagramColors" Target="../diagrams/colors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10.png"/><Relationship Id="rId7" Type="http://schemas.openxmlformats.org/officeDocument/2006/relationships/diagramQuickStyle" Target="../diagrams/quickStyle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11.png"/><Relationship Id="rId9" Type="http://schemas.microsoft.com/office/2007/relationships/diagramDrawing" Target="../diagrams/drawing1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3.png"/><Relationship Id="rId7" Type="http://schemas.openxmlformats.org/officeDocument/2006/relationships/diagramColors" Target="../diagrams/colors1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21.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3.png"/><Relationship Id="rId7" Type="http://schemas.openxmlformats.org/officeDocument/2006/relationships/diagramColors" Target="../diagrams/colors1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3.png"/><Relationship Id="rId7" Type="http://schemas.openxmlformats.org/officeDocument/2006/relationships/diagramColors" Target="../diagrams/colors15.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10.png"/><Relationship Id="rId7" Type="http://schemas.openxmlformats.org/officeDocument/2006/relationships/diagramQuickStyle" Target="../diagrams/quickStyle16.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Layout" Target="../diagrams/layout16.xml"/><Relationship Id="rId5" Type="http://schemas.openxmlformats.org/officeDocument/2006/relationships/diagramData" Target="../diagrams/data16.xml"/><Relationship Id="rId4" Type="http://schemas.openxmlformats.org/officeDocument/2006/relationships/image" Target="../media/image11.png"/><Relationship Id="rId9" Type="http://schemas.microsoft.com/office/2007/relationships/diagramDrawing" Target="../diagrams/drawing16.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18.xml"/><Relationship Id="rId3" Type="http://schemas.openxmlformats.org/officeDocument/2006/relationships/image" Target="../media/image10.png"/><Relationship Id="rId7" Type="http://schemas.openxmlformats.org/officeDocument/2006/relationships/diagramQuickStyle" Target="../diagrams/quickStyle18.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Layout" Target="../diagrams/layout18.xml"/><Relationship Id="rId5" Type="http://schemas.openxmlformats.org/officeDocument/2006/relationships/diagramData" Target="../diagrams/data18.xml"/><Relationship Id="rId4" Type="http://schemas.openxmlformats.org/officeDocument/2006/relationships/image" Target="../media/image11.png"/><Relationship Id="rId9" Type="http://schemas.microsoft.com/office/2007/relationships/diagramDrawing" Target="../diagrams/drawing18.xml"/></Relationships>
</file>

<file path=ppt/slides/_rels/slide37.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3.png"/><Relationship Id="rId7" Type="http://schemas.openxmlformats.org/officeDocument/2006/relationships/diagramColors" Target="../diagrams/colors19.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38.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3.png"/><Relationship Id="rId7" Type="http://schemas.openxmlformats.org/officeDocument/2006/relationships/diagramColors" Target="../diagrams/colors20.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3.png"/><Relationship Id="rId7" Type="http://schemas.openxmlformats.org/officeDocument/2006/relationships/diagramColors" Target="../diagrams/colors2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41.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3.png"/><Relationship Id="rId7" Type="http://schemas.openxmlformats.org/officeDocument/2006/relationships/diagramColors" Target="../diagrams/colors2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42.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3.png"/><Relationship Id="rId7" Type="http://schemas.openxmlformats.org/officeDocument/2006/relationships/diagramColors" Target="../diagrams/colors23.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43.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3.png"/><Relationship Id="rId7" Type="http://schemas.openxmlformats.org/officeDocument/2006/relationships/diagramColors" Target="../diagrams/colors2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diagramColors" Target="../diagrams/colors25.xml"/><Relationship Id="rId3" Type="http://schemas.openxmlformats.org/officeDocument/2006/relationships/image" Target="../media/image10.png"/><Relationship Id="rId7" Type="http://schemas.openxmlformats.org/officeDocument/2006/relationships/diagramQuickStyle" Target="../diagrams/quickStyle25.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Layout" Target="../diagrams/layout25.xml"/><Relationship Id="rId5" Type="http://schemas.openxmlformats.org/officeDocument/2006/relationships/diagramData" Target="../diagrams/data25.xml"/><Relationship Id="rId4" Type="http://schemas.openxmlformats.org/officeDocument/2006/relationships/image" Target="../media/image11.png"/><Relationship Id="rId9" Type="http://schemas.microsoft.com/office/2007/relationships/diagramDrawing" Target="../diagrams/drawing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5996628" y="-1308"/>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657546" y="5044611"/>
            <a:ext cx="10183872" cy="1438381"/>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108284" y="-12211"/>
            <a:ext cx="5205168" cy="3935986"/>
          </a:xfrm>
        </p:spPr>
        <p:txBody>
          <a:bodyPr vert="horz" lIns="91440" tIns="45720" rIns="91440" bIns="45720" rtlCol="0" anchor="b">
            <a:normAutofit/>
          </a:bodyPr>
          <a:lstStyle/>
          <a:p>
            <a:pPr algn="just"/>
            <a:r>
              <a:rPr lang="en-US" altLang="en-PK" sz="2800" dirty="0">
                <a:solidFill>
                  <a:schemeClr val="tx2"/>
                </a:solidFill>
                <a:latin typeface="Arial" panose="020B0604020202020204" pitchFamily="34" charset="0"/>
                <a:cs typeface="Arial" panose="020B0604020202020204" pitchFamily="34" charset="0"/>
              </a:rPr>
              <a:t>Dr. Muhammad </a:t>
            </a:r>
            <a:r>
              <a:rPr lang="en-US" altLang="en-PK" sz="2800" dirty="0" err="1">
                <a:solidFill>
                  <a:schemeClr val="tx2"/>
                </a:solidFill>
                <a:latin typeface="Arial" panose="020B0604020202020204" pitchFamily="34" charset="0"/>
                <a:cs typeface="Arial" panose="020B0604020202020204" pitchFamily="34" charset="0"/>
              </a:rPr>
              <a:t>Anwaar</a:t>
            </a:r>
            <a:r>
              <a:rPr lang="en-US" altLang="en-PK" sz="2800" dirty="0">
                <a:solidFill>
                  <a:schemeClr val="tx2"/>
                </a:solidFill>
                <a:latin typeface="Arial" panose="020B0604020202020204" pitchFamily="34" charset="0"/>
                <a:cs typeface="Arial" panose="020B0604020202020204" pitchFamily="34" charset="0"/>
              </a:rPr>
              <a:t> Saeed</a:t>
            </a:r>
          </a:p>
          <a:p>
            <a:pPr algn="just"/>
            <a:r>
              <a:rPr lang="en-US" altLang="en-PK" sz="2800" dirty="0">
                <a:solidFill>
                  <a:schemeClr val="tx2"/>
                </a:solidFill>
                <a:latin typeface="Arial" panose="020B0604020202020204" pitchFamily="34" charset="0"/>
                <a:cs typeface="Arial" panose="020B0604020202020204" pitchFamily="34" charset="0"/>
              </a:rPr>
              <a:t>Dr. Said Nabi</a:t>
            </a:r>
          </a:p>
          <a:p>
            <a:pPr algn="just"/>
            <a:r>
              <a:rPr lang="en-US" altLang="en-PK" sz="2800" dirty="0">
                <a:solidFill>
                  <a:schemeClr val="tx2"/>
                </a:solidFill>
                <a:latin typeface="Arial" panose="020B0604020202020204" pitchFamily="34" charset="0"/>
                <a:cs typeface="Arial" panose="020B0604020202020204" pitchFamily="34" charset="0"/>
              </a:rPr>
              <a:t>Ms. Hina Ishaq</a:t>
            </a:r>
          </a:p>
          <a:p>
            <a:pPr indent="-228600" algn="l">
              <a:buFont typeface="Arial" panose="020B0604020202020204" pitchFamily="34" charset="0"/>
              <a:buChar char="•"/>
            </a:pPr>
            <a:endParaRPr lang="en-US" sz="1800" dirty="0">
              <a:solidFill>
                <a:schemeClr val="tx2"/>
              </a:solidFill>
            </a:endParaRPr>
          </a:p>
        </p:txBody>
      </p:sp>
      <p:pic>
        <p:nvPicPr>
          <p:cNvPr id="6" name="Picture 5" descr="Logo&#10;&#10;Description automatically generated">
            <a:extLst>
              <a:ext uri="{FF2B5EF4-FFF2-40B4-BE49-F238E27FC236}">
                <a16:creationId xmlns:a16="http://schemas.microsoft.com/office/drawing/2014/main" id="{694E1E48-9782-AD50-E256-2B5B4CE33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
            <a:ext cx="1773304" cy="1125608"/>
          </a:xfrm>
          <a:prstGeom prst="rect">
            <a:avLst/>
          </a:prstGeom>
        </p:spPr>
      </p:pic>
    </p:spTree>
    <p:extLst>
      <p:ext uri="{BB962C8B-B14F-4D97-AF65-F5344CB8AC3E}">
        <p14:creationId xmlns:p14="http://schemas.microsoft.com/office/powerpoint/2010/main" val="356019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Introduction to Load Balancing</a:t>
            </a:r>
          </a:p>
        </p:txBody>
      </p:sp>
    </p:spTree>
    <p:extLst>
      <p:ext uri="{BB962C8B-B14F-4D97-AF65-F5344CB8AC3E}">
        <p14:creationId xmlns:p14="http://schemas.microsoft.com/office/powerpoint/2010/main" val="255747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30621149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4608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tLang="en-PK" dirty="0">
                <a:ea typeface="ＭＳ Ｐゴシック" panose="020B0600070205080204" pitchFamily="34" charset="-128"/>
              </a:rPr>
              <a:t>Introduction to Load Balancing</a:t>
            </a:r>
            <a:br>
              <a:rPr lang="en-US" altLang="en-PK" dirty="0">
                <a:ea typeface="ＭＳ Ｐゴシック" panose="020B0600070205080204" pitchFamily="34" charset="-128"/>
              </a:rPr>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514636" y="2541587"/>
            <a:ext cx="8796337" cy="3935413"/>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r>
              <a:rPr lang="en-US" dirty="0">
                <a:solidFill>
                  <a:schemeClr val="tx1"/>
                </a:solidFill>
                <a:latin typeface="Arial" panose="020B0604020202020204" pitchFamily="34" charset="0"/>
                <a:cs typeface="Arial" panose="020B0604020202020204" pitchFamily="34" charset="0"/>
              </a:rPr>
              <a:t>The goal of partitioning is to </a:t>
            </a:r>
            <a:r>
              <a:rPr lang="en-US" u="sng" dirty="0">
                <a:solidFill>
                  <a:srgbClr val="0033CC"/>
                </a:solidFill>
                <a:latin typeface="Arial" panose="020B0604020202020204" pitchFamily="34" charset="0"/>
                <a:cs typeface="Arial" panose="020B0604020202020204" pitchFamily="34" charset="0"/>
              </a:rPr>
              <a:t>distribute the computation load to each processing element </a:t>
            </a:r>
            <a:r>
              <a:rPr lang="en-US" dirty="0">
                <a:solidFill>
                  <a:schemeClr val="tx1"/>
                </a:solidFill>
                <a:latin typeface="Arial" panose="020B0604020202020204" pitchFamily="34" charset="0"/>
                <a:cs typeface="Arial" panose="020B0604020202020204" pitchFamily="34" charset="0"/>
              </a:rPr>
              <a:t>such that all processing elements become neither </a:t>
            </a:r>
            <a:r>
              <a:rPr lang="en-US" dirty="0">
                <a:solidFill>
                  <a:srgbClr val="C00000"/>
                </a:solidFill>
                <a:latin typeface="Arial" panose="020B0604020202020204" pitchFamily="34" charset="0"/>
                <a:cs typeface="Arial" panose="020B0604020202020204" pitchFamily="34" charset="0"/>
              </a:rPr>
              <a:t>overloaded</a:t>
            </a:r>
            <a:r>
              <a:rPr lang="en-US" dirty="0">
                <a:solidFill>
                  <a:schemeClr val="tx1"/>
                </a:solidFill>
                <a:latin typeface="Arial" panose="020B0604020202020204" pitchFamily="34" charset="0"/>
                <a:cs typeface="Arial" panose="020B0604020202020204" pitchFamily="34" charset="0"/>
              </a:rPr>
              <a:t> nor </a:t>
            </a:r>
            <a:r>
              <a:rPr lang="en-US" dirty="0">
                <a:solidFill>
                  <a:srgbClr val="C00000"/>
                </a:solidFill>
                <a:latin typeface="Arial" panose="020B0604020202020204" pitchFamily="34" charset="0"/>
                <a:cs typeface="Arial" panose="020B0604020202020204" pitchFamily="34" charset="0"/>
              </a:rPr>
              <a:t>idle</a:t>
            </a:r>
            <a:r>
              <a:rPr lang="en-US" dirty="0">
                <a:solidFill>
                  <a:schemeClr val="tx1"/>
                </a:solidFill>
                <a:latin typeface="Arial" panose="020B0604020202020204" pitchFamily="34" charset="0"/>
                <a:cs typeface="Arial" panose="020B0604020202020204" pitchFamily="34" charset="0"/>
              </a:rPr>
              <a:t> and all processors can finish their computation at about the same time.</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3944132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400" dirty="0"/>
              <a:t>Introduction to Load Balancing </a:t>
            </a:r>
            <a:r>
              <a:rPr lang="en-US" sz="3400" dirty="0" err="1"/>
              <a:t>Cont</a:t>
            </a:r>
            <a:r>
              <a:rPr lang="en-US" sz="3400" dirty="0"/>
              <a:t>…</a:t>
            </a:r>
            <a:endParaRPr lang="en-PK" sz="3400" dirty="0"/>
          </a:p>
        </p:txBody>
      </p:sp>
      <p:graphicFrame>
        <p:nvGraphicFramePr>
          <p:cNvPr id="47" name="Rectangle 3">
            <a:extLst>
              <a:ext uri="{FF2B5EF4-FFF2-40B4-BE49-F238E27FC236}">
                <a16:creationId xmlns:a16="http://schemas.microsoft.com/office/drawing/2014/main" id="{6A6536DF-70A8-77A9-3F5B-DA36505FD345}"/>
              </a:ext>
            </a:extLst>
          </p:cNvPr>
          <p:cNvGraphicFramePr>
            <a:graphicFrameLocks noGrp="1"/>
          </p:cNvGraphicFramePr>
          <p:nvPr>
            <p:ph idx="1"/>
            <p:extLst>
              <p:ext uri="{D42A27DB-BD31-4B8C-83A1-F6EECF244321}">
                <p14:modId xmlns:p14="http://schemas.microsoft.com/office/powerpoint/2010/main" val="121026015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9652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CB3AA36F-7169-4BA9-80D4-E0841E8C86AA}"/>
                                            </p:graphicEl>
                                          </p:spTgt>
                                        </p:tgtEl>
                                        <p:attrNameLst>
                                          <p:attrName>style.visibility</p:attrName>
                                        </p:attrNameLst>
                                      </p:cBhvr>
                                      <p:to>
                                        <p:strVal val="visible"/>
                                      </p:to>
                                    </p:set>
                                    <p:anim calcmode="lin" valueType="num">
                                      <p:cBhvr additive="base">
                                        <p:cTn id="7" dur="500" fill="hold"/>
                                        <p:tgtEl>
                                          <p:spTgt spid="47">
                                            <p:graphicEl>
                                              <a:dgm id="{CB3AA36F-7169-4BA9-80D4-E0841E8C86A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CB3AA36F-7169-4BA9-80D4-E0841E8C86A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178BF8DF-4F47-4ED7-A03B-A8302B498053}"/>
                                            </p:graphicEl>
                                          </p:spTgt>
                                        </p:tgtEl>
                                        <p:attrNameLst>
                                          <p:attrName>style.visibility</p:attrName>
                                        </p:attrNameLst>
                                      </p:cBhvr>
                                      <p:to>
                                        <p:strVal val="visible"/>
                                      </p:to>
                                    </p:set>
                                    <p:anim calcmode="lin" valueType="num">
                                      <p:cBhvr additive="base">
                                        <p:cTn id="13" dur="500" fill="hold"/>
                                        <p:tgtEl>
                                          <p:spTgt spid="47">
                                            <p:graphicEl>
                                              <a:dgm id="{178BF8DF-4F47-4ED7-A03B-A8302B49805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178BF8DF-4F47-4ED7-A03B-A8302B498053}"/>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graphicEl>
                                              <a:dgm id="{1E30EB58-8961-449E-A63B-B160522B5D87}"/>
                                            </p:graphicEl>
                                          </p:spTgt>
                                        </p:tgtEl>
                                        <p:attrNameLst>
                                          <p:attrName>style.visibility</p:attrName>
                                        </p:attrNameLst>
                                      </p:cBhvr>
                                      <p:to>
                                        <p:strVal val="visible"/>
                                      </p:to>
                                    </p:set>
                                    <p:anim calcmode="lin" valueType="num">
                                      <p:cBhvr additive="base">
                                        <p:cTn id="19" dur="500" fill="hold"/>
                                        <p:tgtEl>
                                          <p:spTgt spid="47">
                                            <p:graphicEl>
                                              <a:dgm id="{1E30EB58-8961-449E-A63B-B160522B5D87}"/>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
                                            <p:graphicEl>
                                              <a:dgm id="{1E30EB58-8961-449E-A63B-B160522B5D87}"/>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
                                            <p:graphicEl>
                                              <a:dgm id="{519A428D-AD39-4AD7-B86E-F3268F5A94F5}"/>
                                            </p:graphicEl>
                                          </p:spTgt>
                                        </p:tgtEl>
                                        <p:attrNameLst>
                                          <p:attrName>style.visibility</p:attrName>
                                        </p:attrNameLst>
                                      </p:cBhvr>
                                      <p:to>
                                        <p:strVal val="visible"/>
                                      </p:to>
                                    </p:set>
                                    <p:anim calcmode="lin" valueType="num">
                                      <p:cBhvr additive="base">
                                        <p:cTn id="25" dur="500" fill="hold"/>
                                        <p:tgtEl>
                                          <p:spTgt spid="47">
                                            <p:graphicEl>
                                              <a:dgm id="{519A428D-AD39-4AD7-B86E-F3268F5A94F5}"/>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
                                            <p:graphicEl>
                                              <a:dgm id="{519A428D-AD39-4AD7-B86E-F3268F5A94F5}"/>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
                                            <p:graphicEl>
                                              <a:dgm id="{B67B696F-A076-47F2-9A6B-F4074F3B2D66}"/>
                                            </p:graphicEl>
                                          </p:spTgt>
                                        </p:tgtEl>
                                        <p:attrNameLst>
                                          <p:attrName>style.visibility</p:attrName>
                                        </p:attrNameLst>
                                      </p:cBhvr>
                                      <p:to>
                                        <p:strVal val="visible"/>
                                      </p:to>
                                    </p:set>
                                    <p:anim calcmode="lin" valueType="num">
                                      <p:cBhvr additive="base">
                                        <p:cTn id="31" dur="500" fill="hold"/>
                                        <p:tgtEl>
                                          <p:spTgt spid="47">
                                            <p:graphicEl>
                                              <a:dgm id="{B67B696F-A076-47F2-9A6B-F4074F3B2D6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
                                            <p:graphicEl>
                                              <a:dgm id="{B67B696F-A076-47F2-9A6B-F4074F3B2D6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tLang="en-PK">
                <a:ea typeface="ＭＳ Ｐゴシック" panose="020B0600070205080204" pitchFamily="34" charset="-128"/>
              </a:rPr>
              <a:t>Issues in Load Balancing</a:t>
            </a:r>
            <a:br>
              <a:rPr lang="en-US" altLang="en-PK">
                <a:ea typeface="ＭＳ Ｐゴシック" panose="020B0600070205080204" pitchFamily="34" charset="-128"/>
              </a:rPr>
            </a:br>
            <a:endParaRPr lang="en-PK" dirty="0"/>
          </a:p>
        </p:txBody>
      </p:sp>
      <p:graphicFrame>
        <p:nvGraphicFramePr>
          <p:cNvPr id="3" name="Content Placeholder 2">
            <a:extLst>
              <a:ext uri="{FF2B5EF4-FFF2-40B4-BE49-F238E27FC236}">
                <a16:creationId xmlns:a16="http://schemas.microsoft.com/office/drawing/2014/main" id="{FA807D73-C40B-6F80-CCEF-326F5EEB39DF}"/>
              </a:ext>
            </a:extLst>
          </p:cNvPr>
          <p:cNvGraphicFramePr>
            <a:graphicFrameLocks noGrp="1"/>
          </p:cNvGraphicFramePr>
          <p:nvPr>
            <p:ph idx="1"/>
            <p:extLst>
              <p:ext uri="{D42A27DB-BD31-4B8C-83A1-F6EECF244321}">
                <p14:modId xmlns:p14="http://schemas.microsoft.com/office/powerpoint/2010/main" val="3607894549"/>
              </p:ext>
            </p:extLst>
          </p:nvPr>
        </p:nvGraphicFramePr>
        <p:xfrm>
          <a:off x="1198181" y="2362125"/>
          <a:ext cx="10257504" cy="41148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31964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Mapping Techniques for Load Balancing</a:t>
            </a:r>
          </a:p>
        </p:txBody>
      </p:sp>
    </p:spTree>
    <p:extLst>
      <p:ext uri="{BB962C8B-B14F-4D97-AF65-F5344CB8AC3E}">
        <p14:creationId xmlns:p14="http://schemas.microsoft.com/office/powerpoint/2010/main" val="3186884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543917887"/>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095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98281"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98281"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4876800" cy="5577934"/>
          </a:xfrm>
        </p:spPr>
        <p:txBody>
          <a:bodyPr>
            <a:normAutofit/>
          </a:bodyPr>
          <a:lstStyle/>
          <a:p>
            <a:r>
              <a:rPr lang="en-US" altLang="en-PK" dirty="0">
                <a:ea typeface="ＭＳ Ｐゴシック" panose="020B0600070205080204" pitchFamily="34" charset="-128"/>
              </a:rPr>
              <a:t>Mapping Techniques for Load Balancing</a:t>
            </a:r>
            <a:br>
              <a:rPr lang="en-US" altLang="en-PK" dirty="0">
                <a:ea typeface="ＭＳ Ｐゴシック" panose="020B0600070205080204" pitchFamily="34" charset="-128"/>
              </a:rPr>
            </a:br>
            <a:endParaRPr lang="en-PK" dirty="0"/>
          </a:p>
        </p:txBody>
      </p:sp>
      <p:graphicFrame>
        <p:nvGraphicFramePr>
          <p:cNvPr id="36" name="Rectangle 3">
            <a:extLst>
              <a:ext uri="{FF2B5EF4-FFF2-40B4-BE49-F238E27FC236}">
                <a16:creationId xmlns:a16="http://schemas.microsoft.com/office/drawing/2014/main" id="{972759D9-A8E1-6025-E005-891288FB26E3}"/>
              </a:ext>
            </a:extLst>
          </p:cNvPr>
          <p:cNvGraphicFramePr>
            <a:graphicFrameLocks noGrp="1"/>
          </p:cNvGraphicFramePr>
          <p:nvPr>
            <p:ph idx="1"/>
            <p:extLst>
              <p:ext uri="{D42A27DB-BD31-4B8C-83A1-F6EECF244321}">
                <p14:modId xmlns:p14="http://schemas.microsoft.com/office/powerpoint/2010/main" val="4108506136"/>
              </p:ext>
            </p:extLst>
          </p:nvPr>
        </p:nvGraphicFramePr>
        <p:xfrm>
          <a:off x="6184458" y="343433"/>
          <a:ext cx="5626542" cy="57856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6362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567FC3B1-C9BC-4C8F-8866-E051692FC681}"/>
                                            </p:graphicEl>
                                          </p:spTgt>
                                        </p:tgtEl>
                                        <p:attrNameLst>
                                          <p:attrName>style.visibility</p:attrName>
                                        </p:attrNameLst>
                                      </p:cBhvr>
                                      <p:to>
                                        <p:strVal val="visible"/>
                                      </p:to>
                                    </p:set>
                                    <p:anim calcmode="lin" valueType="num">
                                      <p:cBhvr additive="base">
                                        <p:cTn id="7" dur="500" fill="hold"/>
                                        <p:tgtEl>
                                          <p:spTgt spid="36">
                                            <p:graphicEl>
                                              <a:dgm id="{567FC3B1-C9BC-4C8F-8866-E051692FC68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567FC3B1-C9BC-4C8F-8866-E051692FC68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graphicEl>
                                              <a:dgm id="{AAB22A10-BC83-4F15-A8E7-6C197E80CE44}"/>
                                            </p:graphicEl>
                                          </p:spTgt>
                                        </p:tgtEl>
                                        <p:attrNameLst>
                                          <p:attrName>style.visibility</p:attrName>
                                        </p:attrNameLst>
                                      </p:cBhvr>
                                      <p:to>
                                        <p:strVal val="visible"/>
                                      </p:to>
                                    </p:set>
                                    <p:anim calcmode="lin" valueType="num">
                                      <p:cBhvr additive="base">
                                        <p:cTn id="13" dur="500" fill="hold"/>
                                        <p:tgtEl>
                                          <p:spTgt spid="36">
                                            <p:graphicEl>
                                              <a:dgm id="{AAB22A10-BC83-4F15-A8E7-6C197E80CE44}"/>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graphicEl>
                                              <a:dgm id="{AAB22A10-BC83-4F15-A8E7-6C197E80CE44}"/>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
                                            <p:graphicEl>
                                              <a:dgm id="{F7310808-B0F0-4D61-9A99-C42CEDE215E4}"/>
                                            </p:graphicEl>
                                          </p:spTgt>
                                        </p:tgtEl>
                                        <p:attrNameLst>
                                          <p:attrName>style.visibility</p:attrName>
                                        </p:attrNameLst>
                                      </p:cBhvr>
                                      <p:to>
                                        <p:strVal val="visible"/>
                                      </p:to>
                                    </p:set>
                                    <p:anim calcmode="lin" valueType="num">
                                      <p:cBhvr additive="base">
                                        <p:cTn id="19" dur="500" fill="hold"/>
                                        <p:tgtEl>
                                          <p:spTgt spid="36">
                                            <p:graphicEl>
                                              <a:dgm id="{F7310808-B0F0-4D61-9A99-C42CEDE215E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graphicEl>
                                              <a:dgm id="{F7310808-B0F0-4D61-9A99-C42CEDE215E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10335078" cy="907036"/>
          </a:xfrm>
        </p:spPr>
        <p:txBody>
          <a:bodyPr anchor="t">
            <a:normAutofit/>
          </a:bodyPr>
          <a:lstStyle/>
          <a:p>
            <a:r>
              <a:rPr lang="en-US" dirty="0">
                <a:solidFill>
                  <a:schemeClr val="tx2"/>
                </a:solidFill>
              </a:rPr>
              <a:t>Quality of Load Balancing Algorithm</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E0FD9848-0D61-DBED-B010-4FB275ED8125}"/>
              </a:ext>
            </a:extLst>
          </p:cNvPr>
          <p:cNvGraphicFramePr>
            <a:graphicFrameLocks noGrp="1"/>
          </p:cNvGraphicFramePr>
          <p:nvPr>
            <p:ph idx="1"/>
            <p:extLst>
              <p:ext uri="{D42A27DB-BD31-4B8C-83A1-F6EECF244321}">
                <p14:modId xmlns:p14="http://schemas.microsoft.com/office/powerpoint/2010/main" val="2076088427"/>
              </p:ext>
            </p:extLst>
          </p:nvPr>
        </p:nvGraphicFramePr>
        <p:xfrm>
          <a:off x="1458930" y="1857374"/>
          <a:ext cx="9714349" cy="456397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8661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4" name="Rectangle 63">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6" name="Rectangle 65">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700" dirty="0"/>
              <a:t>Mapping Techniques for Load Balancing</a:t>
            </a:r>
            <a:endParaRPr lang="en-PK" sz="3700" dirty="0"/>
          </a:p>
        </p:txBody>
      </p:sp>
      <p:graphicFrame>
        <p:nvGraphicFramePr>
          <p:cNvPr id="47" name="Rectangle 3">
            <a:extLst>
              <a:ext uri="{FF2B5EF4-FFF2-40B4-BE49-F238E27FC236}">
                <a16:creationId xmlns:a16="http://schemas.microsoft.com/office/drawing/2014/main" id="{DFA415F2-C908-7784-FA13-A2EEC6B7C414}"/>
              </a:ext>
            </a:extLst>
          </p:cNvPr>
          <p:cNvGraphicFramePr>
            <a:graphicFrameLocks noGrp="1"/>
          </p:cNvGraphicFramePr>
          <p:nvPr>
            <p:ph idx="1"/>
            <p:extLst>
              <p:ext uri="{D42A27DB-BD31-4B8C-83A1-F6EECF244321}">
                <p14:modId xmlns:p14="http://schemas.microsoft.com/office/powerpoint/2010/main" val="2378306245"/>
              </p:ext>
            </p:extLst>
          </p:nvPr>
        </p:nvGraphicFramePr>
        <p:xfrm>
          <a:off x="4807223" y="457200"/>
          <a:ext cx="7003777" cy="6057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2931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BB44C383-8BBE-4C4F-B90D-D835A5CE1CFA}"/>
                                            </p:graphicEl>
                                          </p:spTgt>
                                        </p:tgtEl>
                                        <p:attrNameLst>
                                          <p:attrName>style.visibility</p:attrName>
                                        </p:attrNameLst>
                                      </p:cBhvr>
                                      <p:to>
                                        <p:strVal val="visible"/>
                                      </p:to>
                                    </p:set>
                                    <p:anim calcmode="lin" valueType="num">
                                      <p:cBhvr additive="base">
                                        <p:cTn id="7" dur="500" fill="hold"/>
                                        <p:tgtEl>
                                          <p:spTgt spid="47">
                                            <p:graphicEl>
                                              <a:dgm id="{BB44C383-8BBE-4C4F-B90D-D835A5CE1CF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BB44C383-8BBE-4C4F-B90D-D835A5CE1CF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BAAF8E66-B31C-4D6D-9E10-C2B04D07D5DF}"/>
                                            </p:graphicEl>
                                          </p:spTgt>
                                        </p:tgtEl>
                                        <p:attrNameLst>
                                          <p:attrName>style.visibility</p:attrName>
                                        </p:attrNameLst>
                                      </p:cBhvr>
                                      <p:to>
                                        <p:strVal val="visible"/>
                                      </p:to>
                                    </p:set>
                                    <p:anim calcmode="lin" valueType="num">
                                      <p:cBhvr additive="base">
                                        <p:cTn id="13" dur="500" fill="hold"/>
                                        <p:tgtEl>
                                          <p:spTgt spid="47">
                                            <p:graphicEl>
                                              <a:dgm id="{BAAF8E66-B31C-4D6D-9E10-C2B04D07D5D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BAAF8E66-B31C-4D6D-9E10-C2B04D07D5DF}"/>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graphicEl>
                                              <a:dgm id="{D8195930-5D7C-4A97-BBA7-3E228FD7E690}"/>
                                            </p:graphicEl>
                                          </p:spTgt>
                                        </p:tgtEl>
                                        <p:attrNameLst>
                                          <p:attrName>style.visibility</p:attrName>
                                        </p:attrNameLst>
                                      </p:cBhvr>
                                      <p:to>
                                        <p:strVal val="visible"/>
                                      </p:to>
                                    </p:set>
                                    <p:anim calcmode="lin" valueType="num">
                                      <p:cBhvr additive="base">
                                        <p:cTn id="19" dur="500" fill="hold"/>
                                        <p:tgtEl>
                                          <p:spTgt spid="47">
                                            <p:graphicEl>
                                              <a:dgm id="{D8195930-5D7C-4A97-BBA7-3E228FD7E690}"/>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
                                            <p:graphicEl>
                                              <a:dgm id="{D8195930-5D7C-4A97-BBA7-3E228FD7E690}"/>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
                                            <p:graphicEl>
                                              <a:dgm id="{1B3387DC-B4BF-4B51-94CF-0D12662EF77F}"/>
                                            </p:graphicEl>
                                          </p:spTgt>
                                        </p:tgtEl>
                                        <p:attrNameLst>
                                          <p:attrName>style.visibility</p:attrName>
                                        </p:attrNameLst>
                                      </p:cBhvr>
                                      <p:to>
                                        <p:strVal val="visible"/>
                                      </p:to>
                                    </p:set>
                                    <p:anim calcmode="lin" valueType="num">
                                      <p:cBhvr additive="base">
                                        <p:cTn id="25" dur="500" fill="hold"/>
                                        <p:tgtEl>
                                          <p:spTgt spid="47">
                                            <p:graphicEl>
                                              <a:dgm id="{1B3387DC-B4BF-4B51-94CF-0D12662EF77F}"/>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
                                            <p:graphicEl>
                                              <a:dgm id="{1B3387DC-B4BF-4B51-94CF-0D12662EF77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700" dirty="0"/>
              <a:t>Mapping Techniques for Load Balancing</a:t>
            </a:r>
            <a:endParaRPr lang="en-PK" sz="3700" dirty="0"/>
          </a:p>
        </p:txBody>
      </p:sp>
      <p:graphicFrame>
        <p:nvGraphicFramePr>
          <p:cNvPr id="47" name="Rectangle 3">
            <a:extLst>
              <a:ext uri="{FF2B5EF4-FFF2-40B4-BE49-F238E27FC236}">
                <a16:creationId xmlns:a16="http://schemas.microsoft.com/office/drawing/2014/main" id="{5599A19B-B32F-8591-A7E1-74591FD552AD}"/>
              </a:ext>
            </a:extLst>
          </p:cNvPr>
          <p:cNvGraphicFramePr>
            <a:graphicFrameLocks noGrp="1"/>
          </p:cNvGraphicFramePr>
          <p:nvPr>
            <p:ph idx="1"/>
            <p:extLst>
              <p:ext uri="{D42A27DB-BD31-4B8C-83A1-F6EECF244321}">
                <p14:modId xmlns:p14="http://schemas.microsoft.com/office/powerpoint/2010/main" val="240391459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1971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898FE681-BABD-40B0-9FAE-ACAEEABB6FF6}"/>
                                            </p:graphicEl>
                                          </p:spTgt>
                                        </p:tgtEl>
                                        <p:attrNameLst>
                                          <p:attrName>style.visibility</p:attrName>
                                        </p:attrNameLst>
                                      </p:cBhvr>
                                      <p:to>
                                        <p:strVal val="visible"/>
                                      </p:to>
                                    </p:set>
                                    <p:anim calcmode="lin" valueType="num">
                                      <p:cBhvr additive="base">
                                        <p:cTn id="7" dur="500" fill="hold"/>
                                        <p:tgtEl>
                                          <p:spTgt spid="47">
                                            <p:graphicEl>
                                              <a:dgm id="{898FE681-BABD-40B0-9FAE-ACAEEABB6FF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898FE681-BABD-40B0-9FAE-ACAEEABB6FF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F2976260-B5BD-4895-81B9-D8E99C8F3506}"/>
                                            </p:graphicEl>
                                          </p:spTgt>
                                        </p:tgtEl>
                                        <p:attrNameLst>
                                          <p:attrName>style.visibility</p:attrName>
                                        </p:attrNameLst>
                                      </p:cBhvr>
                                      <p:to>
                                        <p:strVal val="visible"/>
                                      </p:to>
                                    </p:set>
                                    <p:anim calcmode="lin" valueType="num">
                                      <p:cBhvr additive="base">
                                        <p:cTn id="13" dur="500" fill="hold"/>
                                        <p:tgtEl>
                                          <p:spTgt spid="47">
                                            <p:graphicEl>
                                              <a:dgm id="{F2976260-B5BD-4895-81B9-D8E99C8F350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F2976260-B5BD-4895-81B9-D8E99C8F350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graphicEl>
                                              <a:dgm id="{9DD45884-D8EB-4AD4-8A4F-F5EE463D55E2}"/>
                                            </p:graphicEl>
                                          </p:spTgt>
                                        </p:tgtEl>
                                        <p:attrNameLst>
                                          <p:attrName>style.visibility</p:attrName>
                                        </p:attrNameLst>
                                      </p:cBhvr>
                                      <p:to>
                                        <p:strVal val="visible"/>
                                      </p:to>
                                    </p:set>
                                    <p:anim calcmode="lin" valueType="num">
                                      <p:cBhvr additive="base">
                                        <p:cTn id="19" dur="500" fill="hold"/>
                                        <p:tgtEl>
                                          <p:spTgt spid="47">
                                            <p:graphicEl>
                                              <a:dgm id="{9DD45884-D8EB-4AD4-8A4F-F5EE463D55E2}"/>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
                                            <p:graphicEl>
                                              <a:dgm id="{9DD45884-D8EB-4AD4-8A4F-F5EE463D55E2}"/>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
                                            <p:graphicEl>
                                              <a:dgm id="{8C92D1DD-39AB-4616-93E9-55BDFF83EFFF}"/>
                                            </p:graphicEl>
                                          </p:spTgt>
                                        </p:tgtEl>
                                        <p:attrNameLst>
                                          <p:attrName>style.visibility</p:attrName>
                                        </p:attrNameLst>
                                      </p:cBhvr>
                                      <p:to>
                                        <p:strVal val="visible"/>
                                      </p:to>
                                    </p:set>
                                    <p:anim calcmode="lin" valueType="num">
                                      <p:cBhvr additive="base">
                                        <p:cTn id="25" dur="500" fill="hold"/>
                                        <p:tgtEl>
                                          <p:spTgt spid="47">
                                            <p:graphicEl>
                                              <a:dgm id="{8C92D1DD-39AB-4616-93E9-55BDFF83EFFF}"/>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
                                            <p:graphicEl>
                                              <a:dgm id="{8C92D1DD-39AB-4616-93E9-55BDFF83EFF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Static Mapping for Load Balancing</a:t>
            </a:r>
          </a:p>
        </p:txBody>
      </p:sp>
    </p:spTree>
    <p:extLst>
      <p:ext uri="{BB962C8B-B14F-4D97-AF65-F5344CB8AC3E}">
        <p14:creationId xmlns:p14="http://schemas.microsoft.com/office/powerpoint/2010/main" val="1247097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04116573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5533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0999"/>
            <a:ext cx="10003218" cy="1766299"/>
          </a:xfrm>
        </p:spPr>
        <p:txBody>
          <a:bodyPr>
            <a:normAutofit/>
          </a:bodyPr>
          <a:lstStyle/>
          <a:p>
            <a:r>
              <a:rPr lang="en-US" altLang="en-PK" dirty="0">
                <a:ea typeface="ＭＳ Ｐゴシック" panose="020B0600070205080204" pitchFamily="34" charset="-128"/>
              </a:rPr>
              <a:t>Static Mapping for Load Balancing</a:t>
            </a:r>
            <a:br>
              <a:rPr lang="en-US" altLang="en-PK" dirty="0">
                <a:ea typeface="ＭＳ Ｐゴシック" panose="020B0600070205080204" pitchFamily="34" charset="-128"/>
              </a:rPr>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0"/>
            <a:ext cx="8796337" cy="3288587"/>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“Static mapping techniques distribute the tasks among processes </a:t>
            </a:r>
            <a:r>
              <a:rPr lang="en-US" altLang="en-PK" u="sng" dirty="0">
                <a:solidFill>
                  <a:srgbClr val="0033CC"/>
                </a:solidFill>
                <a:latin typeface="Arial" panose="020B0604020202020204" pitchFamily="34" charset="0"/>
                <a:ea typeface="ＭＳ Ｐゴシック" panose="020B0600070205080204" pitchFamily="34" charset="-128"/>
                <a:cs typeface="Arial" panose="020B0604020202020204" pitchFamily="34" charset="0"/>
              </a:rPr>
              <a:t>prior to the execution </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of the algorithm.”</a:t>
            </a:r>
          </a:p>
        </p:txBody>
      </p:sp>
    </p:spTree>
    <p:extLst>
      <p:ext uri="{BB962C8B-B14F-4D97-AF65-F5344CB8AC3E}">
        <p14:creationId xmlns:p14="http://schemas.microsoft.com/office/powerpoint/2010/main" val="699084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4" name="Picture 53">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pPr>
              <a:lnSpc>
                <a:spcPct val="90000"/>
              </a:lnSpc>
            </a:pPr>
            <a:r>
              <a:rPr lang="en-US" altLang="en-PK" sz="4100">
                <a:solidFill>
                  <a:schemeClr val="tx2"/>
                </a:solidFill>
                <a:ea typeface="ＭＳ Ｐゴシック" panose="020B0600070205080204" pitchFamily="34" charset="-128"/>
              </a:rPr>
              <a:t>Static Mapping for Load Balancing Cont…</a:t>
            </a:r>
            <a:endParaRPr lang="en-PK" sz="4100">
              <a:solidFill>
                <a:schemeClr val="tx2"/>
              </a:solidFill>
            </a:endParaRPr>
          </a:p>
        </p:txBody>
      </p:sp>
      <p:pic>
        <p:nvPicPr>
          <p:cNvPr id="56" name="Picture 55">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7" name="Content Placeholder 6">
            <a:extLst>
              <a:ext uri="{FF2B5EF4-FFF2-40B4-BE49-F238E27FC236}">
                <a16:creationId xmlns:a16="http://schemas.microsoft.com/office/drawing/2014/main" id="{DCCA528E-838E-2495-D72F-44ECBAABB2E4}"/>
              </a:ext>
            </a:extLst>
          </p:cNvPr>
          <p:cNvGraphicFramePr>
            <a:graphicFrameLocks noGrp="1"/>
          </p:cNvGraphicFramePr>
          <p:nvPr>
            <p:ph idx="1"/>
            <p:extLst>
              <p:ext uri="{D42A27DB-BD31-4B8C-83A1-F6EECF244321}">
                <p14:modId xmlns:p14="http://schemas.microsoft.com/office/powerpoint/2010/main" val="2784726788"/>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934902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tLang="en-PK" dirty="0">
                <a:ea typeface="ＭＳ Ｐゴシック" panose="020B0600070205080204" pitchFamily="34" charset="-128"/>
              </a:rPr>
              <a:t>Advantages of Static Mapping</a:t>
            </a:r>
            <a:br>
              <a:rPr lang="en-US" altLang="en-PK" dirty="0">
                <a:ea typeface="ＭＳ Ｐゴシック" panose="020B0600070205080204" pitchFamily="34" charset="-128"/>
              </a:rPr>
            </a:br>
            <a:endParaRPr lang="en-PK" dirty="0"/>
          </a:p>
        </p:txBody>
      </p:sp>
      <p:graphicFrame>
        <p:nvGraphicFramePr>
          <p:cNvPr id="36" name="Rectangle 3">
            <a:extLst>
              <a:ext uri="{FF2B5EF4-FFF2-40B4-BE49-F238E27FC236}">
                <a16:creationId xmlns:a16="http://schemas.microsoft.com/office/drawing/2014/main" id="{B9DC0AC1-37D2-DD11-0CD6-36ABC7780788}"/>
              </a:ext>
            </a:extLst>
          </p:cNvPr>
          <p:cNvGraphicFramePr>
            <a:graphicFrameLocks noGrp="1"/>
          </p:cNvGraphicFramePr>
          <p:nvPr>
            <p:ph idx="1"/>
            <p:extLst>
              <p:ext uri="{D42A27DB-BD31-4B8C-83A1-F6EECF244321}">
                <p14:modId xmlns:p14="http://schemas.microsoft.com/office/powerpoint/2010/main" val="911003779"/>
              </p:ext>
            </p:extLst>
          </p:nvPr>
        </p:nvGraphicFramePr>
        <p:xfrm>
          <a:off x="838200" y="2514600"/>
          <a:ext cx="10515600" cy="41251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8486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CCD44DEE-AF87-4998-B3EB-17B3A1CD1B08}"/>
                                            </p:graphicEl>
                                          </p:spTgt>
                                        </p:tgtEl>
                                        <p:attrNameLst>
                                          <p:attrName>style.visibility</p:attrName>
                                        </p:attrNameLst>
                                      </p:cBhvr>
                                      <p:to>
                                        <p:strVal val="visible"/>
                                      </p:to>
                                    </p:set>
                                    <p:anim calcmode="lin" valueType="num">
                                      <p:cBhvr additive="base">
                                        <p:cTn id="7" dur="500" fill="hold"/>
                                        <p:tgtEl>
                                          <p:spTgt spid="36">
                                            <p:graphicEl>
                                              <a:dgm id="{CCD44DEE-AF87-4998-B3EB-17B3A1CD1B0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CCD44DEE-AF87-4998-B3EB-17B3A1CD1B0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43B83A25-F892-485E-B5BC-EED0CFD5C495}"/>
                                            </p:graphicEl>
                                          </p:spTgt>
                                        </p:tgtEl>
                                        <p:attrNameLst>
                                          <p:attrName>style.visibility</p:attrName>
                                        </p:attrNameLst>
                                      </p:cBhvr>
                                      <p:to>
                                        <p:strVal val="visible"/>
                                      </p:to>
                                    </p:set>
                                    <p:anim calcmode="lin" valueType="num">
                                      <p:cBhvr additive="base">
                                        <p:cTn id="11" dur="500" fill="hold"/>
                                        <p:tgtEl>
                                          <p:spTgt spid="36">
                                            <p:graphicEl>
                                              <a:dgm id="{43B83A25-F892-485E-B5BC-EED0CFD5C49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43B83A25-F892-485E-B5BC-EED0CFD5C495}"/>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DE31AEEF-8827-4E88-A43D-524379F72822}"/>
                                            </p:graphicEl>
                                          </p:spTgt>
                                        </p:tgtEl>
                                        <p:attrNameLst>
                                          <p:attrName>style.visibility</p:attrName>
                                        </p:attrNameLst>
                                      </p:cBhvr>
                                      <p:to>
                                        <p:strVal val="visible"/>
                                      </p:to>
                                    </p:set>
                                    <p:anim calcmode="lin" valueType="num">
                                      <p:cBhvr additive="base">
                                        <p:cTn id="17" dur="500" fill="hold"/>
                                        <p:tgtEl>
                                          <p:spTgt spid="36">
                                            <p:graphicEl>
                                              <a:dgm id="{DE31AEEF-8827-4E88-A43D-524379F7282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DE31AEEF-8827-4E88-A43D-524379F72822}"/>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F6ACB382-E942-4C87-9AAF-DFB844D6F265}"/>
                                            </p:graphicEl>
                                          </p:spTgt>
                                        </p:tgtEl>
                                        <p:attrNameLst>
                                          <p:attrName>style.visibility</p:attrName>
                                        </p:attrNameLst>
                                      </p:cBhvr>
                                      <p:to>
                                        <p:strVal val="visible"/>
                                      </p:to>
                                    </p:set>
                                    <p:anim calcmode="lin" valueType="num">
                                      <p:cBhvr additive="base">
                                        <p:cTn id="21" dur="500" fill="hold"/>
                                        <p:tgtEl>
                                          <p:spTgt spid="36">
                                            <p:graphicEl>
                                              <a:dgm id="{F6ACB382-E942-4C87-9AAF-DFB844D6F265}"/>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F6ACB382-E942-4C87-9AAF-DFB844D6F265}"/>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59710026-4909-4B24-858E-40BA65BF8B60}"/>
                                            </p:graphicEl>
                                          </p:spTgt>
                                        </p:tgtEl>
                                        <p:attrNameLst>
                                          <p:attrName>style.visibility</p:attrName>
                                        </p:attrNameLst>
                                      </p:cBhvr>
                                      <p:to>
                                        <p:strVal val="visible"/>
                                      </p:to>
                                    </p:set>
                                    <p:anim calcmode="lin" valueType="num">
                                      <p:cBhvr additive="base">
                                        <p:cTn id="27" dur="500" fill="hold"/>
                                        <p:tgtEl>
                                          <p:spTgt spid="36">
                                            <p:graphicEl>
                                              <a:dgm id="{59710026-4909-4B24-858E-40BA65BF8B60}"/>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59710026-4909-4B24-858E-40BA65BF8B60}"/>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3A4C2D2F-5445-43D4-942B-38766AD5A895}"/>
                                            </p:graphicEl>
                                          </p:spTgt>
                                        </p:tgtEl>
                                        <p:attrNameLst>
                                          <p:attrName>style.visibility</p:attrName>
                                        </p:attrNameLst>
                                      </p:cBhvr>
                                      <p:to>
                                        <p:strVal val="visible"/>
                                      </p:to>
                                    </p:set>
                                    <p:anim calcmode="lin" valueType="num">
                                      <p:cBhvr additive="base">
                                        <p:cTn id="31" dur="500" fill="hold"/>
                                        <p:tgtEl>
                                          <p:spTgt spid="36">
                                            <p:graphicEl>
                                              <a:dgm id="{3A4C2D2F-5445-43D4-942B-38766AD5A895}"/>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3A4C2D2F-5445-43D4-942B-38766AD5A89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4" name="Picture 43">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pPr>
              <a:lnSpc>
                <a:spcPct val="90000"/>
              </a:lnSpc>
            </a:pPr>
            <a:r>
              <a:rPr lang="en-US" altLang="en-PK" sz="4100" dirty="0">
                <a:solidFill>
                  <a:schemeClr val="tx2"/>
                </a:solidFill>
                <a:ea typeface="ＭＳ Ｐゴシック" panose="020B0600070205080204" pitchFamily="34" charset="-128"/>
              </a:rPr>
              <a:t>Disadvantages of Static Mapping</a:t>
            </a:r>
            <a:br>
              <a:rPr lang="en-US" altLang="en-PK" sz="4100" dirty="0">
                <a:solidFill>
                  <a:schemeClr val="tx2"/>
                </a:solidFill>
                <a:ea typeface="ＭＳ Ｐゴシック" panose="020B0600070205080204" pitchFamily="34" charset="-128"/>
              </a:rPr>
            </a:br>
            <a:endParaRPr lang="en-PK" sz="4100" dirty="0">
              <a:solidFill>
                <a:schemeClr val="tx2"/>
              </a:solidFill>
            </a:endParaRPr>
          </a:p>
        </p:txBody>
      </p:sp>
      <p:pic>
        <p:nvPicPr>
          <p:cNvPr id="46" name="Picture 45">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36" name="Rectangle 3">
            <a:extLst>
              <a:ext uri="{FF2B5EF4-FFF2-40B4-BE49-F238E27FC236}">
                <a16:creationId xmlns:a16="http://schemas.microsoft.com/office/drawing/2014/main" id="{21F7E78C-3C56-2192-19DB-B832B56C737E}"/>
              </a:ext>
            </a:extLst>
          </p:cNvPr>
          <p:cNvGraphicFramePr>
            <a:graphicFrameLocks noGrp="1"/>
          </p:cNvGraphicFramePr>
          <p:nvPr>
            <p:ph idx="1"/>
            <p:extLst>
              <p:ext uri="{D42A27DB-BD31-4B8C-83A1-F6EECF244321}">
                <p14:modId xmlns:p14="http://schemas.microsoft.com/office/powerpoint/2010/main" val="2103384647"/>
              </p:ext>
            </p:extLst>
          </p:nvPr>
        </p:nvGraphicFramePr>
        <p:xfrm>
          <a:off x="1143000" y="1843284"/>
          <a:ext cx="10720137" cy="477408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891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37F8D7CD-B869-4A17-9284-E52643265CFD}"/>
                                            </p:graphicEl>
                                          </p:spTgt>
                                        </p:tgtEl>
                                        <p:attrNameLst>
                                          <p:attrName>style.visibility</p:attrName>
                                        </p:attrNameLst>
                                      </p:cBhvr>
                                      <p:to>
                                        <p:strVal val="visible"/>
                                      </p:to>
                                    </p:set>
                                    <p:anim calcmode="lin" valueType="num">
                                      <p:cBhvr additive="base">
                                        <p:cTn id="7" dur="500" fill="hold"/>
                                        <p:tgtEl>
                                          <p:spTgt spid="36">
                                            <p:graphicEl>
                                              <a:dgm id="{37F8D7CD-B869-4A17-9284-E52643265CF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37F8D7CD-B869-4A17-9284-E52643265CF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D1D50DF2-FC5F-4409-B1DD-108FF974ED9A}"/>
                                            </p:graphicEl>
                                          </p:spTgt>
                                        </p:tgtEl>
                                        <p:attrNameLst>
                                          <p:attrName>style.visibility</p:attrName>
                                        </p:attrNameLst>
                                      </p:cBhvr>
                                      <p:to>
                                        <p:strVal val="visible"/>
                                      </p:to>
                                    </p:set>
                                    <p:anim calcmode="lin" valueType="num">
                                      <p:cBhvr additive="base">
                                        <p:cTn id="11" dur="500" fill="hold"/>
                                        <p:tgtEl>
                                          <p:spTgt spid="36">
                                            <p:graphicEl>
                                              <a:dgm id="{D1D50DF2-FC5F-4409-B1DD-108FF974ED9A}"/>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D1D50DF2-FC5F-4409-B1DD-108FF974ED9A}"/>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35B21056-41B9-4870-AFEA-116EEB53B954}"/>
                                            </p:graphicEl>
                                          </p:spTgt>
                                        </p:tgtEl>
                                        <p:attrNameLst>
                                          <p:attrName>style.visibility</p:attrName>
                                        </p:attrNameLst>
                                      </p:cBhvr>
                                      <p:to>
                                        <p:strVal val="visible"/>
                                      </p:to>
                                    </p:set>
                                    <p:anim calcmode="lin" valueType="num">
                                      <p:cBhvr additive="base">
                                        <p:cTn id="17" dur="500" fill="hold"/>
                                        <p:tgtEl>
                                          <p:spTgt spid="36">
                                            <p:graphicEl>
                                              <a:dgm id="{35B21056-41B9-4870-AFEA-116EEB53B954}"/>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35B21056-41B9-4870-AFEA-116EEB53B954}"/>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758D07A8-F089-4EC9-9468-0D96439A1F51}"/>
                                            </p:graphicEl>
                                          </p:spTgt>
                                        </p:tgtEl>
                                        <p:attrNameLst>
                                          <p:attrName>style.visibility</p:attrName>
                                        </p:attrNameLst>
                                      </p:cBhvr>
                                      <p:to>
                                        <p:strVal val="visible"/>
                                      </p:to>
                                    </p:set>
                                    <p:anim calcmode="lin" valueType="num">
                                      <p:cBhvr additive="base">
                                        <p:cTn id="21" dur="500" fill="hold"/>
                                        <p:tgtEl>
                                          <p:spTgt spid="36">
                                            <p:graphicEl>
                                              <a:dgm id="{758D07A8-F089-4EC9-9468-0D96439A1F51}"/>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758D07A8-F089-4EC9-9468-0D96439A1F51}"/>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BE0D9E31-DD36-4AD6-AB4F-B7610D73FA4A}"/>
                                            </p:graphicEl>
                                          </p:spTgt>
                                        </p:tgtEl>
                                        <p:attrNameLst>
                                          <p:attrName>style.visibility</p:attrName>
                                        </p:attrNameLst>
                                      </p:cBhvr>
                                      <p:to>
                                        <p:strVal val="visible"/>
                                      </p:to>
                                    </p:set>
                                    <p:anim calcmode="lin" valueType="num">
                                      <p:cBhvr additive="base">
                                        <p:cTn id="27" dur="500" fill="hold"/>
                                        <p:tgtEl>
                                          <p:spTgt spid="36">
                                            <p:graphicEl>
                                              <a:dgm id="{BE0D9E31-DD36-4AD6-AB4F-B7610D73FA4A}"/>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BE0D9E31-DD36-4AD6-AB4F-B7610D73FA4A}"/>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EB53A175-DE44-4114-8259-4F773B870E6D}"/>
                                            </p:graphicEl>
                                          </p:spTgt>
                                        </p:tgtEl>
                                        <p:attrNameLst>
                                          <p:attrName>style.visibility</p:attrName>
                                        </p:attrNameLst>
                                      </p:cBhvr>
                                      <p:to>
                                        <p:strVal val="visible"/>
                                      </p:to>
                                    </p:set>
                                    <p:anim calcmode="lin" valueType="num">
                                      <p:cBhvr additive="base">
                                        <p:cTn id="31" dur="500" fill="hold"/>
                                        <p:tgtEl>
                                          <p:spTgt spid="36">
                                            <p:graphicEl>
                                              <a:dgm id="{EB53A175-DE44-4114-8259-4F773B870E6D}"/>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EB53A175-DE44-4114-8259-4F773B870E6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Schemes for Static Mapping</a:t>
            </a:r>
          </a:p>
        </p:txBody>
      </p:sp>
    </p:spTree>
    <p:extLst>
      <p:ext uri="{BB962C8B-B14F-4D97-AF65-F5344CB8AC3E}">
        <p14:creationId xmlns:p14="http://schemas.microsoft.com/office/powerpoint/2010/main" val="870563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421912951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14471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721895" y="381000"/>
            <a:ext cx="10479505" cy="1600124"/>
          </a:xfrm>
        </p:spPr>
        <p:txBody>
          <a:bodyPr>
            <a:normAutofit/>
          </a:bodyPr>
          <a:lstStyle/>
          <a:p>
            <a:r>
              <a:rPr lang="en-US" dirty="0"/>
              <a:t>Schemes for Static Mapping</a:t>
            </a:r>
            <a:endParaRPr lang="en-PK" dirty="0"/>
          </a:p>
        </p:txBody>
      </p:sp>
      <p:graphicFrame>
        <p:nvGraphicFramePr>
          <p:cNvPr id="3" name="Content Placeholder 2">
            <a:extLst>
              <a:ext uri="{FF2B5EF4-FFF2-40B4-BE49-F238E27FC236}">
                <a16:creationId xmlns:a16="http://schemas.microsoft.com/office/drawing/2014/main" id="{2BD59FDC-6CA0-D1C9-7A91-1A6B3F76139E}"/>
              </a:ext>
            </a:extLst>
          </p:cNvPr>
          <p:cNvGraphicFramePr>
            <a:graphicFrameLocks noGrp="1"/>
          </p:cNvGraphicFramePr>
          <p:nvPr>
            <p:ph idx="1"/>
            <p:extLst>
              <p:ext uri="{D42A27DB-BD31-4B8C-83A1-F6EECF244321}">
                <p14:modId xmlns:p14="http://schemas.microsoft.com/office/powerpoint/2010/main" val="3427833632"/>
              </p:ext>
            </p:extLst>
          </p:nvPr>
        </p:nvGraphicFramePr>
        <p:xfrm>
          <a:off x="1185863" y="2362200"/>
          <a:ext cx="10015537" cy="39354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72216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fontScale="90000"/>
          </a:bodyPr>
          <a:lstStyle/>
          <a:p>
            <a:r>
              <a:rPr lang="en-US" dirty="0"/>
              <a:t>Mappings Based on Data Partitioning</a:t>
            </a:r>
            <a:br>
              <a:rPr lang="en-US" dirty="0"/>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0"/>
            <a:ext cx="8796337" cy="3935413"/>
          </a:xfrm>
        </p:spPr>
        <p:txBody>
          <a:bodyPr>
            <a:noAutofit/>
          </a:bodyPr>
          <a:lstStyle/>
          <a:p>
            <a:pPr marL="457200" lvl="1" indent="0" algn="just">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Mappings based on data partitioning’s two of the most common ways of representing data in algorithms, namely, arrays and graphs.</a:t>
            </a:r>
          </a:p>
          <a:p>
            <a:pPr lvl="1"/>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Block Distribution Schemes </a:t>
            </a:r>
          </a:p>
          <a:p>
            <a:pPr lvl="2"/>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Block Array Distributions</a:t>
            </a:r>
          </a:p>
          <a:p>
            <a:pPr lvl="2"/>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Cyclic and Block-Cyclic Distributions</a:t>
            </a:r>
          </a:p>
          <a:p>
            <a:pPr lvl="2"/>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Randomized Block Distributions</a:t>
            </a:r>
          </a:p>
        </p:txBody>
      </p:sp>
    </p:spTree>
    <p:extLst>
      <p:ext uri="{BB962C8B-B14F-4D97-AF65-F5344CB8AC3E}">
        <p14:creationId xmlns:p14="http://schemas.microsoft.com/office/powerpoint/2010/main" val="3056495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3B6A4C79-62F0-4DFD-A156-0F1AB7D26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1" y="0"/>
            <a:ext cx="1219199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F7FF257-5D01-4829-AD0B-B2D6076B3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1066800"/>
            <a:ext cx="5410200" cy="1997075"/>
          </a:xfrm>
        </p:spPr>
        <p:txBody>
          <a:bodyPr>
            <a:normAutofit/>
          </a:bodyPr>
          <a:lstStyle/>
          <a:p>
            <a:pPr>
              <a:lnSpc>
                <a:spcPct val="90000"/>
              </a:lnSpc>
            </a:pPr>
            <a:r>
              <a:rPr lang="en-US" altLang="en-PK" sz="3300" dirty="0">
                <a:solidFill>
                  <a:schemeClr val="tx2"/>
                </a:solidFill>
                <a:ea typeface="ＭＳ Ｐゴシック" panose="020B0600070205080204" pitchFamily="34" charset="-128"/>
              </a:rPr>
              <a:t>Mappings Based on Data Partitioning: Block Array Distribution</a:t>
            </a:r>
            <a:br>
              <a:rPr lang="en-US" altLang="en-PK" sz="3300" dirty="0">
                <a:solidFill>
                  <a:schemeClr val="tx2"/>
                </a:solidFill>
                <a:ea typeface="ＭＳ Ｐゴシック" panose="020B0600070205080204" pitchFamily="34" charset="-128"/>
              </a:rPr>
            </a:br>
            <a:endParaRPr lang="en-PK" sz="3300" dirty="0">
              <a:solidFill>
                <a:schemeClr val="tx2"/>
              </a:solidFill>
            </a:endParaRPr>
          </a:p>
        </p:txBody>
      </p:sp>
      <p:sp>
        <p:nvSpPr>
          <p:cNvPr id="49" name="Content Placeholder 48">
            <a:extLst>
              <a:ext uri="{FF2B5EF4-FFF2-40B4-BE49-F238E27FC236}">
                <a16:creationId xmlns:a16="http://schemas.microsoft.com/office/drawing/2014/main" id="{F9503DE2-85E0-9088-5FEC-72BB83A3B320}"/>
              </a:ext>
            </a:extLst>
          </p:cNvPr>
          <p:cNvSpPr>
            <a:spLocks noGrp="1"/>
          </p:cNvSpPr>
          <p:nvPr>
            <p:ph idx="1"/>
          </p:nvPr>
        </p:nvSpPr>
        <p:spPr>
          <a:xfrm>
            <a:off x="1143000" y="2587337"/>
            <a:ext cx="4240658" cy="3012080"/>
          </a:xfrm>
        </p:spPr>
        <p:txBody>
          <a:bodyPr>
            <a:normAutofit/>
          </a:bodyPr>
          <a:lstStyle/>
          <a:p>
            <a:pPr marL="0" indent="0" algn="just">
              <a:buNone/>
            </a:pPr>
            <a:r>
              <a:rPr lang="en-US" sz="1800" dirty="0">
                <a:solidFill>
                  <a:schemeClr val="tx1"/>
                </a:solidFill>
                <a:latin typeface="Arial" panose="020B0604020202020204" pitchFamily="34" charset="0"/>
                <a:cs typeface="Arial" panose="020B0604020202020204" pitchFamily="34" charset="0"/>
              </a:rPr>
              <a:t>The data partitioning can be combined with the “owner-computes” rule to partition the computation into subtasks. The simplest data decomposition schemes for dense matrices are 1-D block distribution schemes. </a:t>
            </a:r>
          </a:p>
          <a:p>
            <a:pPr marL="0" indent="0" algn="just">
              <a:buNone/>
            </a:pPr>
            <a:r>
              <a:rPr lang="en-US" sz="1800" dirty="0">
                <a:solidFill>
                  <a:schemeClr val="tx1"/>
                </a:solidFill>
                <a:latin typeface="Arial" panose="020B0604020202020204" pitchFamily="34" charset="0"/>
                <a:cs typeface="Arial" panose="020B0604020202020204" pitchFamily="34" charset="0"/>
              </a:rPr>
              <a:t>In general, higher dimension decomposition allows the use of higher number of processes.</a:t>
            </a:r>
          </a:p>
          <a:p>
            <a:endParaRPr lang="en-US" sz="1800" dirty="0">
              <a:solidFill>
                <a:schemeClr val="tx2"/>
              </a:solidFill>
            </a:endParaRPr>
          </a:p>
        </p:txBody>
      </p:sp>
      <p:pic>
        <p:nvPicPr>
          <p:cNvPr id="8" name="Picture 7">
            <a:extLst>
              <a:ext uri="{FF2B5EF4-FFF2-40B4-BE49-F238E27FC236}">
                <a16:creationId xmlns:a16="http://schemas.microsoft.com/office/drawing/2014/main" id="{F71B4C9B-D256-8FE8-65CD-AF7F726BC326}"/>
              </a:ext>
            </a:extLst>
          </p:cNvPr>
          <p:cNvPicPr>
            <a:picLocks noChangeAspect="1"/>
          </p:cNvPicPr>
          <p:nvPr/>
        </p:nvPicPr>
        <p:blipFill>
          <a:blip r:embed="rId4"/>
          <a:stretch>
            <a:fillRect/>
          </a:stretch>
        </p:blipFill>
        <p:spPr>
          <a:xfrm>
            <a:off x="6553200" y="1361022"/>
            <a:ext cx="4666825" cy="4585154"/>
          </a:xfrm>
          <a:prstGeom prst="rect">
            <a:avLst/>
          </a:prstGeom>
        </p:spPr>
      </p:pic>
    </p:spTree>
    <p:extLst>
      <p:ext uri="{BB962C8B-B14F-4D97-AF65-F5344CB8AC3E}">
        <p14:creationId xmlns:p14="http://schemas.microsoft.com/office/powerpoint/2010/main" val="2459943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3B6A4C79-62F0-4DFD-A156-0F1AB7D26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1" y="0"/>
            <a:ext cx="1219199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F7FF257-5D01-4829-AD0B-B2D6076B3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219134" y="1083854"/>
            <a:ext cx="9747607" cy="727441"/>
          </a:xfrm>
        </p:spPr>
        <p:txBody>
          <a:bodyPr>
            <a:normAutofit fontScale="90000"/>
          </a:bodyPr>
          <a:lstStyle/>
          <a:p>
            <a:pPr algn="ctr">
              <a:lnSpc>
                <a:spcPct val="90000"/>
              </a:lnSpc>
            </a:pPr>
            <a:r>
              <a:rPr lang="en-US" altLang="en-PK" sz="3300" dirty="0">
                <a:solidFill>
                  <a:schemeClr val="tx2"/>
                </a:solidFill>
                <a:ea typeface="ＭＳ Ｐゴシック" panose="020B0600070205080204" pitchFamily="34" charset="-128"/>
              </a:rPr>
              <a:t>Mappings Based on Data Partitioning: Cyclic and Block-Cyclic Distributions</a:t>
            </a:r>
            <a:endParaRPr lang="en-PK" sz="3300" dirty="0">
              <a:solidFill>
                <a:schemeClr val="tx2"/>
              </a:solidFill>
            </a:endParaRPr>
          </a:p>
        </p:txBody>
      </p:sp>
      <p:sp>
        <p:nvSpPr>
          <p:cNvPr id="49" name="Content Placeholder 48">
            <a:extLst>
              <a:ext uri="{FF2B5EF4-FFF2-40B4-BE49-F238E27FC236}">
                <a16:creationId xmlns:a16="http://schemas.microsoft.com/office/drawing/2014/main" id="{F9503DE2-85E0-9088-5FEC-72BB83A3B320}"/>
              </a:ext>
            </a:extLst>
          </p:cNvPr>
          <p:cNvSpPr>
            <a:spLocks noGrp="1"/>
          </p:cNvSpPr>
          <p:nvPr>
            <p:ph idx="1"/>
          </p:nvPr>
        </p:nvSpPr>
        <p:spPr>
          <a:xfrm>
            <a:off x="1142998" y="2041638"/>
            <a:ext cx="4415319" cy="3616504"/>
          </a:xfrm>
        </p:spPr>
        <p:txBody>
          <a:bodyPr>
            <a:normAutofit fontScale="92500" lnSpcReduction="10000"/>
          </a:bodyPr>
          <a:lstStyle/>
          <a:p>
            <a:pPr marL="0" indent="0" algn="just">
              <a:buNone/>
            </a:pPr>
            <a:r>
              <a:rPr lang="en-US" sz="1800" dirty="0">
                <a:solidFill>
                  <a:schemeClr val="tx2"/>
                </a:solidFill>
                <a:latin typeface="Arial" panose="020B0604020202020204" pitchFamily="34" charset="0"/>
                <a:cs typeface="Arial" panose="020B0604020202020204" pitchFamily="34" charset="0"/>
              </a:rPr>
              <a:t>The central idea behind a block-cyclic distribution is to partition an array into many more blocks than the number of available processes. </a:t>
            </a:r>
          </a:p>
          <a:p>
            <a:pPr marL="0" indent="0" algn="just">
              <a:buNone/>
            </a:pPr>
            <a:r>
              <a:rPr lang="en-US" sz="1800" dirty="0">
                <a:solidFill>
                  <a:schemeClr val="tx2"/>
                </a:solidFill>
                <a:latin typeface="Arial" panose="020B0604020202020204" pitchFamily="34" charset="0"/>
                <a:cs typeface="Arial" panose="020B0604020202020204" pitchFamily="34" charset="0"/>
              </a:rPr>
              <a:t>Then we assign the partitions (and the associated tasks) to processes in a round-robin manner so that each process gets several non-adjacent blocks. </a:t>
            </a:r>
          </a:p>
          <a:p>
            <a:pPr marL="0" indent="0" algn="just">
              <a:buNone/>
            </a:pPr>
            <a:r>
              <a:rPr lang="en-US" sz="1800" dirty="0">
                <a:solidFill>
                  <a:schemeClr val="tx2"/>
                </a:solidFill>
                <a:latin typeface="Arial" panose="020B0604020202020204" pitchFamily="34" charset="0"/>
                <a:cs typeface="Arial" panose="020B0604020202020204" pitchFamily="34" charset="0"/>
              </a:rPr>
              <a:t>More precisely, in a one-dimensional block-cyclic distribution of a matrix among p processes, the rows (columns) of an n x n matrix are divided into ap groups of n/(ap).</a:t>
            </a:r>
          </a:p>
          <a:p>
            <a:endParaRPr lang="en-US" sz="1800" dirty="0">
              <a:solidFill>
                <a:schemeClr val="tx2"/>
              </a:solidFill>
            </a:endParaRPr>
          </a:p>
        </p:txBody>
      </p:sp>
      <p:pic>
        <p:nvPicPr>
          <p:cNvPr id="4" name="Picture 3" descr="A grid of squares with numbers">
            <a:extLst>
              <a:ext uri="{FF2B5EF4-FFF2-40B4-BE49-F238E27FC236}">
                <a16:creationId xmlns:a16="http://schemas.microsoft.com/office/drawing/2014/main" id="{F175A0CC-67EE-1CBB-10BD-3523417CAA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9320" y="2041638"/>
            <a:ext cx="5339681" cy="2360868"/>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1411DDA8-C1B0-5E17-DB39-BEAF7B4422DF}"/>
              </a:ext>
            </a:extLst>
          </p:cNvPr>
          <p:cNvSpPr txBox="1"/>
          <p:nvPr/>
        </p:nvSpPr>
        <p:spPr>
          <a:xfrm>
            <a:off x="5709320" y="4632849"/>
            <a:ext cx="5339682" cy="1492716"/>
          </a:xfrm>
          <a:prstGeom prst="rect">
            <a:avLst/>
          </a:prstGeom>
          <a:noFill/>
        </p:spPr>
        <p:txBody>
          <a:bodyPr wrap="square">
            <a:spAutoFit/>
          </a:bodyPr>
          <a:lstStyle/>
          <a:p>
            <a:pPr algn="just"/>
            <a:r>
              <a:rPr lang="en-US" sz="1300" dirty="0">
                <a:cs typeface="Arial" panose="020B0604020202020204" pitchFamily="34" charset="0"/>
              </a:rPr>
              <a:t>Examples of one- and two-dimensional block-cyclic distributions among four processes. (a) The rows of the array are grouped into blocks each consisting of two rows, resulting in eight blocks of rows. These blocks are distributed to four processes in a wraparound fashion. (b) The matrix is blocked into 16 blocks each of size 4 x 4, and it is mapped onto a 2 x 2 grid of processes in a wraparound fashion.</a:t>
            </a:r>
            <a:endParaRPr lang="en-PK" sz="1300" dirty="0">
              <a:cs typeface="Arial" panose="020B0604020202020204" pitchFamily="34" charset="0"/>
            </a:endParaRPr>
          </a:p>
        </p:txBody>
      </p:sp>
    </p:spTree>
    <p:extLst>
      <p:ext uri="{BB962C8B-B14F-4D97-AF65-F5344CB8AC3E}">
        <p14:creationId xmlns:p14="http://schemas.microsoft.com/office/powerpoint/2010/main" val="2814195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3B6A4C79-62F0-4DFD-A156-0F1AB7D26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1" y="0"/>
            <a:ext cx="1219199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F7FF257-5D01-4829-AD0B-B2D6076B3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2999" y="1066800"/>
            <a:ext cx="9624317" cy="1997075"/>
          </a:xfrm>
        </p:spPr>
        <p:txBody>
          <a:bodyPr>
            <a:normAutofit/>
          </a:bodyPr>
          <a:lstStyle/>
          <a:p>
            <a:pPr>
              <a:lnSpc>
                <a:spcPct val="90000"/>
              </a:lnSpc>
            </a:pPr>
            <a:r>
              <a:rPr lang="en-US" altLang="en-PK" sz="3300" dirty="0">
                <a:solidFill>
                  <a:schemeClr val="tx2"/>
                </a:solidFill>
                <a:ea typeface="ＭＳ Ｐゴシック" panose="020B0600070205080204" pitchFamily="34" charset="-128"/>
              </a:rPr>
              <a:t>Mappings Based on Data Partitioning: Randomized Block Distribution</a:t>
            </a:r>
            <a:br>
              <a:rPr lang="en-US" altLang="en-PK" sz="3300" dirty="0">
                <a:solidFill>
                  <a:schemeClr val="tx2"/>
                </a:solidFill>
                <a:ea typeface="ＭＳ Ｐゴシック" panose="020B0600070205080204" pitchFamily="34" charset="-128"/>
              </a:rPr>
            </a:br>
            <a:endParaRPr lang="en-PK" sz="3300" dirty="0">
              <a:solidFill>
                <a:schemeClr val="tx2"/>
              </a:solidFill>
            </a:endParaRPr>
          </a:p>
        </p:txBody>
      </p:sp>
      <p:sp>
        <p:nvSpPr>
          <p:cNvPr id="49" name="Content Placeholder 48">
            <a:extLst>
              <a:ext uri="{FF2B5EF4-FFF2-40B4-BE49-F238E27FC236}">
                <a16:creationId xmlns:a16="http://schemas.microsoft.com/office/drawing/2014/main" id="{F9503DE2-85E0-9088-5FEC-72BB83A3B320}"/>
              </a:ext>
            </a:extLst>
          </p:cNvPr>
          <p:cNvSpPr>
            <a:spLocks noGrp="1"/>
          </p:cNvSpPr>
          <p:nvPr>
            <p:ph idx="1"/>
          </p:nvPr>
        </p:nvSpPr>
        <p:spPr>
          <a:xfrm>
            <a:off x="1139937" y="2569337"/>
            <a:ext cx="4240658" cy="2999874"/>
          </a:xfrm>
        </p:spPr>
        <p:txBody>
          <a:bodyPr>
            <a:normAutofit fontScale="92500" lnSpcReduction="10000"/>
          </a:bodyPr>
          <a:lstStyle/>
          <a:p>
            <a:pPr marL="0" indent="0">
              <a:buNone/>
            </a:pPr>
            <a:r>
              <a:rPr lang="en-US" sz="1800" dirty="0">
                <a:solidFill>
                  <a:schemeClr val="tx1"/>
                </a:solidFill>
                <a:latin typeface="Arial" panose="020B0604020202020204" pitchFamily="34" charset="0"/>
                <a:cs typeface="Arial" panose="020B0604020202020204" pitchFamily="34" charset="0"/>
              </a:rPr>
              <a:t>Just like a block-cyclic distribution, load balance is sought by partitioning the array into many more blocks than the number of available processes.</a:t>
            </a:r>
          </a:p>
          <a:p>
            <a:pPr marL="0" indent="0">
              <a:buNone/>
            </a:pPr>
            <a:r>
              <a:rPr lang="en-US" sz="1800" dirty="0">
                <a:solidFill>
                  <a:schemeClr val="tx1"/>
                </a:solidFill>
                <a:latin typeface="Arial" panose="020B0604020202020204" pitchFamily="34" charset="0"/>
                <a:cs typeface="Arial" panose="020B0604020202020204" pitchFamily="34" charset="0"/>
              </a:rPr>
              <a:t>However, the blocks are uniformly and randomly distributed among the processes.</a:t>
            </a:r>
          </a:p>
          <a:p>
            <a:pPr marL="0" indent="0">
              <a:buNone/>
            </a:pPr>
            <a:r>
              <a:rPr lang="en-US" sz="1800" dirty="0">
                <a:solidFill>
                  <a:schemeClr val="tx1"/>
                </a:solidFill>
                <a:latin typeface="Arial" panose="020B0604020202020204" pitchFamily="34" charset="0"/>
                <a:cs typeface="Arial" panose="020B0604020202020204" pitchFamily="34" charset="0"/>
              </a:rPr>
              <a:t> A one-dimensional randomized block mapping of 12 blocks onto four process (i.e., a = 3) is shown figure. </a:t>
            </a:r>
          </a:p>
          <a:p>
            <a:endParaRPr lang="en-US" sz="1800" dirty="0">
              <a:solidFill>
                <a:schemeClr val="tx2"/>
              </a:solidFill>
            </a:endParaRPr>
          </a:p>
        </p:txBody>
      </p:sp>
      <p:pic>
        <p:nvPicPr>
          <p:cNvPr id="3" name="Picture 2" descr="Text&#10;&#10;Description automatically generated">
            <a:extLst>
              <a:ext uri="{FF2B5EF4-FFF2-40B4-BE49-F238E27FC236}">
                <a16:creationId xmlns:a16="http://schemas.microsoft.com/office/drawing/2014/main" id="{AF392324-909D-9384-BE3B-E7E189004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9784" y="2548109"/>
            <a:ext cx="5585772" cy="299987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39448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Schemes for Static Mapping </a:t>
            </a:r>
            <a:r>
              <a:rPr lang="en-US" sz="2800" b="1" dirty="0" err="1">
                <a:solidFill>
                  <a:schemeClr val="tx2"/>
                </a:solidFill>
                <a:latin typeface="Arial" panose="020B0604020202020204" pitchFamily="34" charset="0"/>
                <a:cs typeface="Arial" panose="020B0604020202020204" pitchFamily="34" charset="0"/>
              </a:rPr>
              <a:t>Cont</a:t>
            </a:r>
            <a:r>
              <a:rPr lang="en-US" sz="2800" b="1" dirty="0">
                <a:solidFill>
                  <a:schemeClr val="tx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867302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400" dirty="0"/>
              <a:t>Mappings Based on Task Partitioning</a:t>
            </a:r>
            <a:br>
              <a:rPr lang="en-US" sz="3400" dirty="0"/>
            </a:br>
            <a:endParaRPr lang="en-PK" sz="3400" dirty="0"/>
          </a:p>
        </p:txBody>
      </p:sp>
      <p:graphicFrame>
        <p:nvGraphicFramePr>
          <p:cNvPr id="36" name="Rectangle 3">
            <a:extLst>
              <a:ext uri="{FF2B5EF4-FFF2-40B4-BE49-F238E27FC236}">
                <a16:creationId xmlns:a16="http://schemas.microsoft.com/office/drawing/2014/main" id="{9509EAEB-9CD4-B327-A57E-BAF68F052D6E}"/>
              </a:ext>
            </a:extLst>
          </p:cNvPr>
          <p:cNvGraphicFramePr>
            <a:graphicFrameLocks noGrp="1"/>
          </p:cNvGraphicFramePr>
          <p:nvPr>
            <p:ph idx="1"/>
            <p:extLst>
              <p:ext uri="{D42A27DB-BD31-4B8C-83A1-F6EECF244321}">
                <p14:modId xmlns:p14="http://schemas.microsoft.com/office/powerpoint/2010/main" val="131552417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58551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4" name="Rectangle 57">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86992"/>
            <a:ext cx="4953000" cy="1664573"/>
          </a:xfrm>
        </p:spPr>
        <p:txBody>
          <a:bodyPr>
            <a:normAutofit/>
          </a:bodyPr>
          <a:lstStyle/>
          <a:p>
            <a:pPr>
              <a:lnSpc>
                <a:spcPct val="90000"/>
              </a:lnSpc>
            </a:pPr>
            <a:r>
              <a:rPr lang="en-US" altLang="en-PK" sz="2800">
                <a:ea typeface="ＭＳ Ｐゴシック" panose="020B0600070205080204" pitchFamily="34" charset="-128"/>
              </a:rPr>
              <a:t>Mappings Based on Task Partitioning: Mapping a Binary Tree Dependency Graph</a:t>
            </a:r>
            <a:endParaRPr lang="en-PK" sz="280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838200" y="2411653"/>
            <a:ext cx="4952681" cy="3728613"/>
          </a:xfrm>
        </p:spPr>
        <p:txBody>
          <a:bodyPr>
            <a:normAutofit/>
          </a:bodyPr>
          <a:lstStyle/>
          <a:p>
            <a:pPr marL="0" indent="0" eaLnBrk="1" hangingPunct="1">
              <a:buNone/>
            </a:pPr>
            <a:r>
              <a:rPr lang="en-US" altLang="en-PK" sz="1800" dirty="0">
                <a:latin typeface="Arial" panose="020B0604020202020204" pitchFamily="34" charset="0"/>
                <a:ea typeface="ＭＳ Ｐゴシック" panose="020B0600070205080204" pitchFamily="34" charset="-128"/>
                <a:cs typeface="Arial" panose="020B0604020202020204" pitchFamily="34" charset="0"/>
              </a:rPr>
              <a:t>Example illustrates the dependency graph of one view of quick-sort and how it can be assigned to processes in a hypercube.</a:t>
            </a:r>
          </a:p>
        </p:txBody>
      </p:sp>
      <p:pic>
        <p:nvPicPr>
          <p:cNvPr id="7" name="Picture 6" descr="Diagram&#10;&#10;Description automatically generated">
            <a:extLst>
              <a:ext uri="{FF2B5EF4-FFF2-40B4-BE49-F238E27FC236}">
                <a16:creationId xmlns:a16="http://schemas.microsoft.com/office/drawing/2014/main" id="{E538BEBC-B869-242D-F22F-24841A44A8F6}"/>
              </a:ext>
            </a:extLst>
          </p:cNvPr>
          <p:cNvPicPr>
            <a:picLocks noChangeAspect="1"/>
          </p:cNvPicPr>
          <p:nvPr/>
        </p:nvPicPr>
        <p:blipFill rotWithShape="1">
          <a:blip r:embed="rId4">
            <a:extLst>
              <a:ext uri="{28A0092B-C50C-407E-A947-70E740481C1C}">
                <a14:useLocalDpi xmlns:a14="http://schemas.microsoft.com/office/drawing/2010/main" val="0"/>
              </a:ext>
            </a:extLst>
          </a:blip>
          <a:srcRect t="26836"/>
          <a:stretch/>
        </p:blipFill>
        <p:spPr>
          <a:xfrm>
            <a:off x="7083550" y="2085654"/>
            <a:ext cx="4793225" cy="32671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576345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4" name="Rectangle 57">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86992"/>
            <a:ext cx="4953000" cy="1664573"/>
          </a:xfrm>
        </p:spPr>
        <p:txBody>
          <a:bodyPr>
            <a:normAutofit/>
          </a:bodyPr>
          <a:lstStyle/>
          <a:p>
            <a:pPr algn="ctr">
              <a:lnSpc>
                <a:spcPct val="90000"/>
              </a:lnSpc>
            </a:pPr>
            <a:r>
              <a:rPr lang="en-US" altLang="en-PK" sz="2800" dirty="0">
                <a:ea typeface="ＭＳ Ｐゴシック" panose="020B0600070205080204" pitchFamily="34" charset="-128"/>
              </a:rPr>
              <a:t>Mappings Based on Task Partitioning: Mapping a Sparse Graph </a:t>
            </a:r>
            <a:endParaRPr lang="en-PK" sz="2800"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838200" y="2411653"/>
            <a:ext cx="4952681" cy="3728613"/>
          </a:xfrm>
        </p:spPr>
        <p:txBody>
          <a:bodyPr>
            <a:normAutofit/>
          </a:bodyPr>
          <a:lstStyle/>
          <a:p>
            <a:pPr marL="0" indent="0" eaLnBrk="1" hangingPunct="1">
              <a:buNone/>
            </a:pPr>
            <a:r>
              <a:rPr lang="en-US" altLang="en-PK" sz="1800" dirty="0">
                <a:latin typeface="Arial" panose="020B0604020202020204" pitchFamily="34" charset="0"/>
                <a:ea typeface="ＭＳ Ｐゴシック" panose="020B0600070205080204" pitchFamily="34" charset="-128"/>
                <a:cs typeface="Arial" panose="020B0604020202020204" pitchFamily="34" charset="0"/>
              </a:rPr>
              <a:t>Reducing interaction overhead in sparse matrix-vector multiplication by partitioning the task-interaction graph.</a:t>
            </a:r>
          </a:p>
        </p:txBody>
      </p:sp>
      <p:pic>
        <p:nvPicPr>
          <p:cNvPr id="5" name="Picture 4" descr="Chart, radar chart&#10;&#10;Description automatically generated">
            <a:extLst>
              <a:ext uri="{FF2B5EF4-FFF2-40B4-BE49-F238E27FC236}">
                <a16:creationId xmlns:a16="http://schemas.microsoft.com/office/drawing/2014/main" id="{3607A2A9-C432-0ECB-A0E7-12F45E09C49B}"/>
              </a:ext>
            </a:extLst>
          </p:cNvPr>
          <p:cNvPicPr>
            <a:picLocks noChangeAspect="1"/>
          </p:cNvPicPr>
          <p:nvPr/>
        </p:nvPicPr>
        <p:blipFill rotWithShape="1">
          <a:blip r:embed="rId4">
            <a:extLst>
              <a:ext uri="{28A0092B-C50C-407E-A947-70E740481C1C}">
                <a14:useLocalDpi xmlns:a14="http://schemas.microsoft.com/office/drawing/2010/main" val="0"/>
              </a:ext>
            </a:extLst>
          </a:blip>
          <a:srcRect t="12833"/>
          <a:stretch/>
        </p:blipFill>
        <p:spPr>
          <a:xfrm>
            <a:off x="6626033" y="1897944"/>
            <a:ext cx="5300457" cy="372861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184404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85863" y="370726"/>
            <a:ext cx="10003218" cy="1600124"/>
          </a:xfrm>
        </p:spPr>
        <p:txBody>
          <a:bodyPr>
            <a:normAutofit/>
          </a:bodyPr>
          <a:lstStyle/>
          <a:p>
            <a:r>
              <a:rPr lang="en-US" dirty="0"/>
              <a:t>Hierarchical Mappings</a:t>
            </a:r>
            <a:br>
              <a:rPr lang="en-US" dirty="0"/>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0"/>
            <a:ext cx="8796337" cy="3052281"/>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 hierarchical mapping can have many layers and different </a:t>
            </a:r>
            <a:r>
              <a:rPr lang="en-US" altLang="en-PK" u="sng" dirty="0">
                <a:solidFill>
                  <a:srgbClr val="0033CC"/>
                </a:solidFill>
                <a:latin typeface="Arial" panose="020B0604020202020204" pitchFamily="34" charset="0"/>
                <a:ea typeface="ＭＳ Ｐゴシック" panose="020B0600070205080204" pitchFamily="34" charset="-128"/>
                <a:cs typeface="Arial" panose="020B0604020202020204" pitchFamily="34" charset="0"/>
              </a:rPr>
              <a:t>decomposition and mapping techniques </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may be suitable for </a:t>
            </a:r>
            <a:r>
              <a:rPr lang="en-US" altLang="en-PK" dirty="0">
                <a:solidFill>
                  <a:srgbClr val="C00000"/>
                </a:solidFill>
                <a:latin typeface="Arial" panose="020B0604020202020204" pitchFamily="34" charset="0"/>
                <a:ea typeface="ＭＳ Ｐゴシック" panose="020B0600070205080204" pitchFamily="34" charset="-128"/>
                <a:cs typeface="Arial" panose="020B0604020202020204" pitchFamily="34" charset="0"/>
              </a:rPr>
              <a:t>different layers</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2616894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0"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61" name="Picture 5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r>
              <a:rPr lang="en-US" altLang="en-PK">
                <a:solidFill>
                  <a:schemeClr val="tx2"/>
                </a:solidFill>
                <a:ea typeface="ＭＳ Ｐゴシック" panose="020B0600070205080204" pitchFamily="34" charset="-128"/>
              </a:rPr>
              <a:t>Hierarchical Mappings Cont…</a:t>
            </a:r>
            <a:endParaRPr lang="en-PK" dirty="0">
              <a:solidFill>
                <a:schemeClr val="tx2"/>
              </a:solidFill>
            </a:endParaRPr>
          </a:p>
        </p:txBody>
      </p:sp>
      <p:pic>
        <p:nvPicPr>
          <p:cNvPr id="62" name="Picture 5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63" name="Rectangle 3">
            <a:extLst>
              <a:ext uri="{FF2B5EF4-FFF2-40B4-BE49-F238E27FC236}">
                <a16:creationId xmlns:a16="http://schemas.microsoft.com/office/drawing/2014/main" id="{BB2C9385-EEC3-35E0-9355-C36E5309F8C5}"/>
              </a:ext>
            </a:extLst>
          </p:cNvPr>
          <p:cNvGraphicFramePr>
            <a:graphicFrameLocks noGrp="1"/>
          </p:cNvGraphicFramePr>
          <p:nvPr>
            <p:ph idx="1"/>
            <p:extLst>
              <p:ext uri="{D42A27DB-BD31-4B8C-83A1-F6EECF244321}">
                <p14:modId xmlns:p14="http://schemas.microsoft.com/office/powerpoint/2010/main" val="102984259"/>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407986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a:bodyPr>
          <a:lstStyle/>
          <a:p>
            <a:r>
              <a:rPr lang="en-US" altLang="en-PK" dirty="0">
                <a:solidFill>
                  <a:schemeClr val="tx2"/>
                </a:solidFill>
                <a:ea typeface="ＭＳ Ｐゴシック" panose="020B0600070205080204" pitchFamily="34" charset="-128"/>
              </a:rPr>
              <a:t>Hierarchical Mappings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503681" y="1857374"/>
            <a:ext cx="9669598" cy="5098413"/>
          </a:xfrm>
        </p:spPr>
        <p:txBody>
          <a:bodyPr anchor="b">
            <a:normAutofit/>
          </a:bodyPr>
          <a:lstStyle/>
          <a:p>
            <a:pPr marL="0" indent="0" algn="ctr" eaLnBrk="1" hangingPunct="1">
              <a:buNone/>
            </a:pPr>
            <a:r>
              <a:rPr lang="en-US" altLang="en-PK" sz="18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An example of hierarchical mapping of a task-dependency graph. Each node represented by an array is a supertask. The partitioning of the arrays represents subtasks, which are mapped onto eight processes.</a:t>
            </a:r>
          </a:p>
          <a:p>
            <a:pPr marL="0" indent="0" eaLnBrk="1" hangingPunct="1">
              <a:buNone/>
            </a:pPr>
            <a:endParaRPr lang="en-US" altLang="en-PK" sz="1800"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1026" name="Picture 2">
            <a:extLst>
              <a:ext uri="{FF2B5EF4-FFF2-40B4-BE49-F238E27FC236}">
                <a16:creationId xmlns:a16="http://schemas.microsoft.com/office/drawing/2014/main" id="{C5D501CC-4BF0-7DFD-4AB5-1288C79AAB4E}"/>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1160980" y="1589990"/>
            <a:ext cx="10483331" cy="3678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25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Dynamic Mapping for Load Balancing</a:t>
            </a:r>
          </a:p>
        </p:txBody>
      </p:sp>
    </p:spTree>
    <p:extLst>
      <p:ext uri="{BB962C8B-B14F-4D97-AF65-F5344CB8AC3E}">
        <p14:creationId xmlns:p14="http://schemas.microsoft.com/office/powerpoint/2010/main" val="2090081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322093643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554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fontScale="90000"/>
          </a:bodyPr>
          <a:lstStyle/>
          <a:p>
            <a:r>
              <a:rPr lang="en-US" dirty="0"/>
              <a:t>Dynamic Mapping for Load Balancing</a:t>
            </a:r>
            <a:br>
              <a:rPr lang="en-US" dirty="0"/>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1"/>
            <a:ext cx="8796337" cy="3504344"/>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“Dynamic mapping techniques distribute the work among processes</a:t>
            </a:r>
          </a:p>
          <a:p>
            <a:pPr marL="0" indent="0" algn="ctr" eaLnBrk="1" hangingPunct="1">
              <a:buNone/>
            </a:pPr>
            <a:r>
              <a:rPr lang="en-US" altLang="en-PK" u="sng" dirty="0">
                <a:solidFill>
                  <a:srgbClr val="0033CC"/>
                </a:solidFill>
                <a:latin typeface="Arial" panose="020B0604020202020204" pitchFamily="34" charset="0"/>
                <a:ea typeface="ＭＳ Ｐゴシック" panose="020B0600070205080204" pitchFamily="34" charset="-128"/>
                <a:cs typeface="Arial" panose="020B0604020202020204" pitchFamily="34" charset="0"/>
              </a:rPr>
              <a:t>during the execution </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of the algorithm.”</a:t>
            </a:r>
          </a:p>
        </p:txBody>
      </p:sp>
    </p:spTree>
    <p:extLst>
      <p:ext uri="{BB962C8B-B14F-4D97-AF65-F5344CB8AC3E}">
        <p14:creationId xmlns:p14="http://schemas.microsoft.com/office/powerpoint/2010/main" val="3969959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364733"/>
            <a:ext cx="9816100" cy="1102117"/>
          </a:xfrm>
        </p:spPr>
        <p:txBody>
          <a:bodyPr anchor="t">
            <a:normAutofit fontScale="90000"/>
          </a:bodyPr>
          <a:lstStyle/>
          <a:p>
            <a:r>
              <a:rPr lang="en-US" altLang="en-PK" dirty="0">
                <a:solidFill>
                  <a:schemeClr val="tx2"/>
                </a:solidFill>
                <a:ea typeface="ＭＳ Ｐゴシック" panose="020B0600070205080204" pitchFamily="34" charset="-128"/>
              </a:rPr>
              <a:t>Dynamic Mapping for Load Balancing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5" name="Content Placeholder 4">
            <a:extLst>
              <a:ext uri="{FF2B5EF4-FFF2-40B4-BE49-F238E27FC236}">
                <a16:creationId xmlns:a16="http://schemas.microsoft.com/office/drawing/2014/main" id="{5EB7DDFF-F5D0-4E69-6B19-EF84770103C6}"/>
              </a:ext>
            </a:extLst>
          </p:cNvPr>
          <p:cNvGraphicFramePr>
            <a:graphicFrameLocks noGrp="1"/>
          </p:cNvGraphicFramePr>
          <p:nvPr>
            <p:ph idx="1"/>
            <p:extLst>
              <p:ext uri="{D42A27DB-BD31-4B8C-83A1-F6EECF244321}">
                <p14:modId xmlns:p14="http://schemas.microsoft.com/office/powerpoint/2010/main" val="1001035785"/>
              </p:ext>
            </p:extLst>
          </p:nvPr>
        </p:nvGraphicFramePr>
        <p:xfrm>
          <a:off x="1479479" y="1857375"/>
          <a:ext cx="9935110" cy="463589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86173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541421" y="637674"/>
            <a:ext cx="10659979" cy="926431"/>
          </a:xfrm>
        </p:spPr>
        <p:txBody>
          <a:bodyPr>
            <a:normAutofit fontScale="90000"/>
          </a:bodyPr>
          <a:lstStyle/>
          <a:p>
            <a:r>
              <a:rPr lang="en-US" altLang="en-PK" dirty="0">
                <a:ea typeface="ＭＳ Ｐゴシック" panose="020B0600070205080204" pitchFamily="34" charset="-128"/>
              </a:rPr>
              <a:t>Advantages of Dynamic Mapping</a:t>
            </a:r>
            <a:br>
              <a:rPr lang="en-US" altLang="en-PK" dirty="0">
                <a:ea typeface="ＭＳ Ｐゴシック" panose="020B0600070205080204" pitchFamily="34" charset="-128"/>
              </a:rPr>
            </a:br>
            <a:endParaRPr lang="en-PK" dirty="0"/>
          </a:p>
        </p:txBody>
      </p:sp>
      <p:graphicFrame>
        <p:nvGraphicFramePr>
          <p:cNvPr id="36" name="Rectangle 3">
            <a:extLst>
              <a:ext uri="{FF2B5EF4-FFF2-40B4-BE49-F238E27FC236}">
                <a16:creationId xmlns:a16="http://schemas.microsoft.com/office/drawing/2014/main" id="{B9DC0AC1-37D2-DD11-0CD6-36ABC7780788}"/>
              </a:ext>
            </a:extLst>
          </p:cNvPr>
          <p:cNvGraphicFramePr>
            <a:graphicFrameLocks noGrp="1"/>
          </p:cNvGraphicFramePr>
          <p:nvPr>
            <p:ph idx="1"/>
            <p:extLst>
              <p:ext uri="{D42A27DB-BD31-4B8C-83A1-F6EECF244321}">
                <p14:modId xmlns:p14="http://schemas.microsoft.com/office/powerpoint/2010/main" val="3033403699"/>
              </p:ext>
            </p:extLst>
          </p:nvPr>
        </p:nvGraphicFramePr>
        <p:xfrm>
          <a:off x="872289" y="2003258"/>
          <a:ext cx="9998241" cy="50771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8778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CCD44DEE-AF87-4998-B3EB-17B3A1CD1B08}"/>
                                            </p:graphicEl>
                                          </p:spTgt>
                                        </p:tgtEl>
                                        <p:attrNameLst>
                                          <p:attrName>style.visibility</p:attrName>
                                        </p:attrNameLst>
                                      </p:cBhvr>
                                      <p:to>
                                        <p:strVal val="visible"/>
                                      </p:to>
                                    </p:set>
                                    <p:anim calcmode="lin" valueType="num">
                                      <p:cBhvr additive="base">
                                        <p:cTn id="7" dur="500" fill="hold"/>
                                        <p:tgtEl>
                                          <p:spTgt spid="36">
                                            <p:graphicEl>
                                              <a:dgm id="{CCD44DEE-AF87-4998-B3EB-17B3A1CD1B0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CCD44DEE-AF87-4998-B3EB-17B3A1CD1B0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43B83A25-F892-485E-B5BC-EED0CFD5C495}"/>
                                            </p:graphicEl>
                                          </p:spTgt>
                                        </p:tgtEl>
                                        <p:attrNameLst>
                                          <p:attrName>style.visibility</p:attrName>
                                        </p:attrNameLst>
                                      </p:cBhvr>
                                      <p:to>
                                        <p:strVal val="visible"/>
                                      </p:to>
                                    </p:set>
                                    <p:anim calcmode="lin" valueType="num">
                                      <p:cBhvr additive="base">
                                        <p:cTn id="11" dur="500" fill="hold"/>
                                        <p:tgtEl>
                                          <p:spTgt spid="36">
                                            <p:graphicEl>
                                              <a:dgm id="{43B83A25-F892-485E-B5BC-EED0CFD5C49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43B83A25-F892-485E-B5BC-EED0CFD5C495}"/>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55ACCC41-4C37-4411-87BE-5B0AB9B2FCD6}"/>
                                            </p:graphicEl>
                                          </p:spTgt>
                                        </p:tgtEl>
                                        <p:attrNameLst>
                                          <p:attrName>style.visibility</p:attrName>
                                        </p:attrNameLst>
                                      </p:cBhvr>
                                      <p:to>
                                        <p:strVal val="visible"/>
                                      </p:to>
                                    </p:set>
                                    <p:anim calcmode="lin" valueType="num">
                                      <p:cBhvr additive="base">
                                        <p:cTn id="17" dur="500" fill="hold"/>
                                        <p:tgtEl>
                                          <p:spTgt spid="36">
                                            <p:graphicEl>
                                              <a:dgm id="{55ACCC41-4C37-4411-87BE-5B0AB9B2FCD6}"/>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55ACCC41-4C37-4411-87BE-5B0AB9B2FCD6}"/>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9CEC187E-E9E5-42CC-8709-A9AE68C80F1F}"/>
                                            </p:graphicEl>
                                          </p:spTgt>
                                        </p:tgtEl>
                                        <p:attrNameLst>
                                          <p:attrName>style.visibility</p:attrName>
                                        </p:attrNameLst>
                                      </p:cBhvr>
                                      <p:to>
                                        <p:strVal val="visible"/>
                                      </p:to>
                                    </p:set>
                                    <p:anim calcmode="lin" valueType="num">
                                      <p:cBhvr additive="base">
                                        <p:cTn id="21" dur="500" fill="hold"/>
                                        <p:tgtEl>
                                          <p:spTgt spid="36">
                                            <p:graphicEl>
                                              <a:dgm id="{9CEC187E-E9E5-42CC-8709-A9AE68C80F1F}"/>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9CEC187E-E9E5-42CC-8709-A9AE68C80F1F}"/>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7A4D1DCA-ED6A-44D0-AAFB-8A6F93EE90B5}"/>
                                            </p:graphicEl>
                                          </p:spTgt>
                                        </p:tgtEl>
                                        <p:attrNameLst>
                                          <p:attrName>style.visibility</p:attrName>
                                        </p:attrNameLst>
                                      </p:cBhvr>
                                      <p:to>
                                        <p:strVal val="visible"/>
                                      </p:to>
                                    </p:set>
                                    <p:anim calcmode="lin" valueType="num">
                                      <p:cBhvr additive="base">
                                        <p:cTn id="27" dur="500" fill="hold"/>
                                        <p:tgtEl>
                                          <p:spTgt spid="36">
                                            <p:graphicEl>
                                              <a:dgm id="{7A4D1DCA-ED6A-44D0-AAFB-8A6F93EE90B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7A4D1DCA-ED6A-44D0-AAFB-8A6F93EE90B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3E06C162-D2D6-45A8-B89B-AC15A42CF712}"/>
                                            </p:graphicEl>
                                          </p:spTgt>
                                        </p:tgtEl>
                                        <p:attrNameLst>
                                          <p:attrName>style.visibility</p:attrName>
                                        </p:attrNameLst>
                                      </p:cBhvr>
                                      <p:to>
                                        <p:strVal val="visible"/>
                                      </p:to>
                                    </p:set>
                                    <p:anim calcmode="lin" valueType="num">
                                      <p:cBhvr additive="base">
                                        <p:cTn id="31" dur="500" fill="hold"/>
                                        <p:tgtEl>
                                          <p:spTgt spid="36">
                                            <p:graphicEl>
                                              <a:dgm id="{3E06C162-D2D6-45A8-B89B-AC15A42CF712}"/>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3E06C162-D2D6-45A8-B89B-AC15A42CF712}"/>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
                                            <p:graphicEl>
                                              <a:dgm id="{795075DE-4FA4-4C09-AFC5-685F19278564}"/>
                                            </p:graphicEl>
                                          </p:spTgt>
                                        </p:tgtEl>
                                        <p:attrNameLst>
                                          <p:attrName>style.visibility</p:attrName>
                                        </p:attrNameLst>
                                      </p:cBhvr>
                                      <p:to>
                                        <p:strVal val="visible"/>
                                      </p:to>
                                    </p:set>
                                    <p:anim calcmode="lin" valueType="num">
                                      <p:cBhvr additive="base">
                                        <p:cTn id="37" dur="500" fill="hold"/>
                                        <p:tgtEl>
                                          <p:spTgt spid="36">
                                            <p:graphicEl>
                                              <a:dgm id="{795075DE-4FA4-4C09-AFC5-685F19278564}"/>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
                                            <p:graphicEl>
                                              <a:dgm id="{795075DE-4FA4-4C09-AFC5-685F19278564}"/>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6">
                                            <p:graphicEl>
                                              <a:dgm id="{CBC5A6EB-B938-4DCB-811A-9A435139B651}"/>
                                            </p:graphicEl>
                                          </p:spTgt>
                                        </p:tgtEl>
                                        <p:attrNameLst>
                                          <p:attrName>style.visibility</p:attrName>
                                        </p:attrNameLst>
                                      </p:cBhvr>
                                      <p:to>
                                        <p:strVal val="visible"/>
                                      </p:to>
                                    </p:set>
                                    <p:anim calcmode="lin" valueType="num">
                                      <p:cBhvr additive="base">
                                        <p:cTn id="41" dur="500" fill="hold"/>
                                        <p:tgtEl>
                                          <p:spTgt spid="36">
                                            <p:graphicEl>
                                              <a:dgm id="{CBC5A6EB-B938-4DCB-811A-9A435139B651}"/>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36">
                                            <p:graphicEl>
                                              <a:dgm id="{CBC5A6EB-B938-4DCB-811A-9A435139B65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505326" y="681036"/>
            <a:ext cx="10696074" cy="1152527"/>
          </a:xfrm>
        </p:spPr>
        <p:txBody>
          <a:bodyPr>
            <a:normAutofit fontScale="90000"/>
          </a:bodyPr>
          <a:lstStyle/>
          <a:p>
            <a:r>
              <a:rPr lang="en-US" altLang="en-PK" dirty="0">
                <a:ea typeface="ＭＳ Ｐゴシック" panose="020B0600070205080204" pitchFamily="34" charset="-128"/>
              </a:rPr>
              <a:t>Disadvantages of Dynamic Mapping</a:t>
            </a:r>
            <a:br>
              <a:rPr lang="en-US" altLang="en-PK" dirty="0">
                <a:ea typeface="ＭＳ Ｐゴシック" panose="020B0600070205080204" pitchFamily="34" charset="-128"/>
              </a:rPr>
            </a:br>
            <a:endParaRPr lang="en-PK" dirty="0"/>
          </a:p>
        </p:txBody>
      </p:sp>
      <p:graphicFrame>
        <p:nvGraphicFramePr>
          <p:cNvPr id="36" name="Rectangle 3">
            <a:extLst>
              <a:ext uri="{FF2B5EF4-FFF2-40B4-BE49-F238E27FC236}">
                <a16:creationId xmlns:a16="http://schemas.microsoft.com/office/drawing/2014/main" id="{B9DC0AC1-37D2-DD11-0CD6-36ABC7780788}"/>
              </a:ext>
            </a:extLst>
          </p:cNvPr>
          <p:cNvGraphicFramePr>
            <a:graphicFrameLocks noGrp="1"/>
          </p:cNvGraphicFramePr>
          <p:nvPr>
            <p:ph idx="1"/>
            <p:extLst>
              <p:ext uri="{D42A27DB-BD31-4B8C-83A1-F6EECF244321}">
                <p14:modId xmlns:p14="http://schemas.microsoft.com/office/powerpoint/2010/main" val="1961047287"/>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84043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CCD44DEE-AF87-4998-B3EB-17B3A1CD1B08}"/>
                                            </p:graphicEl>
                                          </p:spTgt>
                                        </p:tgtEl>
                                        <p:attrNameLst>
                                          <p:attrName>style.visibility</p:attrName>
                                        </p:attrNameLst>
                                      </p:cBhvr>
                                      <p:to>
                                        <p:strVal val="visible"/>
                                      </p:to>
                                    </p:set>
                                    <p:anim calcmode="lin" valueType="num">
                                      <p:cBhvr additive="base">
                                        <p:cTn id="7" dur="500" fill="hold"/>
                                        <p:tgtEl>
                                          <p:spTgt spid="36">
                                            <p:graphicEl>
                                              <a:dgm id="{CCD44DEE-AF87-4998-B3EB-17B3A1CD1B0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CCD44DEE-AF87-4998-B3EB-17B3A1CD1B0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43B83A25-F892-485E-B5BC-EED0CFD5C495}"/>
                                            </p:graphicEl>
                                          </p:spTgt>
                                        </p:tgtEl>
                                        <p:attrNameLst>
                                          <p:attrName>style.visibility</p:attrName>
                                        </p:attrNameLst>
                                      </p:cBhvr>
                                      <p:to>
                                        <p:strVal val="visible"/>
                                      </p:to>
                                    </p:set>
                                    <p:anim calcmode="lin" valueType="num">
                                      <p:cBhvr additive="base">
                                        <p:cTn id="11" dur="500" fill="hold"/>
                                        <p:tgtEl>
                                          <p:spTgt spid="36">
                                            <p:graphicEl>
                                              <a:dgm id="{43B83A25-F892-485E-B5BC-EED0CFD5C49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43B83A25-F892-485E-B5BC-EED0CFD5C495}"/>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59710026-4909-4B24-858E-40BA65BF8B60}"/>
                                            </p:graphicEl>
                                          </p:spTgt>
                                        </p:tgtEl>
                                        <p:attrNameLst>
                                          <p:attrName>style.visibility</p:attrName>
                                        </p:attrNameLst>
                                      </p:cBhvr>
                                      <p:to>
                                        <p:strVal val="visible"/>
                                      </p:to>
                                    </p:set>
                                    <p:anim calcmode="lin" valueType="num">
                                      <p:cBhvr additive="base">
                                        <p:cTn id="17" dur="500" fill="hold"/>
                                        <p:tgtEl>
                                          <p:spTgt spid="36">
                                            <p:graphicEl>
                                              <a:dgm id="{59710026-4909-4B24-858E-40BA65BF8B60}"/>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59710026-4909-4B24-858E-40BA65BF8B60}"/>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3A4C2D2F-5445-43D4-942B-38766AD5A895}"/>
                                            </p:graphicEl>
                                          </p:spTgt>
                                        </p:tgtEl>
                                        <p:attrNameLst>
                                          <p:attrName>style.visibility</p:attrName>
                                        </p:attrNameLst>
                                      </p:cBhvr>
                                      <p:to>
                                        <p:strVal val="visible"/>
                                      </p:to>
                                    </p:set>
                                    <p:anim calcmode="lin" valueType="num">
                                      <p:cBhvr additive="base">
                                        <p:cTn id="21" dur="500" fill="hold"/>
                                        <p:tgtEl>
                                          <p:spTgt spid="36">
                                            <p:graphicEl>
                                              <a:dgm id="{3A4C2D2F-5445-43D4-942B-38766AD5A895}"/>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3A4C2D2F-5445-43D4-942B-38766AD5A895}"/>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F3027367-2D5B-4BA5-931D-7A9BE6ACE2BD}"/>
                                            </p:graphicEl>
                                          </p:spTgt>
                                        </p:tgtEl>
                                        <p:attrNameLst>
                                          <p:attrName>style.visibility</p:attrName>
                                        </p:attrNameLst>
                                      </p:cBhvr>
                                      <p:to>
                                        <p:strVal val="visible"/>
                                      </p:to>
                                    </p:set>
                                    <p:anim calcmode="lin" valueType="num">
                                      <p:cBhvr additive="base">
                                        <p:cTn id="27" dur="500" fill="hold"/>
                                        <p:tgtEl>
                                          <p:spTgt spid="36">
                                            <p:graphicEl>
                                              <a:dgm id="{F3027367-2D5B-4BA5-931D-7A9BE6ACE2BD}"/>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F3027367-2D5B-4BA5-931D-7A9BE6ACE2BD}"/>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65DAD3C8-40B9-45E6-AB1C-946709C4C7A6}"/>
                                            </p:graphicEl>
                                          </p:spTgt>
                                        </p:tgtEl>
                                        <p:attrNameLst>
                                          <p:attrName>style.visibility</p:attrName>
                                        </p:attrNameLst>
                                      </p:cBhvr>
                                      <p:to>
                                        <p:strVal val="visible"/>
                                      </p:to>
                                    </p:set>
                                    <p:anim calcmode="lin" valueType="num">
                                      <p:cBhvr additive="base">
                                        <p:cTn id="31" dur="500" fill="hold"/>
                                        <p:tgtEl>
                                          <p:spTgt spid="36">
                                            <p:graphicEl>
                                              <a:dgm id="{65DAD3C8-40B9-45E6-AB1C-946709C4C7A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65DAD3C8-40B9-45E6-AB1C-946709C4C7A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Schemes for Dynamic Mapping</a:t>
            </a:r>
          </a:p>
        </p:txBody>
      </p:sp>
    </p:spTree>
    <p:extLst>
      <p:ext uri="{BB962C8B-B14F-4D97-AF65-F5344CB8AC3E}">
        <p14:creationId xmlns:p14="http://schemas.microsoft.com/office/powerpoint/2010/main" val="1576886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91054745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53706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1752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7" name="Rectangle 56">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7" y="0"/>
            <a:ext cx="12191999" cy="2217528"/>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pPr>
              <a:lnSpc>
                <a:spcPct val="90000"/>
              </a:lnSpc>
            </a:pPr>
            <a:r>
              <a:rPr lang="en-US" sz="3700" dirty="0"/>
              <a:t>Schemes for Dynamic Mapping</a:t>
            </a:r>
            <a:br>
              <a:rPr lang="en-US" sz="3700" dirty="0"/>
            </a:br>
            <a:endParaRPr lang="en-PK" sz="3700" dirty="0"/>
          </a:p>
        </p:txBody>
      </p:sp>
      <p:graphicFrame>
        <p:nvGraphicFramePr>
          <p:cNvPr id="36" name="Rectangle 3">
            <a:extLst>
              <a:ext uri="{FF2B5EF4-FFF2-40B4-BE49-F238E27FC236}">
                <a16:creationId xmlns:a16="http://schemas.microsoft.com/office/drawing/2014/main" id="{F10E6C9A-91C6-D11C-812A-8FE3B9A39FA6}"/>
              </a:ext>
            </a:extLst>
          </p:cNvPr>
          <p:cNvGraphicFramePr>
            <a:graphicFrameLocks noGrp="1"/>
          </p:cNvGraphicFramePr>
          <p:nvPr>
            <p:ph idx="1"/>
            <p:extLst>
              <p:ext uri="{D42A27DB-BD31-4B8C-83A1-F6EECF244321}">
                <p14:modId xmlns:p14="http://schemas.microsoft.com/office/powerpoint/2010/main" val="1108809409"/>
              </p:ext>
            </p:extLst>
          </p:nvPr>
        </p:nvGraphicFramePr>
        <p:xfrm>
          <a:off x="308225" y="2506894"/>
          <a:ext cx="11116638" cy="39701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8942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72198FEF-EF92-42FC-AD21-E256B544D34C}"/>
                                            </p:graphicEl>
                                          </p:spTgt>
                                        </p:tgtEl>
                                        <p:attrNameLst>
                                          <p:attrName>style.visibility</p:attrName>
                                        </p:attrNameLst>
                                      </p:cBhvr>
                                      <p:to>
                                        <p:strVal val="visible"/>
                                      </p:to>
                                    </p:set>
                                    <p:anim calcmode="lin" valueType="num">
                                      <p:cBhvr additive="base">
                                        <p:cTn id="7" dur="500" fill="hold"/>
                                        <p:tgtEl>
                                          <p:spTgt spid="36">
                                            <p:graphicEl>
                                              <a:dgm id="{72198FEF-EF92-42FC-AD21-E256B544D34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72198FEF-EF92-42FC-AD21-E256B544D34C}"/>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37914C04-BCD0-4A8A-B41E-9A93EBF8329E}"/>
                                            </p:graphicEl>
                                          </p:spTgt>
                                        </p:tgtEl>
                                        <p:attrNameLst>
                                          <p:attrName>style.visibility</p:attrName>
                                        </p:attrNameLst>
                                      </p:cBhvr>
                                      <p:to>
                                        <p:strVal val="visible"/>
                                      </p:to>
                                    </p:set>
                                    <p:anim calcmode="lin" valueType="num">
                                      <p:cBhvr additive="base">
                                        <p:cTn id="11" dur="500" fill="hold"/>
                                        <p:tgtEl>
                                          <p:spTgt spid="36">
                                            <p:graphicEl>
                                              <a:dgm id="{37914C04-BCD0-4A8A-B41E-9A93EBF8329E}"/>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37914C04-BCD0-4A8A-B41E-9A93EBF8329E}"/>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2DE5CB73-3E62-4D4A-9B00-ABDBB9AAE7F0}"/>
                                            </p:graphicEl>
                                          </p:spTgt>
                                        </p:tgtEl>
                                        <p:attrNameLst>
                                          <p:attrName>style.visibility</p:attrName>
                                        </p:attrNameLst>
                                      </p:cBhvr>
                                      <p:to>
                                        <p:strVal val="visible"/>
                                      </p:to>
                                    </p:set>
                                    <p:anim calcmode="lin" valueType="num">
                                      <p:cBhvr additive="base">
                                        <p:cTn id="17" dur="500" fill="hold"/>
                                        <p:tgtEl>
                                          <p:spTgt spid="36">
                                            <p:graphicEl>
                                              <a:dgm id="{2DE5CB73-3E62-4D4A-9B00-ABDBB9AAE7F0}"/>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2DE5CB73-3E62-4D4A-9B00-ABDBB9AAE7F0}"/>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E63736AB-1745-4F68-BA4D-177CEAF194C9}"/>
                                            </p:graphicEl>
                                          </p:spTgt>
                                        </p:tgtEl>
                                        <p:attrNameLst>
                                          <p:attrName>style.visibility</p:attrName>
                                        </p:attrNameLst>
                                      </p:cBhvr>
                                      <p:to>
                                        <p:strVal val="visible"/>
                                      </p:to>
                                    </p:set>
                                    <p:anim calcmode="lin" valueType="num">
                                      <p:cBhvr additive="base">
                                        <p:cTn id="21" dur="500" fill="hold"/>
                                        <p:tgtEl>
                                          <p:spTgt spid="36">
                                            <p:graphicEl>
                                              <a:dgm id="{E63736AB-1745-4F68-BA4D-177CEAF194C9}"/>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E63736AB-1745-4F68-BA4D-177CEAF194C9}"/>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6">
                                            <p:graphicEl>
                                              <a:dgm id="{BB4871C0-0FDF-4132-8E87-B43965741250}"/>
                                            </p:graphicEl>
                                          </p:spTgt>
                                        </p:tgtEl>
                                        <p:attrNameLst>
                                          <p:attrName>style.visibility</p:attrName>
                                        </p:attrNameLst>
                                      </p:cBhvr>
                                      <p:to>
                                        <p:strVal val="visible"/>
                                      </p:to>
                                    </p:set>
                                    <p:anim calcmode="lin" valueType="num">
                                      <p:cBhvr additive="base">
                                        <p:cTn id="25" dur="500" fill="hold"/>
                                        <p:tgtEl>
                                          <p:spTgt spid="36">
                                            <p:graphicEl>
                                              <a:dgm id="{BB4871C0-0FDF-4132-8E87-B4396574125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
                                            <p:graphicEl>
                                              <a:dgm id="{BB4871C0-0FDF-4132-8E87-B4396574125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
                                            <p:graphicEl>
                                              <a:dgm id="{F7180771-312C-4B33-83ED-F63A5FC06BF2}"/>
                                            </p:graphicEl>
                                          </p:spTgt>
                                        </p:tgtEl>
                                        <p:attrNameLst>
                                          <p:attrName>style.visibility</p:attrName>
                                        </p:attrNameLst>
                                      </p:cBhvr>
                                      <p:to>
                                        <p:strVal val="visible"/>
                                      </p:to>
                                    </p:set>
                                    <p:anim calcmode="lin" valueType="num">
                                      <p:cBhvr additive="base">
                                        <p:cTn id="31" dur="500" fill="hold"/>
                                        <p:tgtEl>
                                          <p:spTgt spid="36">
                                            <p:graphicEl>
                                              <a:dgm id="{F7180771-312C-4B33-83ED-F63A5FC06BF2}"/>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F7180771-312C-4B33-83ED-F63A5FC06BF2}"/>
                                            </p:graphic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6">
                                            <p:graphicEl>
                                              <a:dgm id="{463AAE64-A52E-46B1-80C0-C3D67D0B6F9E}"/>
                                            </p:graphicEl>
                                          </p:spTgt>
                                        </p:tgtEl>
                                        <p:attrNameLst>
                                          <p:attrName>style.visibility</p:attrName>
                                        </p:attrNameLst>
                                      </p:cBhvr>
                                      <p:to>
                                        <p:strVal val="visible"/>
                                      </p:to>
                                    </p:set>
                                    <p:anim calcmode="lin" valueType="num">
                                      <p:cBhvr additive="base">
                                        <p:cTn id="35" dur="500" fill="hold"/>
                                        <p:tgtEl>
                                          <p:spTgt spid="36">
                                            <p:graphicEl>
                                              <a:dgm id="{463AAE64-A52E-46B1-80C0-C3D67D0B6F9E}"/>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36">
                                            <p:graphicEl>
                                              <a:dgm id="{463AAE64-A52E-46B1-80C0-C3D67D0B6F9E}"/>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6">
                                            <p:graphicEl>
                                              <a:dgm id="{B9B2F652-476F-4E40-AB10-2104C4DFDF93}"/>
                                            </p:graphicEl>
                                          </p:spTgt>
                                        </p:tgtEl>
                                        <p:attrNameLst>
                                          <p:attrName>style.visibility</p:attrName>
                                        </p:attrNameLst>
                                      </p:cBhvr>
                                      <p:to>
                                        <p:strVal val="visible"/>
                                      </p:to>
                                    </p:set>
                                    <p:anim calcmode="lin" valueType="num">
                                      <p:cBhvr additive="base">
                                        <p:cTn id="39" dur="500" fill="hold"/>
                                        <p:tgtEl>
                                          <p:spTgt spid="36">
                                            <p:graphicEl>
                                              <a:dgm id="{B9B2F652-476F-4E40-AB10-2104C4DFDF93}"/>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36">
                                            <p:graphicEl>
                                              <a:dgm id="{B9B2F652-476F-4E40-AB10-2104C4DFDF93}"/>
                                            </p:graphic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6">
                                            <p:graphicEl>
                                              <a:dgm id="{48BB4EB5-3FCD-4151-B098-43D244EE6D9D}"/>
                                            </p:graphicEl>
                                          </p:spTgt>
                                        </p:tgtEl>
                                        <p:attrNameLst>
                                          <p:attrName>style.visibility</p:attrName>
                                        </p:attrNameLst>
                                      </p:cBhvr>
                                      <p:to>
                                        <p:strVal val="visible"/>
                                      </p:to>
                                    </p:set>
                                    <p:anim calcmode="lin" valueType="num">
                                      <p:cBhvr additive="base">
                                        <p:cTn id="45" dur="500" fill="hold"/>
                                        <p:tgtEl>
                                          <p:spTgt spid="36">
                                            <p:graphicEl>
                                              <a:dgm id="{48BB4EB5-3FCD-4151-B098-43D244EE6D9D}"/>
                                            </p:graphicEl>
                                          </p:spTgt>
                                        </p:tgtEl>
                                        <p:attrNameLst>
                                          <p:attrName>ppt_x</p:attrName>
                                        </p:attrNameLst>
                                      </p:cBhvr>
                                      <p:tavLst>
                                        <p:tav tm="0">
                                          <p:val>
                                            <p:strVal val="#ppt_x"/>
                                          </p:val>
                                        </p:tav>
                                        <p:tav tm="100000">
                                          <p:val>
                                            <p:strVal val="#ppt_x"/>
                                          </p:val>
                                        </p:tav>
                                      </p:tavLst>
                                    </p:anim>
                                    <p:anim calcmode="lin" valueType="num">
                                      <p:cBhvr additive="base">
                                        <p:cTn id="46" dur="500" fill="hold"/>
                                        <p:tgtEl>
                                          <p:spTgt spid="36">
                                            <p:graphicEl>
                                              <a:dgm id="{48BB4EB5-3FCD-4151-B098-43D244EE6D9D}"/>
                                            </p:graphic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6">
                                            <p:graphicEl>
                                              <a:dgm id="{B7B2BA11-6720-4DA3-83E1-D7E115BE4E67}"/>
                                            </p:graphicEl>
                                          </p:spTgt>
                                        </p:tgtEl>
                                        <p:attrNameLst>
                                          <p:attrName>style.visibility</p:attrName>
                                        </p:attrNameLst>
                                      </p:cBhvr>
                                      <p:to>
                                        <p:strVal val="visible"/>
                                      </p:to>
                                    </p:set>
                                    <p:anim calcmode="lin" valueType="num">
                                      <p:cBhvr additive="base">
                                        <p:cTn id="49" dur="500" fill="hold"/>
                                        <p:tgtEl>
                                          <p:spTgt spid="36">
                                            <p:graphicEl>
                                              <a:dgm id="{B7B2BA11-6720-4DA3-83E1-D7E115BE4E67}"/>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36">
                                            <p:graphicEl>
                                              <a:dgm id="{B7B2BA11-6720-4DA3-83E1-D7E115BE4E67}"/>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6">
                                            <p:graphicEl>
                                              <a:dgm id="{15F8F8E2-32E7-476A-A4BC-46A028BEFA0E}"/>
                                            </p:graphicEl>
                                          </p:spTgt>
                                        </p:tgtEl>
                                        <p:attrNameLst>
                                          <p:attrName>style.visibility</p:attrName>
                                        </p:attrNameLst>
                                      </p:cBhvr>
                                      <p:to>
                                        <p:strVal val="visible"/>
                                      </p:to>
                                    </p:set>
                                    <p:anim calcmode="lin" valueType="num">
                                      <p:cBhvr additive="base">
                                        <p:cTn id="53" dur="500" fill="hold"/>
                                        <p:tgtEl>
                                          <p:spTgt spid="36">
                                            <p:graphicEl>
                                              <a:dgm id="{15F8F8E2-32E7-476A-A4BC-46A028BEFA0E}"/>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36">
                                            <p:graphicEl>
                                              <a:dgm id="{15F8F8E2-32E7-476A-A4BC-46A028BEFA0E}"/>
                                            </p:graphic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6">
                                            <p:graphicEl>
                                              <a:dgm id="{D71B7AA0-7E4D-4044-A68E-9C866783837A}"/>
                                            </p:graphicEl>
                                          </p:spTgt>
                                        </p:tgtEl>
                                        <p:attrNameLst>
                                          <p:attrName>style.visibility</p:attrName>
                                        </p:attrNameLst>
                                      </p:cBhvr>
                                      <p:to>
                                        <p:strVal val="visible"/>
                                      </p:to>
                                    </p:set>
                                    <p:anim calcmode="lin" valueType="num">
                                      <p:cBhvr additive="base">
                                        <p:cTn id="59" dur="500" fill="hold"/>
                                        <p:tgtEl>
                                          <p:spTgt spid="36">
                                            <p:graphicEl>
                                              <a:dgm id="{D71B7AA0-7E4D-4044-A68E-9C866783837A}"/>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36">
                                            <p:graphicEl>
                                              <a:dgm id="{D71B7AA0-7E4D-4044-A68E-9C866783837A}"/>
                                            </p:graphic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6">
                                            <p:graphicEl>
                                              <a:dgm id="{1F2982E5-8ADF-40EB-B1E7-F0C2B6E112BF}"/>
                                            </p:graphicEl>
                                          </p:spTgt>
                                        </p:tgtEl>
                                        <p:attrNameLst>
                                          <p:attrName>style.visibility</p:attrName>
                                        </p:attrNameLst>
                                      </p:cBhvr>
                                      <p:to>
                                        <p:strVal val="visible"/>
                                      </p:to>
                                    </p:set>
                                    <p:anim calcmode="lin" valueType="num">
                                      <p:cBhvr additive="base">
                                        <p:cTn id="63" dur="500" fill="hold"/>
                                        <p:tgtEl>
                                          <p:spTgt spid="36">
                                            <p:graphicEl>
                                              <a:dgm id="{1F2982E5-8ADF-40EB-B1E7-F0C2B6E112BF}"/>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36">
                                            <p:graphicEl>
                                              <a:dgm id="{1F2982E5-8ADF-40EB-B1E7-F0C2B6E112BF}"/>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6">
                                            <p:graphicEl>
                                              <a:dgm id="{93E6B021-7928-466F-AF6C-E628F8267EA2}"/>
                                            </p:graphicEl>
                                          </p:spTgt>
                                        </p:tgtEl>
                                        <p:attrNameLst>
                                          <p:attrName>style.visibility</p:attrName>
                                        </p:attrNameLst>
                                      </p:cBhvr>
                                      <p:to>
                                        <p:strVal val="visible"/>
                                      </p:to>
                                    </p:set>
                                    <p:anim calcmode="lin" valueType="num">
                                      <p:cBhvr additive="base">
                                        <p:cTn id="67" dur="500" fill="hold"/>
                                        <p:tgtEl>
                                          <p:spTgt spid="36">
                                            <p:graphicEl>
                                              <a:dgm id="{93E6B021-7928-466F-AF6C-E628F8267EA2}"/>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36">
                                            <p:graphicEl>
                                              <a:dgm id="{93E6B021-7928-466F-AF6C-E628F8267EA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98281"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98281"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4876800" cy="5577934"/>
          </a:xfrm>
        </p:spPr>
        <p:txBody>
          <a:bodyPr>
            <a:normAutofit/>
          </a:bodyPr>
          <a:lstStyle/>
          <a:p>
            <a:r>
              <a:rPr lang="en-US"/>
              <a:t>Centralized Dynamic Load Balancing Scheme</a:t>
            </a:r>
            <a:br>
              <a:rPr lang="en-US"/>
            </a:br>
            <a:endParaRPr lang="en-PK" dirty="0"/>
          </a:p>
        </p:txBody>
      </p:sp>
      <p:graphicFrame>
        <p:nvGraphicFramePr>
          <p:cNvPr id="36" name="Rectangle 3">
            <a:extLst>
              <a:ext uri="{FF2B5EF4-FFF2-40B4-BE49-F238E27FC236}">
                <a16:creationId xmlns:a16="http://schemas.microsoft.com/office/drawing/2014/main" id="{C5029F23-4234-2DCB-605A-8CB6B56C5FD4}"/>
              </a:ext>
            </a:extLst>
          </p:cNvPr>
          <p:cNvGraphicFramePr>
            <a:graphicFrameLocks noGrp="1"/>
          </p:cNvGraphicFramePr>
          <p:nvPr>
            <p:ph idx="1"/>
            <p:extLst>
              <p:ext uri="{D42A27DB-BD31-4B8C-83A1-F6EECF244321}">
                <p14:modId xmlns:p14="http://schemas.microsoft.com/office/powerpoint/2010/main" val="4089687963"/>
              </p:ext>
            </p:extLst>
          </p:nvPr>
        </p:nvGraphicFramePr>
        <p:xfrm>
          <a:off x="6184458" y="343433"/>
          <a:ext cx="5626542" cy="57856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7238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1AB8DEB8-1829-4408-AEC9-23A69A954C2A}"/>
                                            </p:graphicEl>
                                          </p:spTgt>
                                        </p:tgtEl>
                                        <p:attrNameLst>
                                          <p:attrName>style.visibility</p:attrName>
                                        </p:attrNameLst>
                                      </p:cBhvr>
                                      <p:to>
                                        <p:strVal val="visible"/>
                                      </p:to>
                                    </p:set>
                                    <p:anim calcmode="lin" valueType="num">
                                      <p:cBhvr additive="base">
                                        <p:cTn id="7" dur="500" fill="hold"/>
                                        <p:tgtEl>
                                          <p:spTgt spid="36">
                                            <p:graphicEl>
                                              <a:dgm id="{1AB8DEB8-1829-4408-AEC9-23A69A954C2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1AB8DEB8-1829-4408-AEC9-23A69A954C2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graphicEl>
                                              <a:dgm id="{C3FEB510-409C-4BAF-9BF6-B284BB8095C9}"/>
                                            </p:graphicEl>
                                          </p:spTgt>
                                        </p:tgtEl>
                                        <p:attrNameLst>
                                          <p:attrName>style.visibility</p:attrName>
                                        </p:attrNameLst>
                                      </p:cBhvr>
                                      <p:to>
                                        <p:strVal val="visible"/>
                                      </p:to>
                                    </p:set>
                                    <p:anim calcmode="lin" valueType="num">
                                      <p:cBhvr additive="base">
                                        <p:cTn id="13" dur="500" fill="hold"/>
                                        <p:tgtEl>
                                          <p:spTgt spid="36">
                                            <p:graphicEl>
                                              <a:dgm id="{C3FEB510-409C-4BAF-9BF6-B284BB8095C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graphicEl>
                                              <a:dgm id="{C3FEB510-409C-4BAF-9BF6-B284BB8095C9}"/>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
                                            <p:graphicEl>
                                              <a:dgm id="{90E8DADB-A137-449F-B6D5-8C250EFFB09D}"/>
                                            </p:graphicEl>
                                          </p:spTgt>
                                        </p:tgtEl>
                                        <p:attrNameLst>
                                          <p:attrName>style.visibility</p:attrName>
                                        </p:attrNameLst>
                                      </p:cBhvr>
                                      <p:to>
                                        <p:strVal val="visible"/>
                                      </p:to>
                                    </p:set>
                                    <p:anim calcmode="lin" valueType="num">
                                      <p:cBhvr additive="base">
                                        <p:cTn id="19" dur="500" fill="hold"/>
                                        <p:tgtEl>
                                          <p:spTgt spid="36">
                                            <p:graphicEl>
                                              <a:dgm id="{90E8DADB-A137-449F-B6D5-8C250EFFB09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graphicEl>
                                              <a:dgm id="{90E8DADB-A137-449F-B6D5-8C250EFFB09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lvlOne"/>
        </p:bldSub>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Centralized Dynamic Load Balancing Scheme Cont…</a:t>
            </a:r>
            <a:endParaRPr lang="en-PK" sz="3700"/>
          </a:p>
        </p:txBody>
      </p:sp>
      <p:graphicFrame>
        <p:nvGraphicFramePr>
          <p:cNvPr id="3" name="Content Placeholder 2">
            <a:extLst>
              <a:ext uri="{FF2B5EF4-FFF2-40B4-BE49-F238E27FC236}">
                <a16:creationId xmlns:a16="http://schemas.microsoft.com/office/drawing/2014/main" id="{98C4AF3B-E100-7CD9-BB97-85E2B3A8472E}"/>
              </a:ext>
            </a:extLst>
          </p:cNvPr>
          <p:cNvGraphicFramePr>
            <a:graphicFrameLocks noGrp="1"/>
          </p:cNvGraphicFramePr>
          <p:nvPr>
            <p:ph idx="1"/>
            <p:extLst>
              <p:ext uri="{D42A27DB-BD31-4B8C-83A1-F6EECF244321}">
                <p14:modId xmlns:p14="http://schemas.microsoft.com/office/powerpoint/2010/main" val="306972820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4122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5C3D5A73-BC5D-4EB3-85DD-F6D18C8E3096}"/>
                                            </p:graphicEl>
                                          </p:spTgt>
                                        </p:tgtEl>
                                        <p:attrNameLst>
                                          <p:attrName>style.visibility</p:attrName>
                                        </p:attrNameLst>
                                      </p:cBhvr>
                                      <p:to>
                                        <p:strVal val="visible"/>
                                      </p:to>
                                    </p:set>
                                    <p:anim calcmode="lin" valueType="num">
                                      <p:cBhvr additive="base">
                                        <p:cTn id="7" dur="500" fill="hold"/>
                                        <p:tgtEl>
                                          <p:spTgt spid="3">
                                            <p:graphicEl>
                                              <a:dgm id="{5C3D5A73-BC5D-4EB3-85DD-F6D18C8E309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5C3D5A73-BC5D-4EB3-85DD-F6D18C8E309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3144F7C7-D34C-461A-80C0-298826451957}"/>
                                            </p:graphicEl>
                                          </p:spTgt>
                                        </p:tgtEl>
                                        <p:attrNameLst>
                                          <p:attrName>style.visibility</p:attrName>
                                        </p:attrNameLst>
                                      </p:cBhvr>
                                      <p:to>
                                        <p:strVal val="visible"/>
                                      </p:to>
                                    </p:set>
                                    <p:anim calcmode="lin" valueType="num">
                                      <p:cBhvr additive="base">
                                        <p:cTn id="13" dur="500" fill="hold"/>
                                        <p:tgtEl>
                                          <p:spTgt spid="3">
                                            <p:graphicEl>
                                              <a:dgm id="{3144F7C7-D34C-461A-80C0-298826451957}"/>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3144F7C7-D34C-461A-80C0-298826451957}"/>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graphicEl>
                                              <a:dgm id="{70AB9413-1719-4737-8757-C3E4378C701A}"/>
                                            </p:graphicEl>
                                          </p:spTgt>
                                        </p:tgtEl>
                                        <p:attrNameLst>
                                          <p:attrName>style.visibility</p:attrName>
                                        </p:attrNameLst>
                                      </p:cBhvr>
                                      <p:to>
                                        <p:strVal val="visible"/>
                                      </p:to>
                                    </p:set>
                                    <p:anim calcmode="lin" valueType="num">
                                      <p:cBhvr additive="base">
                                        <p:cTn id="19" dur="500" fill="hold"/>
                                        <p:tgtEl>
                                          <p:spTgt spid="3">
                                            <p:graphicEl>
                                              <a:dgm id="{70AB9413-1719-4737-8757-C3E4378C701A}"/>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70AB9413-1719-4737-8757-C3E4378C701A}"/>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graphicEl>
                                              <a:dgm id="{772D7D63-E280-408E-92C5-293DA3480473}"/>
                                            </p:graphicEl>
                                          </p:spTgt>
                                        </p:tgtEl>
                                        <p:attrNameLst>
                                          <p:attrName>style.visibility</p:attrName>
                                        </p:attrNameLst>
                                      </p:cBhvr>
                                      <p:to>
                                        <p:strVal val="visible"/>
                                      </p:to>
                                    </p:set>
                                    <p:anim calcmode="lin" valueType="num">
                                      <p:cBhvr additive="base">
                                        <p:cTn id="25" dur="500" fill="hold"/>
                                        <p:tgtEl>
                                          <p:spTgt spid="3">
                                            <p:graphicEl>
                                              <a:dgm id="{772D7D63-E280-408E-92C5-293DA348047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graphicEl>
                                              <a:dgm id="{772D7D63-E280-408E-92C5-293DA3480473}"/>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graphicEl>
                                              <a:dgm id="{CCA118F5-DF11-4E23-A330-2AEFEC1380D3}"/>
                                            </p:graphicEl>
                                          </p:spTgt>
                                        </p:tgtEl>
                                        <p:attrNameLst>
                                          <p:attrName>style.visibility</p:attrName>
                                        </p:attrNameLst>
                                      </p:cBhvr>
                                      <p:to>
                                        <p:strVal val="visible"/>
                                      </p:to>
                                    </p:set>
                                    <p:anim calcmode="lin" valueType="num">
                                      <p:cBhvr additive="base">
                                        <p:cTn id="31" dur="500" fill="hold"/>
                                        <p:tgtEl>
                                          <p:spTgt spid="3">
                                            <p:graphicEl>
                                              <a:dgm id="{CCA118F5-DF11-4E23-A330-2AEFEC1380D3}"/>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CCA118F5-DF11-4E23-A330-2AEFEC1380D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1" y="381000"/>
            <a:ext cx="10637647" cy="1600124"/>
          </a:xfrm>
        </p:spPr>
        <p:txBody>
          <a:bodyPr>
            <a:normAutofit/>
          </a:bodyPr>
          <a:lstStyle/>
          <a:p>
            <a:r>
              <a:rPr lang="en-US" dirty="0"/>
              <a:t>Distributed Dynamic Load Balancing Scheme </a:t>
            </a: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493295" y="2362200"/>
            <a:ext cx="11342534" cy="3834063"/>
          </a:xfrm>
        </p:spPr>
        <p:txBody>
          <a:bodyPr anchor="ctr">
            <a:noAutofit/>
          </a:bodyPr>
          <a:lstStyle/>
          <a:p>
            <a:pPr marL="0" indent="0" algn="ctr" eaLnBrk="1" hangingPunct="1">
              <a:buNone/>
            </a:pPr>
            <a:r>
              <a:rPr lang="en-US" altLang="en-PK"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“In a distributed dynamic load balancing scheme, the set of executable tasks are distributed</a:t>
            </a:r>
          </a:p>
          <a:p>
            <a:pPr marL="0" indent="0" algn="ctr" eaLnBrk="1" hangingPunct="1">
              <a:buNone/>
            </a:pPr>
            <a:r>
              <a:rPr lang="en-US" altLang="en-PK"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among processes which </a:t>
            </a:r>
            <a:r>
              <a:rPr lang="en-US" altLang="en-PK" sz="2000" u="sng" dirty="0">
                <a:solidFill>
                  <a:srgbClr val="0033CC"/>
                </a:solidFill>
                <a:latin typeface="Arial" panose="020B0604020202020204" pitchFamily="34" charset="0"/>
                <a:ea typeface="ＭＳ Ｐゴシック" panose="020B0600070205080204" pitchFamily="34" charset="-128"/>
                <a:cs typeface="Arial" panose="020B0604020202020204" pitchFamily="34" charset="0"/>
              </a:rPr>
              <a:t>exchange tasks at run time to balance work</a:t>
            </a:r>
            <a:r>
              <a:rPr lang="en-US" altLang="en-PK"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Each process can send</a:t>
            </a:r>
          </a:p>
          <a:p>
            <a:pPr marL="0" indent="0" algn="ctr" eaLnBrk="1" hangingPunct="1">
              <a:buNone/>
            </a:pPr>
            <a:r>
              <a:rPr lang="en-US" altLang="en-PK" sz="2000"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work to or receive work from any other process.”</a:t>
            </a:r>
          </a:p>
        </p:txBody>
      </p:sp>
    </p:spTree>
    <p:extLst>
      <p:ext uri="{BB962C8B-B14F-4D97-AF65-F5344CB8AC3E}">
        <p14:creationId xmlns:p14="http://schemas.microsoft.com/office/powerpoint/2010/main" val="2071332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fontScale="90000"/>
          </a:bodyPr>
          <a:lstStyle/>
          <a:p>
            <a:r>
              <a:rPr lang="en-US" altLang="en-PK" dirty="0">
                <a:solidFill>
                  <a:schemeClr val="tx2"/>
                </a:solidFill>
                <a:ea typeface="ＭＳ Ｐゴシック" panose="020B0600070205080204" pitchFamily="34" charset="-128"/>
              </a:rPr>
              <a:t>Distributed Dynamic Load Balancing Scheme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9C935347-5D6C-B175-5135-3F2A2F672D92}"/>
              </a:ext>
            </a:extLst>
          </p:cNvPr>
          <p:cNvGraphicFramePr>
            <a:graphicFrameLocks noGrp="1"/>
          </p:cNvGraphicFramePr>
          <p:nvPr>
            <p:ph idx="1"/>
            <p:extLst>
              <p:ext uri="{D42A27DB-BD31-4B8C-83A1-F6EECF244321}">
                <p14:modId xmlns:p14="http://schemas.microsoft.com/office/powerpoint/2010/main" val="3074581556"/>
              </p:ext>
            </p:extLst>
          </p:nvPr>
        </p:nvGraphicFramePr>
        <p:xfrm>
          <a:off x="1503681" y="2095563"/>
          <a:ext cx="9910908" cy="40175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269121802"/>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2278</TotalTime>
  <Words>1941</Words>
  <Application>Microsoft Office PowerPoint</Application>
  <PresentationFormat>Widescreen</PresentationFormat>
  <Paragraphs>208</Paragraphs>
  <Slides>45</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Avenir Next LT Pro</vt:lpstr>
      <vt:lpstr>AvenirNext LT Pro Medium</vt:lpstr>
      <vt:lpstr>Calibri</vt:lpstr>
      <vt:lpstr>Söhne</vt:lpstr>
      <vt:lpstr>BlockprintVTI</vt:lpstr>
      <vt:lpstr>CS621 Parallel and Distributed Computing</vt:lpstr>
      <vt:lpstr>CS621 Parallel and Distributed Computing</vt:lpstr>
      <vt:lpstr>Objectives</vt:lpstr>
      <vt:lpstr>Introduction to Load Balancing </vt:lpstr>
      <vt:lpstr>Introduction to Load Balancing Cont…</vt:lpstr>
      <vt:lpstr>Issues in Load Balancing </vt:lpstr>
      <vt:lpstr>CS621 Parallel and Distributed Computing</vt:lpstr>
      <vt:lpstr>Objectives</vt:lpstr>
      <vt:lpstr>Mapping Techniques for Load Balancing </vt:lpstr>
      <vt:lpstr>Quality of Load Balancing Algorithm</vt:lpstr>
      <vt:lpstr>Mapping Techniques for Load Balancing</vt:lpstr>
      <vt:lpstr>Mapping Techniques for Load Balancing</vt:lpstr>
      <vt:lpstr>CS621 Parallel and Distributed Computing</vt:lpstr>
      <vt:lpstr>Objectives</vt:lpstr>
      <vt:lpstr>Static Mapping for Load Balancing </vt:lpstr>
      <vt:lpstr>Static Mapping for Load Balancing Cont…</vt:lpstr>
      <vt:lpstr>Advantages of Static Mapping </vt:lpstr>
      <vt:lpstr>Disadvantages of Static Mapping </vt:lpstr>
      <vt:lpstr>CS621 Parallel and Distributed Computing</vt:lpstr>
      <vt:lpstr>Objectives</vt:lpstr>
      <vt:lpstr>Schemes for Static Mapping</vt:lpstr>
      <vt:lpstr>Mappings Based on Data Partitioning </vt:lpstr>
      <vt:lpstr>Mappings Based on Data Partitioning: Block Array Distribution </vt:lpstr>
      <vt:lpstr>Mappings Based on Data Partitioning: Cyclic and Block-Cyclic Distributions</vt:lpstr>
      <vt:lpstr>Mappings Based on Data Partitioning: Randomized Block Distribution </vt:lpstr>
      <vt:lpstr>CS621 Parallel and Distributed Computing</vt:lpstr>
      <vt:lpstr>Mappings Based on Task Partitioning </vt:lpstr>
      <vt:lpstr>Mappings Based on Task Partitioning: Mapping a Binary Tree Dependency Graph</vt:lpstr>
      <vt:lpstr>Mappings Based on Task Partitioning: Mapping a Sparse Graph </vt:lpstr>
      <vt:lpstr>Hierarchical Mappings </vt:lpstr>
      <vt:lpstr>Hierarchical Mappings Cont…</vt:lpstr>
      <vt:lpstr>Hierarchical Mappings Cont…</vt:lpstr>
      <vt:lpstr>CS621 Parallel and Distributed Computing</vt:lpstr>
      <vt:lpstr>Objectives</vt:lpstr>
      <vt:lpstr>Dynamic Mapping for Load Balancing </vt:lpstr>
      <vt:lpstr>Dynamic Mapping for Load Balancing Cont…</vt:lpstr>
      <vt:lpstr>Advantages of Dynamic Mapping </vt:lpstr>
      <vt:lpstr>Disadvantages of Dynamic Mapping </vt:lpstr>
      <vt:lpstr>CS621 Parallel and Distributed Computing</vt:lpstr>
      <vt:lpstr>Objectives</vt:lpstr>
      <vt:lpstr>Schemes for Dynamic Mapping </vt:lpstr>
      <vt:lpstr>Centralized Dynamic Load Balancing Scheme </vt:lpstr>
      <vt:lpstr>Centralized Dynamic Load Balancing Scheme Cont…</vt:lpstr>
      <vt:lpstr>Distributed Dynamic Load Balancing Scheme </vt:lpstr>
      <vt:lpstr>Distributed Dynamic Load Balancing Scheme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Academics 4</dc:creator>
  <cp:lastModifiedBy>Muhammad Anwaar Saeed</cp:lastModifiedBy>
  <cp:revision>1069</cp:revision>
  <dcterms:created xsi:type="dcterms:W3CDTF">2023-01-20T10:20:35Z</dcterms:created>
  <dcterms:modified xsi:type="dcterms:W3CDTF">2023-05-12T10:20:21Z</dcterms:modified>
</cp:coreProperties>
</file>