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9.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5.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6.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1.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2.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35.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36.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448" r:id="rId2"/>
    <p:sldId id="318" r:id="rId3"/>
    <p:sldId id="320" r:id="rId4"/>
    <p:sldId id="363" r:id="rId5"/>
    <p:sldId id="364" r:id="rId6"/>
    <p:sldId id="294" r:id="rId7"/>
    <p:sldId id="297" r:id="rId8"/>
    <p:sldId id="390" r:id="rId9"/>
    <p:sldId id="393" r:id="rId10"/>
    <p:sldId id="339" r:id="rId11"/>
    <p:sldId id="340" r:id="rId12"/>
    <p:sldId id="365" r:id="rId13"/>
    <p:sldId id="366" r:id="rId14"/>
    <p:sldId id="394" r:id="rId15"/>
    <p:sldId id="395" r:id="rId16"/>
    <p:sldId id="396" r:id="rId17"/>
    <p:sldId id="397" r:id="rId18"/>
    <p:sldId id="398" r:id="rId19"/>
    <p:sldId id="341" r:id="rId20"/>
    <p:sldId id="342" r:id="rId21"/>
    <p:sldId id="367" r:id="rId22"/>
    <p:sldId id="368" r:id="rId23"/>
    <p:sldId id="399" r:id="rId24"/>
    <p:sldId id="400" r:id="rId25"/>
    <p:sldId id="401" r:id="rId26"/>
    <p:sldId id="402" r:id="rId27"/>
    <p:sldId id="343" r:id="rId28"/>
    <p:sldId id="344" r:id="rId29"/>
    <p:sldId id="369" r:id="rId30"/>
    <p:sldId id="370" r:id="rId31"/>
    <p:sldId id="403" r:id="rId32"/>
    <p:sldId id="345" r:id="rId33"/>
    <p:sldId id="346" r:id="rId34"/>
    <p:sldId id="371" r:id="rId35"/>
    <p:sldId id="372" r:id="rId36"/>
    <p:sldId id="404" r:id="rId37"/>
    <p:sldId id="405" r:id="rId38"/>
    <p:sldId id="406" r:id="rId39"/>
    <p:sldId id="408" r:id="rId40"/>
    <p:sldId id="409" r:id="rId41"/>
    <p:sldId id="410" r:id="rId42"/>
    <p:sldId id="407" r:id="rId43"/>
    <p:sldId id="411" r:id="rId44"/>
    <p:sldId id="347" r:id="rId45"/>
    <p:sldId id="348" r:id="rId46"/>
    <p:sldId id="373" r:id="rId47"/>
    <p:sldId id="374" r:id="rId48"/>
    <p:sldId id="412" r:id="rId49"/>
    <p:sldId id="414" r:id="rId5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80297" autoAdjust="0"/>
  </p:normalViewPr>
  <p:slideViewPr>
    <p:cSldViewPr snapToGrid="0">
      <p:cViewPr varScale="1">
        <p:scale>
          <a:sx n="92" d="100"/>
          <a:sy n="92" d="100"/>
        </p:scale>
        <p:origin x="12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diagrams/_rels/data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1.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7.svg"/></Relationships>
</file>

<file path=ppt/diagrams/_rels/data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0.png"/><Relationship Id="rId4" Type="http://schemas.openxmlformats.org/officeDocument/2006/relationships/image" Target="../media/image17.svg"/></Relationships>
</file>

<file path=ppt/diagrams/_rels/data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0.png"/><Relationship Id="rId4" Type="http://schemas.openxmlformats.org/officeDocument/2006/relationships/image" Target="../media/image17.svg"/></Relationships>
</file>

<file path=ppt/diagrams/_rels/data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3.png"/><Relationship Id="rId4" Type="http://schemas.openxmlformats.org/officeDocument/2006/relationships/image" Target="../media/image17.svg"/></Relationships>
</file>

<file path=ppt/diagrams/_rels/data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0.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1.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7.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0.png"/><Relationship Id="rId4" Type="http://schemas.openxmlformats.org/officeDocument/2006/relationships/image" Target="../media/image17.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0.png"/><Relationship Id="rId4" Type="http://schemas.openxmlformats.org/officeDocument/2006/relationships/image" Target="../media/image17.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3.png"/><Relationship Id="rId4" Type="http://schemas.openxmlformats.org/officeDocument/2006/relationships/image" Target="../media/image17.svg"/></Relationships>
</file>

<file path=ppt/diagrams/_rels/drawing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20.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Introduction of Fault Tolerance.</a:t>
          </a:r>
          <a:endParaRPr lang="en-PK" dirty="0"/>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dirty="0">
              <a:latin typeface="Arial" panose="020B0604020202020204" pitchFamily="34" charset="0"/>
              <a:cs typeface="Arial" panose="020B0604020202020204" pitchFamily="34" charset="0"/>
            </a:rPr>
            <a:t>Fault Classification.</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B0A10588-A960-4753-8AD6-9F5EB78385A1}">
      <dgm:prSet phldrT="[Text]"/>
      <dgm:spPr/>
      <dgm:t>
        <a:bodyPr/>
        <a:lstStyle/>
        <a:p>
          <a:pPr>
            <a:lnSpc>
              <a:spcPct val="100000"/>
            </a:lnSpc>
          </a:pPr>
          <a:r>
            <a:rPr lang="en-US" dirty="0">
              <a:latin typeface="Arial" panose="020B0604020202020204" pitchFamily="34" charset="0"/>
              <a:cs typeface="Arial" panose="020B0604020202020204" pitchFamily="34" charset="0"/>
            </a:rPr>
            <a:t>Failure Masking.</a:t>
          </a:r>
          <a:endParaRPr lang="en-PK" dirty="0"/>
        </a:p>
      </dgm:t>
    </dgm:pt>
    <dgm:pt modelId="{E91ED6C2-34E9-45CE-B992-721D450D79CF}" type="parTrans" cxnId="{8D2A474F-2BA0-4942-9F36-179AD813D620}">
      <dgm:prSet/>
      <dgm:spPr/>
      <dgm:t>
        <a:bodyPr/>
        <a:lstStyle/>
        <a:p>
          <a:endParaRPr lang="en-PK"/>
        </a:p>
      </dgm:t>
    </dgm:pt>
    <dgm:pt modelId="{8BA827FC-498D-40CA-A31D-B7437880D002}" type="sibTrans" cxnId="{8D2A474F-2BA0-4942-9F36-179AD813D620}">
      <dgm:prSet/>
      <dgm:spPr/>
      <dgm:t>
        <a:bodyPr/>
        <a:lstStyle/>
        <a:p>
          <a:endParaRPr lang="en-PK"/>
        </a:p>
      </dgm:t>
    </dgm:pt>
    <dgm:pt modelId="{DB05E35C-63E6-460C-A1E6-43C8163FEA4A}">
      <dgm:prSet phldrT="[Text]"/>
      <dgm:spPr/>
      <dgm:t>
        <a:bodyPr/>
        <a:lstStyle/>
        <a:p>
          <a:pPr>
            <a:lnSpc>
              <a:spcPct val="100000"/>
            </a:lnSpc>
          </a:pPr>
          <a:r>
            <a:rPr lang="en-US" dirty="0">
              <a:latin typeface="Arial" panose="020B0604020202020204" pitchFamily="34" charset="0"/>
              <a:cs typeface="Arial" panose="020B0604020202020204" pitchFamily="34" charset="0"/>
            </a:rPr>
            <a:t>Failure Classification.</a:t>
          </a:r>
          <a:endParaRPr lang="en-PK" dirty="0"/>
        </a:p>
      </dgm:t>
    </dgm:pt>
    <dgm:pt modelId="{3CDF87E1-8D29-4E27-9E70-D7A9F3CB79E8}" type="parTrans" cxnId="{35B36E31-F8DC-406F-AFF2-F84F486D7E03}">
      <dgm:prSet/>
      <dgm:spPr/>
      <dgm:t>
        <a:bodyPr/>
        <a:lstStyle/>
        <a:p>
          <a:endParaRPr lang="en-PK"/>
        </a:p>
      </dgm:t>
    </dgm:pt>
    <dgm:pt modelId="{1278C1F6-A774-479A-B159-EDC4D8BA4AAD}" type="sibTrans" cxnId="{35B36E31-F8DC-406F-AFF2-F84F486D7E03}">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4"/>
      <dgm:spPr/>
    </dgm:pt>
    <dgm:pt modelId="{D881F5EF-E907-4B70-B27C-A1BEE31A375E}" type="pres">
      <dgm:prSet presAssocID="{AD97C7EA-A52E-4807-91FC-7F73ACA10AE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4">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4"/>
      <dgm:spPr/>
    </dgm:pt>
    <dgm:pt modelId="{506C0FB1-07FE-4287-8822-A312BB62CC32}" type="pres">
      <dgm:prSet presAssocID="{13132748-EF84-4804-85DC-B5D259AD20F2}" presName="iconRect" presStyleLbl="node1" presStyleIdx="1" presStyleCnt="4"/>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4">
        <dgm:presLayoutVars>
          <dgm:chMax val="0"/>
          <dgm:chPref val="0"/>
        </dgm:presLayoutVars>
      </dgm:prSet>
      <dgm:spPr/>
    </dgm:pt>
    <dgm:pt modelId="{E6486C3B-28A4-4521-8E35-AE3348178F64}" type="pres">
      <dgm:prSet presAssocID="{0594577A-67D3-418F-89DA-C59617FAD0B3}" presName="sibTrans" presStyleCnt="0"/>
      <dgm:spPr/>
    </dgm:pt>
    <dgm:pt modelId="{BFD392E1-95F0-4EC4-A4EB-44BAF7634A45}" type="pres">
      <dgm:prSet presAssocID="{DB05E35C-63E6-460C-A1E6-43C8163FEA4A}" presName="compNode" presStyleCnt="0"/>
      <dgm:spPr/>
    </dgm:pt>
    <dgm:pt modelId="{F83670AA-A35D-4B83-B995-7890FF58E34F}" type="pres">
      <dgm:prSet presAssocID="{DB05E35C-63E6-460C-A1E6-43C8163FEA4A}" presName="bgRect" presStyleLbl="bgShp" presStyleIdx="2" presStyleCnt="4"/>
      <dgm:spPr/>
    </dgm:pt>
    <dgm:pt modelId="{CE5AB21A-36D9-401A-9CB5-EC00550E49EA}" type="pres">
      <dgm:prSet presAssocID="{DB05E35C-63E6-460C-A1E6-43C8163FEA4A}" presName="iconRect" presStyleLbl="node1" presStyleIdx="2" presStyleCnt="4"/>
      <dgm:spPr>
        <a:blipFill>
          <a:blip xmlns:r="http://schemas.openxmlformats.org/officeDocument/2006/relationships" r:embed="rId5"/>
          <a:srcRect/>
          <a:stretch>
            <a:fillRect l="-19000" r="-19000"/>
          </a:stretch>
        </a:blipFill>
        <a:ln>
          <a:noFill/>
        </a:ln>
      </dgm:spPr>
    </dgm:pt>
    <dgm:pt modelId="{0A93A931-9285-42F1-8767-1B3A59CDAF41}" type="pres">
      <dgm:prSet presAssocID="{DB05E35C-63E6-460C-A1E6-43C8163FEA4A}" presName="spaceRect" presStyleCnt="0"/>
      <dgm:spPr/>
    </dgm:pt>
    <dgm:pt modelId="{0A51490F-692F-49BA-B3FB-F58F09177CCD}" type="pres">
      <dgm:prSet presAssocID="{DB05E35C-63E6-460C-A1E6-43C8163FEA4A}" presName="parTx" presStyleLbl="revTx" presStyleIdx="2" presStyleCnt="4" custLinFactNeighborY="-775">
        <dgm:presLayoutVars>
          <dgm:chMax val="0"/>
          <dgm:chPref val="0"/>
        </dgm:presLayoutVars>
      </dgm:prSet>
      <dgm:spPr/>
    </dgm:pt>
    <dgm:pt modelId="{FC63AF45-14BB-4475-93DD-D594063D4739}" type="pres">
      <dgm:prSet presAssocID="{1278C1F6-A774-479A-B159-EDC4D8BA4AAD}" presName="sibTrans" presStyleCnt="0"/>
      <dgm:spPr/>
    </dgm:pt>
    <dgm:pt modelId="{B41BF234-66EC-4F90-BA43-748E34FAB1EA}" type="pres">
      <dgm:prSet presAssocID="{B0A10588-A960-4753-8AD6-9F5EB78385A1}" presName="compNode" presStyleCnt="0"/>
      <dgm:spPr/>
    </dgm:pt>
    <dgm:pt modelId="{D49CD649-114A-4301-899A-7AB712C48F82}" type="pres">
      <dgm:prSet presAssocID="{B0A10588-A960-4753-8AD6-9F5EB78385A1}" presName="bgRect" presStyleLbl="bgShp" presStyleIdx="3" presStyleCnt="4"/>
      <dgm:spPr/>
    </dgm:pt>
    <dgm:pt modelId="{1EB3E142-0DF4-49A1-B939-883B8F6C6A69}" type="pres">
      <dgm:prSet presAssocID="{B0A10588-A960-4753-8AD6-9F5EB78385A1}" presName="iconRect" presStyleLbl="node1" presStyleIdx="3"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heckmark"/>
        </a:ext>
      </dgm:extLst>
    </dgm:pt>
    <dgm:pt modelId="{1ED800C3-C055-4934-9EF6-2E6B51466BF4}" type="pres">
      <dgm:prSet presAssocID="{B0A10588-A960-4753-8AD6-9F5EB78385A1}" presName="spaceRect" presStyleCnt="0"/>
      <dgm:spPr/>
    </dgm:pt>
    <dgm:pt modelId="{EE8D50D3-A939-446E-9D71-966B0D8C8EA9}" type="pres">
      <dgm:prSet presAssocID="{B0A10588-A960-4753-8AD6-9F5EB78385A1}" presName="parTx" presStyleLbl="revTx" presStyleIdx="3" presStyleCnt="4">
        <dgm:presLayoutVars>
          <dgm:chMax val="0"/>
          <dgm:chPref val="0"/>
        </dgm:presLayoutVars>
      </dgm:prSet>
      <dgm:spPr/>
    </dgm:pt>
  </dgm:ptLst>
  <dgm:cxnLst>
    <dgm:cxn modelId="{8CD12A04-9058-4954-8E32-47692777EB1D}" type="presOf" srcId="{B0A10588-A960-4753-8AD6-9F5EB78385A1}" destId="{EE8D50D3-A939-446E-9D71-966B0D8C8EA9}" srcOrd="0" destOrd="0" presId="urn:microsoft.com/office/officeart/2018/2/layout/IconVerticalSolidList"/>
    <dgm:cxn modelId="{48B57008-E6EB-4CF8-8A37-148D2943C0AA}" type="presOf" srcId="{DB05E35C-63E6-460C-A1E6-43C8163FEA4A}" destId="{0A51490F-692F-49BA-B3FB-F58F09177CCD}"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35B36E31-F8DC-406F-AFF2-F84F486D7E03}" srcId="{33284D22-5FBB-4E6B-B09D-FBF016189D2A}" destId="{DB05E35C-63E6-460C-A1E6-43C8163FEA4A}" srcOrd="2" destOrd="0" parTransId="{3CDF87E1-8D29-4E27-9E70-D7A9F3CB79E8}" sibTransId="{1278C1F6-A774-479A-B159-EDC4D8BA4AAD}"/>
    <dgm:cxn modelId="{8D2A474F-2BA0-4942-9F36-179AD813D620}" srcId="{33284D22-5FBB-4E6B-B09D-FBF016189D2A}" destId="{B0A10588-A960-4753-8AD6-9F5EB78385A1}" srcOrd="3" destOrd="0" parTransId="{E91ED6C2-34E9-45CE-B992-721D450D79CF}" sibTransId="{8BA827FC-498D-40CA-A31D-B7437880D002}"/>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 modelId="{E71AA441-37CD-4D27-AEFD-278F9A71EC29}" type="presParOf" srcId="{ABF4C45D-15C4-49D3-B04C-388C7AFC570D}" destId="{E6486C3B-28A4-4521-8E35-AE3348178F64}" srcOrd="3" destOrd="0" presId="urn:microsoft.com/office/officeart/2018/2/layout/IconVerticalSolidList"/>
    <dgm:cxn modelId="{A679FC2E-A8D1-4C00-8AF0-32BCB3F34145}" type="presParOf" srcId="{ABF4C45D-15C4-49D3-B04C-388C7AFC570D}" destId="{BFD392E1-95F0-4EC4-A4EB-44BAF7634A45}" srcOrd="4" destOrd="0" presId="urn:microsoft.com/office/officeart/2018/2/layout/IconVerticalSolidList"/>
    <dgm:cxn modelId="{5AC86E0F-D7A6-4B6C-A821-ECBD512A4F73}" type="presParOf" srcId="{BFD392E1-95F0-4EC4-A4EB-44BAF7634A45}" destId="{F83670AA-A35D-4B83-B995-7890FF58E34F}" srcOrd="0" destOrd="0" presId="urn:microsoft.com/office/officeart/2018/2/layout/IconVerticalSolidList"/>
    <dgm:cxn modelId="{D80D9922-AE14-4FC7-A79B-AB784DED4CC0}" type="presParOf" srcId="{BFD392E1-95F0-4EC4-A4EB-44BAF7634A45}" destId="{CE5AB21A-36D9-401A-9CB5-EC00550E49EA}" srcOrd="1" destOrd="0" presId="urn:microsoft.com/office/officeart/2018/2/layout/IconVerticalSolidList"/>
    <dgm:cxn modelId="{5D981437-25ED-410E-8F6C-659627C118C0}" type="presParOf" srcId="{BFD392E1-95F0-4EC4-A4EB-44BAF7634A45}" destId="{0A93A931-9285-42F1-8767-1B3A59CDAF41}" srcOrd="2" destOrd="0" presId="urn:microsoft.com/office/officeart/2018/2/layout/IconVerticalSolidList"/>
    <dgm:cxn modelId="{8B32384B-7569-49F4-AF38-659FD55781E4}" type="presParOf" srcId="{BFD392E1-95F0-4EC4-A4EB-44BAF7634A45}" destId="{0A51490F-692F-49BA-B3FB-F58F09177CCD}" srcOrd="3" destOrd="0" presId="urn:microsoft.com/office/officeart/2018/2/layout/IconVerticalSolidList"/>
    <dgm:cxn modelId="{44A06731-CAFA-48CB-A899-63D7C5E49BA2}" type="presParOf" srcId="{ABF4C45D-15C4-49D3-B04C-388C7AFC570D}" destId="{FC63AF45-14BB-4475-93DD-D594063D4739}" srcOrd="5" destOrd="0" presId="urn:microsoft.com/office/officeart/2018/2/layout/IconVerticalSolidList"/>
    <dgm:cxn modelId="{5B895EF0-9FEB-4BAF-92FF-C0A634B282F7}" type="presParOf" srcId="{ABF4C45D-15C4-49D3-B04C-388C7AFC570D}" destId="{B41BF234-66EC-4F90-BA43-748E34FAB1EA}" srcOrd="6" destOrd="0" presId="urn:microsoft.com/office/officeart/2018/2/layout/IconVerticalSolidList"/>
    <dgm:cxn modelId="{A804A50B-88A8-4F56-A9EF-A9DF2B1FFFC9}" type="presParOf" srcId="{B41BF234-66EC-4F90-BA43-748E34FAB1EA}" destId="{D49CD649-114A-4301-899A-7AB712C48F82}" srcOrd="0" destOrd="0" presId="urn:microsoft.com/office/officeart/2018/2/layout/IconVerticalSolidList"/>
    <dgm:cxn modelId="{6436544E-E92D-4B34-960C-A1FBDBF65FFB}" type="presParOf" srcId="{B41BF234-66EC-4F90-BA43-748E34FAB1EA}" destId="{1EB3E142-0DF4-49A1-B939-883B8F6C6A69}" srcOrd="1" destOrd="0" presId="urn:microsoft.com/office/officeart/2018/2/layout/IconVerticalSolidList"/>
    <dgm:cxn modelId="{009C07CC-A7EE-4820-AC00-9077C607B1EB}" type="presParOf" srcId="{B41BF234-66EC-4F90-BA43-748E34FAB1EA}" destId="{1ED800C3-C055-4934-9EF6-2E6B51466BF4}" srcOrd="2" destOrd="0" presId="urn:microsoft.com/office/officeart/2018/2/layout/IconVerticalSolidList"/>
    <dgm:cxn modelId="{3966C3FA-2642-4ABF-A8D5-A69B0D56BB87}" type="presParOf" srcId="{B41BF234-66EC-4F90-BA43-748E34FAB1EA}" destId="{EE8D50D3-A939-446E-9D71-966B0D8C8E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7B6F7A-9D7F-44E7-947C-C27B176947BD}"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PK"/>
        </a:p>
      </dgm:t>
    </dgm:pt>
    <dgm:pt modelId="{50953A08-5D1D-4B1A-AF14-02180DCDEB3E}">
      <dgm:prSet custT="1"/>
      <dgm:spPr/>
      <dgm:t>
        <a:bodyPr/>
        <a:lstStyle/>
        <a:p>
          <a:r>
            <a:rPr lang="en-US" sz="2000" dirty="0">
              <a:latin typeface="+mn-lt"/>
              <a:cs typeface="Arial" panose="020B0604020202020204" pitchFamily="34" charset="0"/>
            </a:rPr>
            <a:t>A characteristic feature of distributed systems is the notion of partial failure:</a:t>
          </a:r>
          <a:endParaRPr lang="en-PK" sz="2000" dirty="0">
            <a:latin typeface="+mn-lt"/>
            <a:cs typeface="Arial" panose="020B0604020202020204" pitchFamily="34" charset="0"/>
          </a:endParaRPr>
        </a:p>
      </dgm:t>
    </dgm:pt>
    <dgm:pt modelId="{5089D8FB-BB02-4F85-8B7B-B3A4F5FDA1E4}" type="parTrans" cxnId="{E2C52DF6-6144-4865-92E0-AC9A411C15C6}">
      <dgm:prSet/>
      <dgm:spPr/>
      <dgm:t>
        <a:bodyPr/>
        <a:lstStyle/>
        <a:p>
          <a:endParaRPr lang="en-PK"/>
        </a:p>
      </dgm:t>
    </dgm:pt>
    <dgm:pt modelId="{F1B78A0A-054E-4FF0-9B21-BCD9510B287B}" type="sibTrans" cxnId="{E2C52DF6-6144-4865-92E0-AC9A411C15C6}">
      <dgm:prSet/>
      <dgm:spPr/>
      <dgm:t>
        <a:bodyPr/>
        <a:lstStyle/>
        <a:p>
          <a:endParaRPr lang="en-PK"/>
        </a:p>
      </dgm:t>
    </dgm:pt>
    <dgm:pt modelId="{D77A6FF4-8CBA-4CA1-94C5-2655FDC79908}">
      <dgm:prSet custT="1"/>
      <dgm:spPr/>
      <dgm:t>
        <a:bodyPr/>
        <a:lstStyle/>
        <a:p>
          <a:r>
            <a:rPr lang="en-US" sz="2000" dirty="0">
              <a:latin typeface="+mn-lt"/>
              <a:cs typeface="Arial" panose="020B0604020202020204" pitchFamily="34" charset="0"/>
            </a:rPr>
            <a:t>An important goal in distributed systems design is to construct the system in such a way that it can automatically recover from partial failures without seriously affecting the overall performance</a:t>
          </a:r>
          <a:r>
            <a:rPr lang="en-US" sz="1500" dirty="0">
              <a:latin typeface="Arial" panose="020B0604020202020204" pitchFamily="34" charset="0"/>
              <a:cs typeface="Arial" panose="020B0604020202020204" pitchFamily="34" charset="0"/>
            </a:rPr>
            <a:t>. </a:t>
          </a:r>
          <a:endParaRPr lang="en-PK" sz="1500" dirty="0">
            <a:latin typeface="Arial" panose="020B0604020202020204" pitchFamily="34" charset="0"/>
            <a:cs typeface="Arial" panose="020B0604020202020204" pitchFamily="34" charset="0"/>
          </a:endParaRPr>
        </a:p>
      </dgm:t>
    </dgm:pt>
    <dgm:pt modelId="{3165091E-AA8E-4338-8115-5553B8A32499}" type="parTrans" cxnId="{D296A30B-094B-4A1F-893E-7EC188E5A84E}">
      <dgm:prSet/>
      <dgm:spPr/>
      <dgm:t>
        <a:bodyPr/>
        <a:lstStyle/>
        <a:p>
          <a:endParaRPr lang="en-PK"/>
        </a:p>
      </dgm:t>
    </dgm:pt>
    <dgm:pt modelId="{10F67AAE-9614-4307-8C30-FC36948913F8}" type="sibTrans" cxnId="{D296A30B-094B-4A1F-893E-7EC188E5A84E}">
      <dgm:prSet/>
      <dgm:spPr/>
      <dgm:t>
        <a:bodyPr/>
        <a:lstStyle/>
        <a:p>
          <a:endParaRPr lang="en-PK"/>
        </a:p>
      </dgm:t>
    </dgm:pt>
    <dgm:pt modelId="{B4A38FB9-A50D-437F-B1DF-BBE783DB9E5A}">
      <dgm:prSet custT="1"/>
      <dgm:spPr/>
      <dgm:t>
        <a:bodyPr/>
        <a:lstStyle/>
        <a:p>
          <a:r>
            <a:rPr lang="en-US" sz="2000" dirty="0">
              <a:latin typeface="+mn-lt"/>
              <a:cs typeface="Arial" panose="020B0604020202020204" pitchFamily="34" charset="0"/>
            </a:rPr>
            <a:t> A partial failure may happen when one component in a distributed system fails. </a:t>
          </a:r>
          <a:endParaRPr lang="en-PK" sz="2000" dirty="0">
            <a:latin typeface="+mn-lt"/>
            <a:cs typeface="Arial" panose="020B0604020202020204" pitchFamily="34" charset="0"/>
          </a:endParaRPr>
        </a:p>
      </dgm:t>
    </dgm:pt>
    <dgm:pt modelId="{48C33095-F6C6-451C-8A7E-F2FCD1273BD4}" type="parTrans" cxnId="{1A351518-1B85-42AA-8B38-F84C19513DBA}">
      <dgm:prSet/>
      <dgm:spPr/>
      <dgm:t>
        <a:bodyPr/>
        <a:lstStyle/>
        <a:p>
          <a:endParaRPr lang="en-US"/>
        </a:p>
      </dgm:t>
    </dgm:pt>
    <dgm:pt modelId="{200B1D65-00F3-4BC4-B4FA-5BA4C7A11793}" type="sibTrans" cxnId="{1A351518-1B85-42AA-8B38-F84C19513DBA}">
      <dgm:prSet/>
      <dgm:spPr/>
      <dgm:t>
        <a:bodyPr/>
        <a:lstStyle/>
        <a:p>
          <a:endParaRPr lang="en-US"/>
        </a:p>
      </dgm:t>
    </dgm:pt>
    <dgm:pt modelId="{027D406F-E993-4F3D-93B6-F71B1C6509B2}">
      <dgm:prSet custT="1"/>
      <dgm:spPr/>
      <dgm:t>
        <a:bodyPr/>
        <a:lstStyle/>
        <a:p>
          <a:r>
            <a:rPr lang="en-US" sz="2000" dirty="0">
              <a:latin typeface="+mn-lt"/>
              <a:cs typeface="Arial" panose="020B0604020202020204" pitchFamily="34" charset="0"/>
            </a:rPr>
            <a:t>This failure may affect the proper operation of other components, while at the same time leaving yet other components totally unaffected.</a:t>
          </a:r>
          <a:endParaRPr lang="en-PK" sz="2000" dirty="0">
            <a:latin typeface="+mn-lt"/>
            <a:cs typeface="Arial" panose="020B0604020202020204" pitchFamily="34" charset="0"/>
          </a:endParaRPr>
        </a:p>
      </dgm:t>
    </dgm:pt>
    <dgm:pt modelId="{9D3D3A38-6937-4640-AA1A-0E8FB6665D84}" type="parTrans" cxnId="{8A6EF808-9DEC-448E-8A90-FCF16532AE77}">
      <dgm:prSet/>
      <dgm:spPr/>
      <dgm:t>
        <a:bodyPr/>
        <a:lstStyle/>
        <a:p>
          <a:endParaRPr lang="en-US"/>
        </a:p>
      </dgm:t>
    </dgm:pt>
    <dgm:pt modelId="{3151C987-92B1-4E46-8724-63BCC4295690}" type="sibTrans" cxnId="{8A6EF808-9DEC-448E-8A90-FCF16532AE77}">
      <dgm:prSet/>
      <dgm:spPr/>
      <dgm:t>
        <a:bodyPr/>
        <a:lstStyle/>
        <a:p>
          <a:endParaRPr lang="en-US"/>
        </a:p>
      </dgm:t>
    </dgm:pt>
    <dgm:pt modelId="{F744A4DC-9443-4DFA-8648-84FB89A34382}" type="pres">
      <dgm:prSet presAssocID="{B57B6F7A-9D7F-44E7-947C-C27B176947BD}" presName="CompostProcess" presStyleCnt="0">
        <dgm:presLayoutVars>
          <dgm:dir/>
          <dgm:resizeHandles val="exact"/>
        </dgm:presLayoutVars>
      </dgm:prSet>
      <dgm:spPr/>
    </dgm:pt>
    <dgm:pt modelId="{0FCA9D39-C6BB-4395-9481-7D11F4C6909F}" type="pres">
      <dgm:prSet presAssocID="{B57B6F7A-9D7F-44E7-947C-C27B176947BD}" presName="arrow" presStyleLbl="bgShp" presStyleIdx="0" presStyleCnt="1"/>
      <dgm:spPr/>
    </dgm:pt>
    <dgm:pt modelId="{D14F6A16-AC1C-43D7-9AD9-9B29B7B7F509}" type="pres">
      <dgm:prSet presAssocID="{B57B6F7A-9D7F-44E7-947C-C27B176947BD}" presName="linearProcess" presStyleCnt="0"/>
      <dgm:spPr/>
    </dgm:pt>
    <dgm:pt modelId="{047A4F0A-0B8D-48BA-9910-E99A2C2A8EFF}" type="pres">
      <dgm:prSet presAssocID="{50953A08-5D1D-4B1A-AF14-02180DCDEB3E}" presName="textNode" presStyleLbl="node1" presStyleIdx="0" presStyleCnt="2" custScaleX="108940" custScaleY="167130">
        <dgm:presLayoutVars>
          <dgm:bulletEnabled val="1"/>
        </dgm:presLayoutVars>
      </dgm:prSet>
      <dgm:spPr/>
    </dgm:pt>
    <dgm:pt modelId="{17BA247D-1EF2-4543-80FD-4B222BACABBE}" type="pres">
      <dgm:prSet presAssocID="{F1B78A0A-054E-4FF0-9B21-BCD9510B287B}" presName="sibTrans" presStyleCnt="0"/>
      <dgm:spPr/>
    </dgm:pt>
    <dgm:pt modelId="{418CB92C-366C-4FF8-97AC-66FBD22B220C}" type="pres">
      <dgm:prSet presAssocID="{D77A6FF4-8CBA-4CA1-94C5-2655FDC79908}" presName="textNode" presStyleLbl="node1" presStyleIdx="1" presStyleCnt="2" custScaleY="168427">
        <dgm:presLayoutVars>
          <dgm:bulletEnabled val="1"/>
        </dgm:presLayoutVars>
      </dgm:prSet>
      <dgm:spPr/>
    </dgm:pt>
  </dgm:ptLst>
  <dgm:cxnLst>
    <dgm:cxn modelId="{8A6EF808-9DEC-448E-8A90-FCF16532AE77}" srcId="{50953A08-5D1D-4B1A-AF14-02180DCDEB3E}" destId="{027D406F-E993-4F3D-93B6-F71B1C6509B2}" srcOrd="1" destOrd="0" parTransId="{9D3D3A38-6937-4640-AA1A-0E8FB6665D84}" sibTransId="{3151C987-92B1-4E46-8724-63BCC4295690}"/>
    <dgm:cxn modelId="{D296A30B-094B-4A1F-893E-7EC188E5A84E}" srcId="{B57B6F7A-9D7F-44E7-947C-C27B176947BD}" destId="{D77A6FF4-8CBA-4CA1-94C5-2655FDC79908}" srcOrd="1" destOrd="0" parTransId="{3165091E-AA8E-4338-8115-5553B8A32499}" sibTransId="{10F67AAE-9614-4307-8C30-FC36948913F8}"/>
    <dgm:cxn modelId="{1A351518-1B85-42AA-8B38-F84C19513DBA}" srcId="{50953A08-5D1D-4B1A-AF14-02180DCDEB3E}" destId="{B4A38FB9-A50D-437F-B1DF-BBE783DB9E5A}" srcOrd="0" destOrd="0" parTransId="{48C33095-F6C6-451C-8A7E-F2FCD1273BD4}" sibTransId="{200B1D65-00F3-4BC4-B4FA-5BA4C7A11793}"/>
    <dgm:cxn modelId="{0EB1E465-0C99-4AC0-9002-6A2087AAE603}" type="presOf" srcId="{B57B6F7A-9D7F-44E7-947C-C27B176947BD}" destId="{F744A4DC-9443-4DFA-8648-84FB89A34382}" srcOrd="0" destOrd="0" presId="urn:microsoft.com/office/officeart/2005/8/layout/hProcess9"/>
    <dgm:cxn modelId="{33EF8547-0A01-4093-B2F9-CFAE6F878A0B}" type="presOf" srcId="{027D406F-E993-4F3D-93B6-F71B1C6509B2}" destId="{047A4F0A-0B8D-48BA-9910-E99A2C2A8EFF}" srcOrd="0" destOrd="2" presId="urn:microsoft.com/office/officeart/2005/8/layout/hProcess9"/>
    <dgm:cxn modelId="{6DE5D972-C47F-44FD-B493-90BA04F172F6}" type="presOf" srcId="{D77A6FF4-8CBA-4CA1-94C5-2655FDC79908}" destId="{418CB92C-366C-4FF8-97AC-66FBD22B220C}" srcOrd="0" destOrd="0" presId="urn:microsoft.com/office/officeart/2005/8/layout/hProcess9"/>
    <dgm:cxn modelId="{3755CC7A-5C2E-4CC5-9C83-7B34025BB44C}" type="presOf" srcId="{50953A08-5D1D-4B1A-AF14-02180DCDEB3E}" destId="{047A4F0A-0B8D-48BA-9910-E99A2C2A8EFF}" srcOrd="0" destOrd="0" presId="urn:microsoft.com/office/officeart/2005/8/layout/hProcess9"/>
    <dgm:cxn modelId="{A64721C9-83B0-4123-BF6B-26A0ED218EDD}" type="presOf" srcId="{B4A38FB9-A50D-437F-B1DF-BBE783DB9E5A}" destId="{047A4F0A-0B8D-48BA-9910-E99A2C2A8EFF}" srcOrd="0" destOrd="1" presId="urn:microsoft.com/office/officeart/2005/8/layout/hProcess9"/>
    <dgm:cxn modelId="{E2C52DF6-6144-4865-92E0-AC9A411C15C6}" srcId="{B57B6F7A-9D7F-44E7-947C-C27B176947BD}" destId="{50953A08-5D1D-4B1A-AF14-02180DCDEB3E}" srcOrd="0" destOrd="0" parTransId="{5089D8FB-BB02-4F85-8B7B-B3A4F5FDA1E4}" sibTransId="{F1B78A0A-054E-4FF0-9B21-BCD9510B287B}"/>
    <dgm:cxn modelId="{68E5C97B-4EC6-4F87-93CD-2A7FB0DC1DB9}" type="presParOf" srcId="{F744A4DC-9443-4DFA-8648-84FB89A34382}" destId="{0FCA9D39-C6BB-4395-9481-7D11F4C6909F}" srcOrd="0" destOrd="0" presId="urn:microsoft.com/office/officeart/2005/8/layout/hProcess9"/>
    <dgm:cxn modelId="{277D086F-711A-4056-8458-F5247B71BB65}" type="presParOf" srcId="{F744A4DC-9443-4DFA-8648-84FB89A34382}" destId="{D14F6A16-AC1C-43D7-9AD9-9B29B7B7F509}" srcOrd="1" destOrd="0" presId="urn:microsoft.com/office/officeart/2005/8/layout/hProcess9"/>
    <dgm:cxn modelId="{8D1F9A04-D0A9-4119-A6E1-5933BF153312}" type="presParOf" srcId="{D14F6A16-AC1C-43D7-9AD9-9B29B7B7F509}" destId="{047A4F0A-0B8D-48BA-9910-E99A2C2A8EFF}" srcOrd="0" destOrd="0" presId="urn:microsoft.com/office/officeart/2005/8/layout/hProcess9"/>
    <dgm:cxn modelId="{6BEF2207-577E-4304-BAC0-4F0C637CDC91}" type="presParOf" srcId="{D14F6A16-AC1C-43D7-9AD9-9B29B7B7F509}" destId="{17BA247D-1EF2-4543-80FD-4B222BACABBE}" srcOrd="1" destOrd="0" presId="urn:microsoft.com/office/officeart/2005/8/layout/hProcess9"/>
    <dgm:cxn modelId="{0E2EA923-2B31-4A8F-958E-561CEAF88475}" type="presParOf" srcId="{D14F6A16-AC1C-43D7-9AD9-9B29B7B7F509}" destId="{418CB92C-366C-4FF8-97AC-66FBD22B220C}" srcOrd="2"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3D65E9-D98E-4B35-B119-F6B16588C55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PK"/>
        </a:p>
      </dgm:t>
    </dgm:pt>
    <dgm:pt modelId="{3120606B-2A4B-444F-8EBC-68C7C87C2896}">
      <dgm:prSet/>
      <dgm:spPr/>
      <dgm:t>
        <a:bodyPr/>
        <a:lstStyle/>
        <a:p>
          <a:r>
            <a:rPr lang="en-US" dirty="0">
              <a:solidFill>
                <a:schemeClr val="bg1"/>
              </a:solidFill>
              <a:latin typeface="Arial" panose="020B0604020202020204" pitchFamily="34" charset="0"/>
              <a:cs typeface="Arial" panose="020B0604020202020204" pitchFamily="34" charset="0"/>
            </a:rPr>
            <a:t>Faults are generally classified as transient, intermittent, or permanent</a:t>
          </a:r>
          <a:r>
            <a:rPr lang="en-US" dirty="0">
              <a:solidFill>
                <a:schemeClr val="bg1"/>
              </a:solidFill>
            </a:rPr>
            <a:t>: </a:t>
          </a:r>
          <a:endParaRPr lang="en-PK" dirty="0">
            <a:solidFill>
              <a:schemeClr val="bg1"/>
            </a:solidFill>
          </a:endParaRPr>
        </a:p>
      </dgm:t>
    </dgm:pt>
    <dgm:pt modelId="{D0A0B0EF-FD53-41BC-BF37-408093AD03C7}" type="parTrans" cxnId="{F43E49F1-71D9-4E6E-B980-08C048578E52}">
      <dgm:prSet/>
      <dgm:spPr/>
      <dgm:t>
        <a:bodyPr/>
        <a:lstStyle/>
        <a:p>
          <a:endParaRPr lang="en-PK"/>
        </a:p>
      </dgm:t>
    </dgm:pt>
    <dgm:pt modelId="{030E0815-8A9D-462B-BC06-7EBD230DE95A}" type="sibTrans" cxnId="{F43E49F1-71D9-4E6E-B980-08C048578E52}">
      <dgm:prSet/>
      <dgm:spPr/>
      <dgm:t>
        <a:bodyPr/>
        <a:lstStyle/>
        <a:p>
          <a:endParaRPr lang="en-PK"/>
        </a:p>
      </dgm:t>
    </dgm:pt>
    <dgm:pt modelId="{AE78AB5D-CA4F-48C1-8E5A-6F9220522EAC}">
      <dgm:prSet/>
      <dgm:spPr/>
      <dgm:t>
        <a:bodyPr/>
        <a:lstStyle/>
        <a:p>
          <a:r>
            <a:rPr lang="en-US" b="1" dirty="0">
              <a:solidFill>
                <a:schemeClr val="tx1"/>
              </a:solidFill>
              <a:latin typeface="+mn-lt"/>
              <a:cs typeface="Arial" panose="020B0604020202020204" pitchFamily="34" charset="0"/>
            </a:rPr>
            <a:t>Transient fault: </a:t>
          </a:r>
          <a:r>
            <a:rPr lang="en-US" dirty="0">
              <a:solidFill>
                <a:schemeClr val="tx1"/>
              </a:solidFill>
              <a:latin typeface="+mn-lt"/>
              <a:cs typeface="Arial" panose="020B0604020202020204" pitchFamily="34" charset="0"/>
            </a:rPr>
            <a:t>Occurs once and then disappear. If the operation is repeated, the fault goes away.</a:t>
          </a:r>
          <a:endParaRPr lang="en-PK" dirty="0">
            <a:latin typeface="+mn-lt"/>
            <a:cs typeface="Arial" panose="020B0604020202020204" pitchFamily="34" charset="0"/>
          </a:endParaRPr>
        </a:p>
      </dgm:t>
    </dgm:pt>
    <dgm:pt modelId="{EBA63AE8-5588-40D5-8999-B4A282039CF6}" type="parTrans" cxnId="{29B3681E-66C8-47D7-87DE-FA61231F75DD}">
      <dgm:prSet/>
      <dgm:spPr/>
      <dgm:t>
        <a:bodyPr/>
        <a:lstStyle/>
        <a:p>
          <a:endParaRPr lang="en-PK"/>
        </a:p>
      </dgm:t>
    </dgm:pt>
    <dgm:pt modelId="{4F370E98-9501-4A30-BA5C-73D8C9E6012F}" type="sibTrans" cxnId="{29B3681E-66C8-47D7-87DE-FA61231F75DD}">
      <dgm:prSet/>
      <dgm:spPr/>
      <dgm:t>
        <a:bodyPr/>
        <a:lstStyle/>
        <a:p>
          <a:endParaRPr lang="en-PK"/>
        </a:p>
      </dgm:t>
    </dgm:pt>
    <dgm:pt modelId="{39E20EEB-CBE2-4D5A-8082-07C693DA6F5F}">
      <dgm:prSet/>
      <dgm:spPr/>
      <dgm:t>
        <a:bodyPr/>
        <a:lstStyle/>
        <a:p>
          <a:r>
            <a:rPr lang="en-US" b="1" dirty="0">
              <a:solidFill>
                <a:schemeClr val="tx1"/>
              </a:solidFill>
              <a:latin typeface="+mn-lt"/>
              <a:cs typeface="Arial" panose="020B0604020202020204" pitchFamily="34" charset="0"/>
            </a:rPr>
            <a:t>Intermittent fault: </a:t>
          </a:r>
          <a:r>
            <a:rPr lang="en-US" dirty="0">
              <a:solidFill>
                <a:schemeClr val="tx1"/>
              </a:solidFill>
              <a:latin typeface="+mn-lt"/>
              <a:cs typeface="Arial" panose="020B0604020202020204" pitchFamily="34" charset="0"/>
            </a:rPr>
            <a:t>Occurs, then vanishes of its own accord, then reappears, and so on. A loose contact on a connector will often cause an intermittent fault.</a:t>
          </a:r>
        </a:p>
      </dgm:t>
    </dgm:pt>
    <dgm:pt modelId="{86550DF6-1234-4078-9D78-EDCCA0A77976}" type="parTrans" cxnId="{6D379BFA-B63B-4F44-BB8C-52FE83130D77}">
      <dgm:prSet/>
      <dgm:spPr/>
      <dgm:t>
        <a:bodyPr/>
        <a:lstStyle/>
        <a:p>
          <a:endParaRPr lang="en-PK"/>
        </a:p>
      </dgm:t>
    </dgm:pt>
    <dgm:pt modelId="{648B02EF-28BB-4760-93A5-96D99BAAF518}" type="sibTrans" cxnId="{6D379BFA-B63B-4F44-BB8C-52FE83130D77}">
      <dgm:prSet/>
      <dgm:spPr/>
      <dgm:t>
        <a:bodyPr/>
        <a:lstStyle/>
        <a:p>
          <a:endParaRPr lang="en-PK"/>
        </a:p>
      </dgm:t>
    </dgm:pt>
    <dgm:pt modelId="{AF487D62-3837-4FD0-9D48-DAD815412915}">
      <dgm:prSet/>
      <dgm:spPr/>
      <dgm:t>
        <a:bodyPr/>
        <a:lstStyle/>
        <a:p>
          <a:r>
            <a:rPr lang="en-US" b="1" dirty="0">
              <a:solidFill>
                <a:schemeClr val="tx1"/>
              </a:solidFill>
              <a:latin typeface="+mn-lt"/>
              <a:cs typeface="Arial" panose="020B0604020202020204" pitchFamily="34" charset="0"/>
            </a:rPr>
            <a:t>Permanent fault: </a:t>
          </a:r>
          <a:r>
            <a:rPr lang="en-US" dirty="0">
              <a:solidFill>
                <a:schemeClr val="tx1"/>
              </a:solidFill>
              <a:latin typeface="+mn-lt"/>
              <a:cs typeface="Arial" panose="020B0604020202020204" pitchFamily="34" charset="0"/>
            </a:rPr>
            <a:t>Is one that continues to exist until the faulty component is replaced. Burnt-out chips, software bugs, and disk head crashes are examples of permanent faults.</a:t>
          </a:r>
          <a:endParaRPr lang="en-PK" dirty="0">
            <a:solidFill>
              <a:schemeClr val="tx1"/>
            </a:solidFill>
            <a:latin typeface="+mn-lt"/>
            <a:cs typeface="Arial" panose="020B0604020202020204" pitchFamily="34" charset="0"/>
          </a:endParaRPr>
        </a:p>
      </dgm:t>
    </dgm:pt>
    <dgm:pt modelId="{E9134D92-B011-4164-A186-BBDD8944C643}" type="parTrans" cxnId="{BEDF13FF-E20A-4047-9620-EDC16F6079D3}">
      <dgm:prSet/>
      <dgm:spPr/>
      <dgm:t>
        <a:bodyPr/>
        <a:lstStyle/>
        <a:p>
          <a:endParaRPr lang="en-PK"/>
        </a:p>
      </dgm:t>
    </dgm:pt>
    <dgm:pt modelId="{A7D7B6F7-E1C7-4EF7-8838-64107FE722B2}" type="sibTrans" cxnId="{BEDF13FF-E20A-4047-9620-EDC16F6079D3}">
      <dgm:prSet/>
      <dgm:spPr/>
      <dgm:t>
        <a:bodyPr/>
        <a:lstStyle/>
        <a:p>
          <a:endParaRPr lang="en-PK"/>
        </a:p>
      </dgm:t>
    </dgm:pt>
    <dgm:pt modelId="{9D102F94-E4DC-4CC5-9F36-2AA5B30C8483}" type="pres">
      <dgm:prSet presAssocID="{013D65E9-D98E-4B35-B119-F6B16588C554}" presName="linearFlow" presStyleCnt="0">
        <dgm:presLayoutVars>
          <dgm:dir/>
          <dgm:animLvl val="lvl"/>
          <dgm:resizeHandles val="exact"/>
        </dgm:presLayoutVars>
      </dgm:prSet>
      <dgm:spPr/>
    </dgm:pt>
    <dgm:pt modelId="{909C629F-C818-4818-846D-683E7A16AB78}" type="pres">
      <dgm:prSet presAssocID="{3120606B-2A4B-444F-8EBC-68C7C87C2896}" presName="composite" presStyleCnt="0"/>
      <dgm:spPr/>
    </dgm:pt>
    <dgm:pt modelId="{EAF676BA-F013-48D5-AD15-62CE0451E6C3}" type="pres">
      <dgm:prSet presAssocID="{3120606B-2A4B-444F-8EBC-68C7C87C2896}" presName="parentText" presStyleLbl="alignNode1" presStyleIdx="0" presStyleCnt="1">
        <dgm:presLayoutVars>
          <dgm:chMax val="1"/>
          <dgm:bulletEnabled val="1"/>
        </dgm:presLayoutVars>
      </dgm:prSet>
      <dgm:spPr/>
    </dgm:pt>
    <dgm:pt modelId="{2E2D3930-9034-48AA-9262-13608BCB0882}" type="pres">
      <dgm:prSet presAssocID="{3120606B-2A4B-444F-8EBC-68C7C87C2896}" presName="descendantText" presStyleLbl="alignAcc1" presStyleIdx="0" presStyleCnt="1">
        <dgm:presLayoutVars>
          <dgm:bulletEnabled val="1"/>
        </dgm:presLayoutVars>
      </dgm:prSet>
      <dgm:spPr/>
    </dgm:pt>
  </dgm:ptLst>
  <dgm:cxnLst>
    <dgm:cxn modelId="{29B3681E-66C8-47D7-87DE-FA61231F75DD}" srcId="{3120606B-2A4B-444F-8EBC-68C7C87C2896}" destId="{AE78AB5D-CA4F-48C1-8E5A-6F9220522EAC}" srcOrd="0" destOrd="0" parTransId="{EBA63AE8-5588-40D5-8999-B4A282039CF6}" sibTransId="{4F370E98-9501-4A30-BA5C-73D8C9E6012F}"/>
    <dgm:cxn modelId="{C9C83D2B-FC2B-4C31-A0B5-8987A92B1D9A}" type="presOf" srcId="{AE78AB5D-CA4F-48C1-8E5A-6F9220522EAC}" destId="{2E2D3930-9034-48AA-9262-13608BCB0882}" srcOrd="0" destOrd="0" presId="urn:microsoft.com/office/officeart/2005/8/layout/chevron2"/>
    <dgm:cxn modelId="{1FF93732-CFF9-413E-BBF3-8F70B92D6847}" type="presOf" srcId="{013D65E9-D98E-4B35-B119-F6B16588C554}" destId="{9D102F94-E4DC-4CC5-9F36-2AA5B30C8483}" srcOrd="0" destOrd="0" presId="urn:microsoft.com/office/officeart/2005/8/layout/chevron2"/>
    <dgm:cxn modelId="{22750B87-846B-4883-9B6F-9A95C6311EFB}" type="presOf" srcId="{39E20EEB-CBE2-4D5A-8082-07C693DA6F5F}" destId="{2E2D3930-9034-48AA-9262-13608BCB0882}" srcOrd="0" destOrd="1" presId="urn:microsoft.com/office/officeart/2005/8/layout/chevron2"/>
    <dgm:cxn modelId="{7BAFD2B8-25F5-4258-981F-AD71323A5016}" type="presOf" srcId="{3120606B-2A4B-444F-8EBC-68C7C87C2896}" destId="{EAF676BA-F013-48D5-AD15-62CE0451E6C3}" srcOrd="0" destOrd="0" presId="urn:microsoft.com/office/officeart/2005/8/layout/chevron2"/>
    <dgm:cxn modelId="{5C5615E8-D71D-421B-A0F8-469FA814DA47}" type="presOf" srcId="{AF487D62-3837-4FD0-9D48-DAD815412915}" destId="{2E2D3930-9034-48AA-9262-13608BCB0882}" srcOrd="0" destOrd="2" presId="urn:microsoft.com/office/officeart/2005/8/layout/chevron2"/>
    <dgm:cxn modelId="{F43E49F1-71D9-4E6E-B980-08C048578E52}" srcId="{013D65E9-D98E-4B35-B119-F6B16588C554}" destId="{3120606B-2A4B-444F-8EBC-68C7C87C2896}" srcOrd="0" destOrd="0" parTransId="{D0A0B0EF-FD53-41BC-BF37-408093AD03C7}" sibTransId="{030E0815-8A9D-462B-BC06-7EBD230DE95A}"/>
    <dgm:cxn modelId="{6D379BFA-B63B-4F44-BB8C-52FE83130D77}" srcId="{3120606B-2A4B-444F-8EBC-68C7C87C2896}" destId="{39E20EEB-CBE2-4D5A-8082-07C693DA6F5F}" srcOrd="1" destOrd="0" parTransId="{86550DF6-1234-4078-9D78-EDCCA0A77976}" sibTransId="{648B02EF-28BB-4760-93A5-96D99BAAF518}"/>
    <dgm:cxn modelId="{BEDF13FF-E20A-4047-9620-EDC16F6079D3}" srcId="{3120606B-2A4B-444F-8EBC-68C7C87C2896}" destId="{AF487D62-3837-4FD0-9D48-DAD815412915}" srcOrd="2" destOrd="0" parTransId="{E9134D92-B011-4164-A186-BBDD8944C643}" sibTransId="{A7D7B6F7-E1C7-4EF7-8838-64107FE722B2}"/>
    <dgm:cxn modelId="{21BBE7DF-DB71-49BA-9D7C-4EBFB9B52359}" type="presParOf" srcId="{9D102F94-E4DC-4CC5-9F36-2AA5B30C8483}" destId="{909C629F-C818-4818-846D-683E7A16AB78}" srcOrd="0" destOrd="0" presId="urn:microsoft.com/office/officeart/2005/8/layout/chevron2"/>
    <dgm:cxn modelId="{3EF9D2A3-DE1A-4A16-A83E-166C361F1CBB}" type="presParOf" srcId="{909C629F-C818-4818-846D-683E7A16AB78}" destId="{EAF676BA-F013-48D5-AD15-62CE0451E6C3}" srcOrd="0" destOrd="0" presId="urn:microsoft.com/office/officeart/2005/8/layout/chevron2"/>
    <dgm:cxn modelId="{2FF83450-B056-4484-ACE4-BA827EA519DA}" type="presParOf" srcId="{909C629F-C818-4818-846D-683E7A16AB78}" destId="{2E2D3930-9034-48AA-9262-13608BCB088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2AB301-BB7D-4DCC-B3B0-0CBED534314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469B75AE-2820-4842-9D38-9791AD698C02}">
      <dgm:prSet custT="1"/>
      <dgm:spPr/>
      <dgm:t>
        <a:bodyPr/>
        <a:lstStyle/>
        <a:p>
          <a:pPr algn="ctr"/>
          <a:r>
            <a:rPr lang="en-US" sz="3200" dirty="0">
              <a:solidFill>
                <a:schemeClr val="bg1"/>
              </a:solidFill>
              <a:latin typeface="Arial" panose="020B0604020202020204" pitchFamily="34" charset="0"/>
              <a:cs typeface="Arial" panose="020B0604020202020204" pitchFamily="34" charset="0"/>
            </a:rPr>
            <a:t>Faults are generally classified  into five categories</a:t>
          </a:r>
          <a:r>
            <a:rPr lang="en-US" sz="3200" dirty="0">
              <a:solidFill>
                <a:schemeClr val="bg1"/>
              </a:solidFill>
            </a:rPr>
            <a:t>: </a:t>
          </a:r>
          <a:endParaRPr lang="en-PK" sz="3200" dirty="0"/>
        </a:p>
      </dgm:t>
    </dgm:pt>
    <dgm:pt modelId="{2C95B294-7B16-4D76-BC9A-DF81E56D1103}" type="parTrans" cxnId="{68FF005E-8D02-4B1A-BBD9-A6EC2243093A}">
      <dgm:prSet/>
      <dgm:spPr/>
      <dgm:t>
        <a:bodyPr/>
        <a:lstStyle/>
        <a:p>
          <a:endParaRPr lang="en-PK"/>
        </a:p>
      </dgm:t>
    </dgm:pt>
    <dgm:pt modelId="{D8CF12E8-9A9E-4157-88D3-2771FEE46B6F}" type="sibTrans" cxnId="{68FF005E-8D02-4B1A-BBD9-A6EC2243093A}">
      <dgm:prSet/>
      <dgm:spPr/>
      <dgm:t>
        <a:bodyPr/>
        <a:lstStyle/>
        <a:p>
          <a:endParaRPr lang="en-PK"/>
        </a:p>
      </dgm:t>
    </dgm:pt>
    <dgm:pt modelId="{E54723AD-E490-40CB-AF7E-81C271633C3D}">
      <dgm:prSet custT="1"/>
      <dgm:spPr/>
      <dgm:t>
        <a:bodyPr/>
        <a:lstStyle/>
        <a:p>
          <a:r>
            <a:rPr lang="en-US" sz="2100" b="1" dirty="0">
              <a:solidFill>
                <a:schemeClr val="tx1"/>
              </a:solidFill>
              <a:latin typeface="+mn-lt"/>
              <a:cs typeface="Arial" panose="020B0604020202020204" pitchFamily="34" charset="0"/>
            </a:rPr>
            <a:t>Crash failure: </a:t>
          </a:r>
          <a:r>
            <a:rPr lang="en-US" sz="2000" b="0" dirty="0">
              <a:solidFill>
                <a:schemeClr val="tx1"/>
              </a:solidFill>
              <a:latin typeface="+mn-lt"/>
              <a:cs typeface="Arial" panose="020B0604020202020204" pitchFamily="34" charset="0"/>
            </a:rPr>
            <a:t>A server halts but working correctly until it halts.</a:t>
          </a:r>
          <a:endParaRPr lang="en-PK" sz="2100" b="0" dirty="0">
            <a:latin typeface="+mn-lt"/>
          </a:endParaRPr>
        </a:p>
      </dgm:t>
    </dgm:pt>
    <dgm:pt modelId="{B8816252-DE12-4C69-A605-D10EC8A1BED8}" type="parTrans" cxnId="{7B8EBCE4-D477-4334-87EA-661C0B7287A8}">
      <dgm:prSet/>
      <dgm:spPr/>
      <dgm:t>
        <a:bodyPr/>
        <a:lstStyle/>
        <a:p>
          <a:endParaRPr lang="en-PK"/>
        </a:p>
      </dgm:t>
    </dgm:pt>
    <dgm:pt modelId="{F8C7C47E-12DB-4CFA-8618-90CB054227C2}" type="sibTrans" cxnId="{7B8EBCE4-D477-4334-87EA-661C0B7287A8}">
      <dgm:prSet/>
      <dgm:spPr/>
      <dgm:t>
        <a:bodyPr/>
        <a:lstStyle/>
        <a:p>
          <a:endParaRPr lang="en-PK"/>
        </a:p>
      </dgm:t>
    </dgm:pt>
    <dgm:pt modelId="{EF1A9EDC-4507-4592-96A3-857743B14DC4}">
      <dgm:prSet custT="1"/>
      <dgm:spPr/>
      <dgm:t>
        <a:bodyPr/>
        <a:lstStyle/>
        <a:p>
          <a:r>
            <a:rPr lang="en-US" sz="2100" b="1" dirty="0">
              <a:solidFill>
                <a:schemeClr val="tx1"/>
              </a:solidFill>
              <a:latin typeface="+mn-lt"/>
              <a:cs typeface="Arial" panose="020B0604020202020204" pitchFamily="34" charset="0"/>
            </a:rPr>
            <a:t>Omission failure: </a:t>
          </a:r>
          <a:r>
            <a:rPr lang="en-US" sz="2000" b="0" dirty="0">
              <a:solidFill>
                <a:schemeClr val="tx1"/>
              </a:solidFill>
              <a:latin typeface="+mn-lt"/>
              <a:cs typeface="Arial" panose="020B0604020202020204" pitchFamily="34" charset="0"/>
            </a:rPr>
            <a:t>A server fails to respond to incoming requests. </a:t>
          </a:r>
          <a:endParaRPr lang="en-PK" sz="2100" b="0" dirty="0">
            <a:latin typeface="+mn-lt"/>
            <a:cs typeface="Arial" panose="020B0604020202020204" pitchFamily="34" charset="0"/>
          </a:endParaRPr>
        </a:p>
      </dgm:t>
    </dgm:pt>
    <dgm:pt modelId="{C9ABF3EC-BAC2-4048-A8B3-BCAF16D2D17F}" type="parTrans" cxnId="{54AE4F6E-F4DC-40D8-B242-23215BD228B3}">
      <dgm:prSet/>
      <dgm:spPr/>
      <dgm:t>
        <a:bodyPr/>
        <a:lstStyle/>
        <a:p>
          <a:endParaRPr lang="en-PK"/>
        </a:p>
      </dgm:t>
    </dgm:pt>
    <dgm:pt modelId="{ADC6F04C-5DCE-4367-A9EA-0432EB0F7C82}" type="sibTrans" cxnId="{54AE4F6E-F4DC-40D8-B242-23215BD228B3}">
      <dgm:prSet/>
      <dgm:spPr/>
      <dgm:t>
        <a:bodyPr/>
        <a:lstStyle/>
        <a:p>
          <a:endParaRPr lang="en-PK"/>
        </a:p>
      </dgm:t>
    </dgm:pt>
    <dgm:pt modelId="{661BDD30-92B4-44EB-9036-03F2053C43FB}">
      <dgm:prSet custT="1"/>
      <dgm:spPr/>
      <dgm:t>
        <a:bodyPr/>
        <a:lstStyle/>
        <a:p>
          <a:r>
            <a:rPr lang="en-US" sz="2100" b="1" dirty="0">
              <a:solidFill>
                <a:schemeClr val="tx1"/>
              </a:solidFill>
              <a:latin typeface="+mn-lt"/>
              <a:cs typeface="Arial" panose="020B0604020202020204" pitchFamily="34" charset="0"/>
            </a:rPr>
            <a:t>Response failure: </a:t>
          </a:r>
          <a:r>
            <a:rPr lang="en-US" sz="2000" b="0" dirty="0">
              <a:solidFill>
                <a:schemeClr val="tx1"/>
              </a:solidFill>
              <a:latin typeface="+mn-lt"/>
              <a:cs typeface="Arial" panose="020B0604020202020204" pitchFamily="34" charset="0"/>
            </a:rPr>
            <a:t>A server’s response is incorrect.</a:t>
          </a:r>
          <a:endParaRPr lang="en-PK" sz="2000" b="0" dirty="0">
            <a:latin typeface="+mn-lt"/>
            <a:cs typeface="Arial" panose="020B0604020202020204" pitchFamily="34" charset="0"/>
          </a:endParaRPr>
        </a:p>
      </dgm:t>
    </dgm:pt>
    <dgm:pt modelId="{7D394E75-BB11-4707-BA2C-3B8D45F02471}" type="parTrans" cxnId="{CD417B68-EACA-4EAE-A5B1-B6EDB3C04DE9}">
      <dgm:prSet/>
      <dgm:spPr/>
      <dgm:t>
        <a:bodyPr/>
        <a:lstStyle/>
        <a:p>
          <a:endParaRPr lang="en-PK"/>
        </a:p>
      </dgm:t>
    </dgm:pt>
    <dgm:pt modelId="{336909EA-FAFE-42C2-9755-FFB287987FEB}" type="sibTrans" cxnId="{CD417B68-EACA-4EAE-A5B1-B6EDB3C04DE9}">
      <dgm:prSet/>
      <dgm:spPr/>
      <dgm:t>
        <a:bodyPr/>
        <a:lstStyle/>
        <a:p>
          <a:endParaRPr lang="en-PK"/>
        </a:p>
      </dgm:t>
    </dgm:pt>
    <dgm:pt modelId="{96FE6266-6A73-4490-B0D6-6C4662A953A2}">
      <dgm:prSet custT="1"/>
      <dgm:spPr/>
      <dgm:t>
        <a:bodyPr/>
        <a:lstStyle/>
        <a:p>
          <a:r>
            <a:rPr lang="en-US" sz="2100" b="1" dirty="0">
              <a:solidFill>
                <a:schemeClr val="tx1"/>
              </a:solidFill>
              <a:latin typeface="+mn-lt"/>
              <a:cs typeface="Arial" panose="020B0604020202020204" pitchFamily="34" charset="0"/>
            </a:rPr>
            <a:t>Arbitrary failure: </a:t>
          </a:r>
          <a:r>
            <a:rPr lang="en-US" sz="2000" b="0" dirty="0">
              <a:solidFill>
                <a:schemeClr val="tx1"/>
              </a:solidFill>
              <a:latin typeface="+mn-lt"/>
              <a:cs typeface="Arial" panose="020B0604020202020204" pitchFamily="34" charset="0"/>
            </a:rPr>
            <a:t>A server may produce the arbitrary responses at arbitrary times.</a:t>
          </a:r>
          <a:endParaRPr lang="en-PK" sz="2100" b="0" dirty="0">
            <a:solidFill>
              <a:schemeClr val="tx1"/>
            </a:solidFill>
            <a:latin typeface="+mn-lt"/>
            <a:cs typeface="Arial" panose="020B0604020202020204" pitchFamily="34" charset="0"/>
          </a:endParaRPr>
        </a:p>
      </dgm:t>
    </dgm:pt>
    <dgm:pt modelId="{45B5B3E4-4571-4A48-81B0-0F39F76B3197}" type="parTrans" cxnId="{B2B2B8C6-1721-4836-8EB7-2656465BFF86}">
      <dgm:prSet/>
      <dgm:spPr/>
      <dgm:t>
        <a:bodyPr/>
        <a:lstStyle/>
        <a:p>
          <a:endParaRPr lang="en-PK"/>
        </a:p>
      </dgm:t>
    </dgm:pt>
    <dgm:pt modelId="{0854873E-E3B8-4DC7-B34F-A15E637CD5BD}" type="sibTrans" cxnId="{B2B2B8C6-1721-4836-8EB7-2656465BFF86}">
      <dgm:prSet/>
      <dgm:spPr/>
      <dgm:t>
        <a:bodyPr/>
        <a:lstStyle/>
        <a:p>
          <a:endParaRPr lang="en-PK"/>
        </a:p>
      </dgm:t>
    </dgm:pt>
    <dgm:pt modelId="{54674EBA-69CB-420E-886C-060F3145D5CD}">
      <dgm:prSet custT="1"/>
      <dgm:spPr/>
      <dgm:t>
        <a:bodyPr/>
        <a:lstStyle/>
        <a:p>
          <a:r>
            <a:rPr lang="en-US" sz="2100" b="1" dirty="0">
              <a:solidFill>
                <a:schemeClr val="tx1"/>
              </a:solidFill>
              <a:latin typeface="+mn-lt"/>
              <a:cs typeface="Arial" panose="020B0604020202020204" pitchFamily="34" charset="0"/>
            </a:rPr>
            <a:t>Timing failure: </a:t>
          </a:r>
          <a:r>
            <a:rPr lang="en-US" sz="2000" b="0" dirty="0">
              <a:solidFill>
                <a:schemeClr val="tx1"/>
              </a:solidFill>
              <a:latin typeface="+mn-lt"/>
              <a:cs typeface="Arial" panose="020B0604020202020204" pitchFamily="34" charset="0"/>
            </a:rPr>
            <a:t>A server’s response lies outside the specified time interval.</a:t>
          </a:r>
          <a:endParaRPr lang="en-PK" sz="2000" b="0" dirty="0">
            <a:latin typeface="+mn-lt"/>
            <a:cs typeface="Arial" panose="020B0604020202020204" pitchFamily="34" charset="0"/>
          </a:endParaRPr>
        </a:p>
      </dgm:t>
    </dgm:pt>
    <dgm:pt modelId="{5C40AA9B-FDE1-454F-8347-E086C9792CB6}" type="parTrans" cxnId="{F1CFA068-96BB-44D6-AEC7-8AE123D21EAA}">
      <dgm:prSet/>
      <dgm:spPr/>
      <dgm:t>
        <a:bodyPr/>
        <a:lstStyle/>
        <a:p>
          <a:endParaRPr lang="en-PK"/>
        </a:p>
      </dgm:t>
    </dgm:pt>
    <dgm:pt modelId="{F9ED899A-D3BA-472F-825A-7592FFF21176}" type="sibTrans" cxnId="{F1CFA068-96BB-44D6-AEC7-8AE123D21EAA}">
      <dgm:prSet/>
      <dgm:spPr/>
      <dgm:t>
        <a:bodyPr/>
        <a:lstStyle/>
        <a:p>
          <a:endParaRPr lang="en-PK"/>
        </a:p>
      </dgm:t>
    </dgm:pt>
    <dgm:pt modelId="{0E2FF74C-56C9-4CF4-9A34-576721593A6F}" type="pres">
      <dgm:prSet presAssocID="{E72AB301-BB7D-4DCC-B3B0-0CBED5343146}" presName="Name0" presStyleCnt="0">
        <dgm:presLayoutVars>
          <dgm:dir/>
          <dgm:animLvl val="lvl"/>
          <dgm:resizeHandles val="exact"/>
        </dgm:presLayoutVars>
      </dgm:prSet>
      <dgm:spPr/>
    </dgm:pt>
    <dgm:pt modelId="{8E849600-88E0-4305-9118-6F6A6018AE4F}" type="pres">
      <dgm:prSet presAssocID="{469B75AE-2820-4842-9D38-9791AD698C02}" presName="linNode" presStyleCnt="0"/>
      <dgm:spPr/>
    </dgm:pt>
    <dgm:pt modelId="{93528511-4823-4BEA-8177-764BA4D4F764}" type="pres">
      <dgm:prSet presAssocID="{469B75AE-2820-4842-9D38-9791AD698C02}" presName="parentText" presStyleLbl="node1" presStyleIdx="0" presStyleCnt="1" custScaleX="77899" custLinFactNeighborX="-8267">
        <dgm:presLayoutVars>
          <dgm:chMax val="1"/>
          <dgm:bulletEnabled val="1"/>
        </dgm:presLayoutVars>
      </dgm:prSet>
      <dgm:spPr/>
    </dgm:pt>
    <dgm:pt modelId="{97E7E072-8AD2-410A-B51A-44B6A2DD2669}" type="pres">
      <dgm:prSet presAssocID="{469B75AE-2820-4842-9D38-9791AD698C02}" presName="descendantText" presStyleLbl="alignAccFollowNode1" presStyleIdx="0" presStyleCnt="1" custScaleX="140654" custLinFactNeighborX="-2516" custLinFactNeighborY="-1587">
        <dgm:presLayoutVars>
          <dgm:bulletEnabled val="1"/>
        </dgm:presLayoutVars>
      </dgm:prSet>
      <dgm:spPr/>
    </dgm:pt>
  </dgm:ptLst>
  <dgm:cxnLst>
    <dgm:cxn modelId="{159FAA0F-D395-4FEF-907A-0CDBC0832C58}" type="presOf" srcId="{469B75AE-2820-4842-9D38-9791AD698C02}" destId="{93528511-4823-4BEA-8177-764BA4D4F764}" srcOrd="0" destOrd="0" presId="urn:microsoft.com/office/officeart/2005/8/layout/vList5"/>
    <dgm:cxn modelId="{68FF005E-8D02-4B1A-BBD9-A6EC2243093A}" srcId="{E72AB301-BB7D-4DCC-B3B0-0CBED5343146}" destId="{469B75AE-2820-4842-9D38-9791AD698C02}" srcOrd="0" destOrd="0" parTransId="{2C95B294-7B16-4D76-BC9A-DF81E56D1103}" sibTransId="{D8CF12E8-9A9E-4157-88D3-2771FEE46B6F}"/>
    <dgm:cxn modelId="{2F055D68-60EC-48EB-B073-A4692D9C943A}" type="presOf" srcId="{E54723AD-E490-40CB-AF7E-81C271633C3D}" destId="{97E7E072-8AD2-410A-B51A-44B6A2DD2669}" srcOrd="0" destOrd="0" presId="urn:microsoft.com/office/officeart/2005/8/layout/vList5"/>
    <dgm:cxn modelId="{CD417B68-EACA-4EAE-A5B1-B6EDB3C04DE9}" srcId="{469B75AE-2820-4842-9D38-9791AD698C02}" destId="{661BDD30-92B4-44EB-9036-03F2053C43FB}" srcOrd="3" destOrd="0" parTransId="{7D394E75-BB11-4707-BA2C-3B8D45F02471}" sibTransId="{336909EA-FAFE-42C2-9755-FFB287987FEB}"/>
    <dgm:cxn modelId="{F1CFA068-96BB-44D6-AEC7-8AE123D21EAA}" srcId="{469B75AE-2820-4842-9D38-9791AD698C02}" destId="{54674EBA-69CB-420E-886C-060F3145D5CD}" srcOrd="2" destOrd="0" parTransId="{5C40AA9B-FDE1-454F-8347-E086C9792CB6}" sibTransId="{F9ED899A-D3BA-472F-825A-7592FFF21176}"/>
    <dgm:cxn modelId="{54AE4F6E-F4DC-40D8-B242-23215BD228B3}" srcId="{469B75AE-2820-4842-9D38-9791AD698C02}" destId="{EF1A9EDC-4507-4592-96A3-857743B14DC4}" srcOrd="1" destOrd="0" parTransId="{C9ABF3EC-BAC2-4048-A8B3-BCAF16D2D17F}" sibTransId="{ADC6F04C-5DCE-4367-A9EA-0432EB0F7C82}"/>
    <dgm:cxn modelId="{2B5B6850-50EF-4D22-8A8D-EE38CC750108}" type="presOf" srcId="{E72AB301-BB7D-4DCC-B3B0-0CBED5343146}" destId="{0E2FF74C-56C9-4CF4-9A34-576721593A6F}" srcOrd="0" destOrd="0" presId="urn:microsoft.com/office/officeart/2005/8/layout/vList5"/>
    <dgm:cxn modelId="{85C588B0-52E9-4412-A05F-A8A27531B2D3}" type="presOf" srcId="{EF1A9EDC-4507-4592-96A3-857743B14DC4}" destId="{97E7E072-8AD2-410A-B51A-44B6A2DD2669}" srcOrd="0" destOrd="1" presId="urn:microsoft.com/office/officeart/2005/8/layout/vList5"/>
    <dgm:cxn modelId="{25FC6EB9-3000-45C4-A3CD-C61C65A01948}" type="presOf" srcId="{54674EBA-69CB-420E-886C-060F3145D5CD}" destId="{97E7E072-8AD2-410A-B51A-44B6A2DD2669}" srcOrd="0" destOrd="2" presId="urn:microsoft.com/office/officeart/2005/8/layout/vList5"/>
    <dgm:cxn modelId="{B2B2B8C6-1721-4836-8EB7-2656465BFF86}" srcId="{469B75AE-2820-4842-9D38-9791AD698C02}" destId="{96FE6266-6A73-4490-B0D6-6C4662A953A2}" srcOrd="4" destOrd="0" parTransId="{45B5B3E4-4571-4A48-81B0-0F39F76B3197}" sibTransId="{0854873E-E3B8-4DC7-B34F-A15E637CD5BD}"/>
    <dgm:cxn modelId="{7B8EBCE4-D477-4334-87EA-661C0B7287A8}" srcId="{469B75AE-2820-4842-9D38-9791AD698C02}" destId="{E54723AD-E490-40CB-AF7E-81C271633C3D}" srcOrd="0" destOrd="0" parTransId="{B8816252-DE12-4C69-A605-D10EC8A1BED8}" sibTransId="{F8C7C47E-12DB-4CFA-8618-90CB054227C2}"/>
    <dgm:cxn modelId="{4557ACED-663B-43C0-80E7-D85909002F5A}" type="presOf" srcId="{661BDD30-92B4-44EB-9036-03F2053C43FB}" destId="{97E7E072-8AD2-410A-B51A-44B6A2DD2669}" srcOrd="0" destOrd="3" presId="urn:microsoft.com/office/officeart/2005/8/layout/vList5"/>
    <dgm:cxn modelId="{855C25FB-E04D-43F1-B22A-21277FEB5B8A}" type="presOf" srcId="{96FE6266-6A73-4490-B0D6-6C4662A953A2}" destId="{97E7E072-8AD2-410A-B51A-44B6A2DD2669}" srcOrd="0" destOrd="4" presId="urn:microsoft.com/office/officeart/2005/8/layout/vList5"/>
    <dgm:cxn modelId="{2EA17A1C-09D6-4AE1-AC97-D7B020160E18}" type="presParOf" srcId="{0E2FF74C-56C9-4CF4-9A34-576721593A6F}" destId="{8E849600-88E0-4305-9118-6F6A6018AE4F}" srcOrd="0" destOrd="0" presId="urn:microsoft.com/office/officeart/2005/8/layout/vList5"/>
    <dgm:cxn modelId="{F30749FE-14FC-49CF-9B25-0AFA73E0341E}" type="presParOf" srcId="{8E849600-88E0-4305-9118-6F6A6018AE4F}" destId="{93528511-4823-4BEA-8177-764BA4D4F764}" srcOrd="0" destOrd="0" presId="urn:microsoft.com/office/officeart/2005/8/layout/vList5"/>
    <dgm:cxn modelId="{AAEB449C-6A10-4181-A043-B5B85CB29B9E}" type="presParOf" srcId="{8E849600-88E0-4305-9118-6F6A6018AE4F}" destId="{97E7E072-8AD2-410A-B51A-44B6A2DD2669}"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3D65E9-D98E-4B35-B119-F6B16588C55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PK"/>
        </a:p>
      </dgm:t>
    </dgm:pt>
    <dgm:pt modelId="{3120606B-2A4B-444F-8EBC-68C7C87C2896}">
      <dgm:prSet/>
      <dgm:spPr/>
      <dgm:t>
        <a:bodyPr/>
        <a:lstStyle/>
        <a:p>
          <a:r>
            <a:rPr lang="en-US" dirty="0">
              <a:solidFill>
                <a:schemeClr val="bg1"/>
              </a:solidFill>
              <a:latin typeface="Arial" panose="020B0604020202020204" pitchFamily="34" charset="0"/>
              <a:cs typeface="Arial" panose="020B0604020202020204" pitchFamily="34" charset="0"/>
            </a:rPr>
            <a:t>The most common approach to failure masking is redundancy which is categorized into three types:</a:t>
          </a:r>
          <a:endParaRPr lang="en-PK" dirty="0">
            <a:solidFill>
              <a:schemeClr val="bg1"/>
            </a:solidFill>
            <a:latin typeface="Arial" panose="020B0604020202020204" pitchFamily="34" charset="0"/>
            <a:cs typeface="Arial" panose="020B0604020202020204" pitchFamily="34" charset="0"/>
          </a:endParaRPr>
        </a:p>
        <a:p>
          <a:endParaRPr lang="en-PK" dirty="0">
            <a:solidFill>
              <a:schemeClr val="bg1"/>
            </a:solidFill>
          </a:endParaRPr>
        </a:p>
      </dgm:t>
    </dgm:pt>
    <dgm:pt modelId="{D0A0B0EF-FD53-41BC-BF37-408093AD03C7}" type="parTrans" cxnId="{F43E49F1-71D9-4E6E-B980-08C048578E52}">
      <dgm:prSet/>
      <dgm:spPr/>
      <dgm:t>
        <a:bodyPr/>
        <a:lstStyle/>
        <a:p>
          <a:endParaRPr lang="en-PK"/>
        </a:p>
      </dgm:t>
    </dgm:pt>
    <dgm:pt modelId="{030E0815-8A9D-462B-BC06-7EBD230DE95A}" type="sibTrans" cxnId="{F43E49F1-71D9-4E6E-B980-08C048578E52}">
      <dgm:prSet/>
      <dgm:spPr/>
      <dgm:t>
        <a:bodyPr/>
        <a:lstStyle/>
        <a:p>
          <a:endParaRPr lang="en-PK"/>
        </a:p>
      </dgm:t>
    </dgm:pt>
    <dgm:pt modelId="{AE78AB5D-CA4F-48C1-8E5A-6F9220522EAC}">
      <dgm:prSet custT="1"/>
      <dgm:spPr/>
      <dgm:t>
        <a:bodyPr/>
        <a:lstStyle/>
        <a:p>
          <a:r>
            <a:rPr lang="en-US" sz="2000" b="1" i="0" dirty="0">
              <a:solidFill>
                <a:schemeClr val="tx1"/>
              </a:solidFill>
              <a:effectLst/>
              <a:latin typeface="+mn-lt"/>
            </a:rPr>
            <a:t>Information redundancy: </a:t>
          </a:r>
          <a:r>
            <a:rPr lang="en-US" sz="2000" b="0" i="0" dirty="0">
              <a:solidFill>
                <a:schemeClr val="tx1"/>
              </a:solidFill>
              <a:effectLst/>
              <a:latin typeface="+mn-lt"/>
            </a:rPr>
            <a:t>Add extra bits to allow recovery from garbled bits.</a:t>
          </a:r>
          <a:endParaRPr lang="en-PK" sz="2000" dirty="0">
            <a:solidFill>
              <a:schemeClr val="tx1"/>
            </a:solidFill>
            <a:latin typeface="+mn-lt"/>
            <a:cs typeface="Arial" panose="020B0604020202020204" pitchFamily="34" charset="0"/>
          </a:endParaRPr>
        </a:p>
      </dgm:t>
    </dgm:pt>
    <dgm:pt modelId="{EBA63AE8-5588-40D5-8999-B4A282039CF6}" type="parTrans" cxnId="{29B3681E-66C8-47D7-87DE-FA61231F75DD}">
      <dgm:prSet/>
      <dgm:spPr/>
      <dgm:t>
        <a:bodyPr/>
        <a:lstStyle/>
        <a:p>
          <a:endParaRPr lang="en-PK"/>
        </a:p>
      </dgm:t>
    </dgm:pt>
    <dgm:pt modelId="{4F370E98-9501-4A30-BA5C-73D8C9E6012F}" type="sibTrans" cxnId="{29B3681E-66C8-47D7-87DE-FA61231F75DD}">
      <dgm:prSet/>
      <dgm:spPr/>
      <dgm:t>
        <a:bodyPr/>
        <a:lstStyle/>
        <a:p>
          <a:endParaRPr lang="en-PK"/>
        </a:p>
      </dgm:t>
    </dgm:pt>
    <dgm:pt modelId="{4EF88FDB-B126-4AA7-BAE5-3D787BAB2F5B}">
      <dgm:prSet custT="1"/>
      <dgm:spPr/>
      <dgm:t>
        <a:bodyPr/>
        <a:lstStyle/>
        <a:p>
          <a:r>
            <a:rPr lang="en-US" sz="2000" b="1" i="0" dirty="0">
              <a:solidFill>
                <a:schemeClr val="tx1"/>
              </a:solidFill>
              <a:effectLst/>
              <a:latin typeface="+mn-lt"/>
            </a:rPr>
            <a:t>Time redundancy:</a:t>
          </a:r>
          <a:r>
            <a:rPr lang="en-US" sz="2000" b="0" i="0" dirty="0">
              <a:solidFill>
                <a:schemeClr val="tx1"/>
              </a:solidFill>
              <a:effectLst/>
              <a:latin typeface="+mn-lt"/>
            </a:rPr>
            <a:t> Repeat an action if needed.</a:t>
          </a:r>
        </a:p>
      </dgm:t>
    </dgm:pt>
    <dgm:pt modelId="{DE4DCB72-045A-4137-ADDE-E744A903B755}" type="parTrans" cxnId="{E00D6314-9C30-456E-A3ED-F328B7D24693}">
      <dgm:prSet/>
      <dgm:spPr/>
      <dgm:t>
        <a:bodyPr/>
        <a:lstStyle/>
        <a:p>
          <a:endParaRPr lang="en-PK"/>
        </a:p>
      </dgm:t>
    </dgm:pt>
    <dgm:pt modelId="{E0A3A680-13FC-432D-AD31-892C126CD653}" type="sibTrans" cxnId="{E00D6314-9C30-456E-A3ED-F328B7D24693}">
      <dgm:prSet/>
      <dgm:spPr/>
      <dgm:t>
        <a:bodyPr/>
        <a:lstStyle/>
        <a:p>
          <a:endParaRPr lang="en-PK"/>
        </a:p>
      </dgm:t>
    </dgm:pt>
    <dgm:pt modelId="{063612A4-F733-4DA3-A15E-2111F0BAFBBE}">
      <dgm:prSet custT="1"/>
      <dgm:spPr/>
      <dgm:t>
        <a:bodyPr/>
        <a:lstStyle/>
        <a:p>
          <a:r>
            <a:rPr lang="en-US" sz="2000" b="1" i="0" dirty="0">
              <a:solidFill>
                <a:schemeClr val="tx1"/>
              </a:solidFill>
              <a:effectLst/>
              <a:latin typeface="+mn-lt"/>
            </a:rPr>
            <a:t>Physical redundancy: </a:t>
          </a:r>
          <a:r>
            <a:rPr lang="en-US" sz="2000" b="0" i="0" dirty="0">
              <a:solidFill>
                <a:schemeClr val="tx1"/>
              </a:solidFill>
              <a:effectLst/>
              <a:latin typeface="+mn-lt"/>
            </a:rPr>
            <a:t>Add extra equipment or processes so that the system can tolerate the loss or malfunctioning of some components.</a:t>
          </a:r>
          <a:endParaRPr lang="en-PK" sz="2000" dirty="0">
            <a:solidFill>
              <a:schemeClr val="tx1"/>
            </a:solidFill>
            <a:latin typeface="+mn-lt"/>
          </a:endParaRPr>
        </a:p>
      </dgm:t>
    </dgm:pt>
    <dgm:pt modelId="{75C05757-7C71-4359-A940-DAB97F9C0F6D}" type="parTrans" cxnId="{6C835225-4C95-4825-9EC3-B27ED6829242}">
      <dgm:prSet/>
      <dgm:spPr/>
      <dgm:t>
        <a:bodyPr/>
        <a:lstStyle/>
        <a:p>
          <a:endParaRPr lang="en-PK"/>
        </a:p>
      </dgm:t>
    </dgm:pt>
    <dgm:pt modelId="{BD20DAF7-5859-4B78-9027-9F132F90C681}" type="sibTrans" cxnId="{6C835225-4C95-4825-9EC3-B27ED6829242}">
      <dgm:prSet/>
      <dgm:spPr/>
      <dgm:t>
        <a:bodyPr/>
        <a:lstStyle/>
        <a:p>
          <a:endParaRPr lang="en-PK"/>
        </a:p>
      </dgm:t>
    </dgm:pt>
    <dgm:pt modelId="{9D102F94-E4DC-4CC5-9F36-2AA5B30C8483}" type="pres">
      <dgm:prSet presAssocID="{013D65E9-D98E-4B35-B119-F6B16588C554}" presName="linearFlow" presStyleCnt="0">
        <dgm:presLayoutVars>
          <dgm:dir/>
          <dgm:animLvl val="lvl"/>
          <dgm:resizeHandles val="exact"/>
        </dgm:presLayoutVars>
      </dgm:prSet>
      <dgm:spPr/>
    </dgm:pt>
    <dgm:pt modelId="{909C629F-C818-4818-846D-683E7A16AB78}" type="pres">
      <dgm:prSet presAssocID="{3120606B-2A4B-444F-8EBC-68C7C87C2896}" presName="composite" presStyleCnt="0"/>
      <dgm:spPr/>
    </dgm:pt>
    <dgm:pt modelId="{EAF676BA-F013-48D5-AD15-62CE0451E6C3}" type="pres">
      <dgm:prSet presAssocID="{3120606B-2A4B-444F-8EBC-68C7C87C2896}" presName="parentText" presStyleLbl="alignNode1" presStyleIdx="0" presStyleCnt="1">
        <dgm:presLayoutVars>
          <dgm:chMax val="1"/>
          <dgm:bulletEnabled val="1"/>
        </dgm:presLayoutVars>
      </dgm:prSet>
      <dgm:spPr/>
    </dgm:pt>
    <dgm:pt modelId="{2E2D3930-9034-48AA-9262-13608BCB0882}" type="pres">
      <dgm:prSet presAssocID="{3120606B-2A4B-444F-8EBC-68C7C87C2896}" presName="descendantText" presStyleLbl="alignAcc1" presStyleIdx="0" presStyleCnt="1">
        <dgm:presLayoutVars>
          <dgm:bulletEnabled val="1"/>
        </dgm:presLayoutVars>
      </dgm:prSet>
      <dgm:spPr/>
    </dgm:pt>
  </dgm:ptLst>
  <dgm:cxnLst>
    <dgm:cxn modelId="{E00D6314-9C30-456E-A3ED-F328B7D24693}" srcId="{3120606B-2A4B-444F-8EBC-68C7C87C2896}" destId="{4EF88FDB-B126-4AA7-BAE5-3D787BAB2F5B}" srcOrd="1" destOrd="0" parTransId="{DE4DCB72-045A-4137-ADDE-E744A903B755}" sibTransId="{E0A3A680-13FC-432D-AD31-892C126CD653}"/>
    <dgm:cxn modelId="{29B3681E-66C8-47D7-87DE-FA61231F75DD}" srcId="{3120606B-2A4B-444F-8EBC-68C7C87C2896}" destId="{AE78AB5D-CA4F-48C1-8E5A-6F9220522EAC}" srcOrd="0" destOrd="0" parTransId="{EBA63AE8-5588-40D5-8999-B4A282039CF6}" sibTransId="{4F370E98-9501-4A30-BA5C-73D8C9E6012F}"/>
    <dgm:cxn modelId="{6C835225-4C95-4825-9EC3-B27ED6829242}" srcId="{3120606B-2A4B-444F-8EBC-68C7C87C2896}" destId="{063612A4-F733-4DA3-A15E-2111F0BAFBBE}" srcOrd="2" destOrd="0" parTransId="{75C05757-7C71-4359-A940-DAB97F9C0F6D}" sibTransId="{BD20DAF7-5859-4B78-9027-9F132F90C681}"/>
    <dgm:cxn modelId="{C9C83D2B-FC2B-4C31-A0B5-8987A92B1D9A}" type="presOf" srcId="{AE78AB5D-CA4F-48C1-8E5A-6F9220522EAC}" destId="{2E2D3930-9034-48AA-9262-13608BCB0882}" srcOrd="0" destOrd="0" presId="urn:microsoft.com/office/officeart/2005/8/layout/chevron2"/>
    <dgm:cxn modelId="{1FF93732-CFF9-413E-BBF3-8F70B92D6847}" type="presOf" srcId="{013D65E9-D98E-4B35-B119-F6B16588C554}" destId="{9D102F94-E4DC-4CC5-9F36-2AA5B30C8483}" srcOrd="0" destOrd="0" presId="urn:microsoft.com/office/officeart/2005/8/layout/chevron2"/>
    <dgm:cxn modelId="{E9CDB661-3628-4369-9DC9-FFC117716679}" type="presOf" srcId="{063612A4-F733-4DA3-A15E-2111F0BAFBBE}" destId="{2E2D3930-9034-48AA-9262-13608BCB0882}" srcOrd="0" destOrd="2" presId="urn:microsoft.com/office/officeart/2005/8/layout/chevron2"/>
    <dgm:cxn modelId="{739F53B1-C0A5-4951-8BDA-5A89EB3FEE8C}" type="presOf" srcId="{4EF88FDB-B126-4AA7-BAE5-3D787BAB2F5B}" destId="{2E2D3930-9034-48AA-9262-13608BCB0882}" srcOrd="0" destOrd="1" presId="urn:microsoft.com/office/officeart/2005/8/layout/chevron2"/>
    <dgm:cxn modelId="{7BAFD2B8-25F5-4258-981F-AD71323A5016}" type="presOf" srcId="{3120606B-2A4B-444F-8EBC-68C7C87C2896}" destId="{EAF676BA-F013-48D5-AD15-62CE0451E6C3}" srcOrd="0" destOrd="0" presId="urn:microsoft.com/office/officeart/2005/8/layout/chevron2"/>
    <dgm:cxn modelId="{F43E49F1-71D9-4E6E-B980-08C048578E52}" srcId="{013D65E9-D98E-4B35-B119-F6B16588C554}" destId="{3120606B-2A4B-444F-8EBC-68C7C87C2896}" srcOrd="0" destOrd="0" parTransId="{D0A0B0EF-FD53-41BC-BF37-408093AD03C7}" sibTransId="{030E0815-8A9D-462B-BC06-7EBD230DE95A}"/>
    <dgm:cxn modelId="{21BBE7DF-DB71-49BA-9D7C-4EBFB9B52359}" type="presParOf" srcId="{9D102F94-E4DC-4CC5-9F36-2AA5B30C8483}" destId="{909C629F-C818-4818-846D-683E7A16AB78}" srcOrd="0" destOrd="0" presId="urn:microsoft.com/office/officeart/2005/8/layout/chevron2"/>
    <dgm:cxn modelId="{3EF9D2A3-DE1A-4A16-A83E-166C361F1CBB}" type="presParOf" srcId="{909C629F-C818-4818-846D-683E7A16AB78}" destId="{EAF676BA-F013-48D5-AD15-62CE0451E6C3}" srcOrd="0" destOrd="0" presId="urn:microsoft.com/office/officeart/2005/8/layout/chevron2"/>
    <dgm:cxn modelId="{2FF83450-B056-4484-ACE4-BA827EA519DA}" type="presParOf" srcId="{909C629F-C818-4818-846D-683E7A16AB78}" destId="{2E2D3930-9034-48AA-9262-13608BCB088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custT="1"/>
      <dgm:spPr/>
      <dgm:t>
        <a:bodyPr/>
        <a:lstStyle/>
        <a:p>
          <a:pPr>
            <a:lnSpc>
              <a:spcPct val="100000"/>
            </a:lnSpc>
          </a:pPr>
          <a:r>
            <a:rPr lang="en-US" sz="2200" b="0" dirty="0">
              <a:latin typeface="Arial" panose="020B0604020202020204" pitchFamily="34" charset="0"/>
              <a:cs typeface="Arial" panose="020B0604020202020204" pitchFamily="34" charset="0"/>
            </a:rPr>
            <a:t>Introduction of </a:t>
          </a:r>
          <a:r>
            <a:rPr lang="en-US" sz="2200" b="0" dirty="0">
              <a:solidFill>
                <a:schemeClr val="tx2"/>
              </a:solidFill>
              <a:latin typeface="Arial" panose="020B0604020202020204" pitchFamily="34" charset="0"/>
              <a:cs typeface="Arial" panose="020B0604020202020204" pitchFamily="34" charset="0"/>
            </a:rPr>
            <a:t>Process Resilience</a:t>
          </a:r>
          <a:r>
            <a:rPr lang="en-US" sz="2200" dirty="0">
              <a:latin typeface="Arial" panose="020B0604020202020204" pitchFamily="34" charset="0"/>
              <a:cs typeface="Arial" panose="020B0604020202020204" pitchFamily="34" charset="0"/>
            </a:rPr>
            <a:t>.</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r>
            <a:rPr lang="en-US" dirty="0">
              <a:latin typeface="Arial" panose="020B0604020202020204" pitchFamily="34" charset="0"/>
              <a:cs typeface="Arial" panose="020B0604020202020204" pitchFamily="34" charset="0"/>
            </a:rPr>
            <a:t>Flat Groups versus Hierarchical Groups.</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EEBCB3C-8C6B-4812-B778-E910D6DF6857}">
      <dgm:prSet phldrT="[Text]"/>
      <dgm:spPr/>
      <dgm:t>
        <a:bodyPr/>
        <a:lstStyle/>
        <a:p>
          <a:pPr>
            <a:lnSpc>
              <a:spcPct val="100000"/>
            </a:lnSpc>
          </a:pPr>
          <a:r>
            <a:rPr lang="en-US" dirty="0">
              <a:latin typeface="Arial" panose="020B0604020202020204" pitchFamily="34" charset="0"/>
              <a:cs typeface="Arial" panose="020B0604020202020204" pitchFamily="34" charset="0"/>
            </a:rPr>
            <a:t>Failure Masking and Replications.</a:t>
          </a:r>
          <a:endParaRPr lang="en-PK" dirty="0"/>
        </a:p>
      </dgm:t>
    </dgm:pt>
    <dgm:pt modelId="{4E72D2DC-29A6-4998-82B1-6FD11BB244E0}" type="parTrans" cxnId="{5695E2C6-26B0-4B19-AA8D-5E810CA4B9BE}">
      <dgm:prSet/>
      <dgm:spPr/>
      <dgm:t>
        <a:bodyPr/>
        <a:lstStyle/>
        <a:p>
          <a:endParaRPr lang="en-PK"/>
        </a:p>
      </dgm:t>
    </dgm:pt>
    <dgm:pt modelId="{79A6D865-DD4F-4C83-A868-2D85A3E5127D}" type="sibTrans" cxnId="{5695E2C6-26B0-4B19-AA8D-5E810CA4B9BE}">
      <dgm:prSet/>
      <dgm:spPr/>
      <dgm:t>
        <a:bodyPr/>
        <a:lstStyle/>
        <a:p>
          <a:endParaRPr lang="en-PK"/>
        </a:p>
      </dgm:t>
    </dgm:pt>
    <dgm:pt modelId="{9B252009-B279-4E27-8577-AE4A73ED1C3A}">
      <dgm:prSet phldrT="[Text]"/>
      <dgm:spPr/>
      <dgm:t>
        <a:bodyPr/>
        <a:lstStyle/>
        <a:p>
          <a:pPr>
            <a:lnSpc>
              <a:spcPct val="100000"/>
            </a:lnSpc>
          </a:pPr>
          <a:r>
            <a:rPr lang="en-US" dirty="0">
              <a:latin typeface="Arial" panose="020B0604020202020204" pitchFamily="34" charset="0"/>
              <a:cs typeface="Arial" panose="020B0604020202020204" pitchFamily="34" charset="0"/>
            </a:rPr>
            <a:t>Approaches for Replications.</a:t>
          </a:r>
          <a:endParaRPr lang="en-PK" dirty="0"/>
        </a:p>
      </dgm:t>
    </dgm:pt>
    <dgm:pt modelId="{7C52F91B-EF23-4838-A7CF-28A68E2A54B6}" type="parTrans" cxnId="{A44E89A4-3D1D-4560-87D4-7776537944BF}">
      <dgm:prSet/>
      <dgm:spPr/>
      <dgm:t>
        <a:bodyPr/>
        <a:lstStyle/>
        <a:p>
          <a:endParaRPr lang="en-PK"/>
        </a:p>
      </dgm:t>
    </dgm:pt>
    <dgm:pt modelId="{5CB6DC28-1B1F-4BBC-84CD-2F19747024C2}" type="sibTrans" cxnId="{A44E89A4-3D1D-4560-87D4-7776537944BF}">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4"/>
      <dgm:spPr/>
    </dgm:pt>
    <dgm:pt modelId="{C11A7D35-1FE6-446D-AE68-CDC0EA75C5EF}" type="pres">
      <dgm:prSet presAssocID="{ED44C359-7308-4379-89E9-19E66492F1E3}" presName="iconRect" presStyleLbl="node1" presStyleIdx="0" presStyleCnt="4"/>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4">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4"/>
      <dgm:spPr/>
    </dgm:pt>
    <dgm:pt modelId="{3807B6D7-BF48-4FDE-BD86-4D161441F3BF}" type="pres">
      <dgm:prSet presAssocID="{B52304F7-9CCF-4381-9DB7-D65E8FF69D9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4">
        <dgm:presLayoutVars>
          <dgm:chMax val="0"/>
          <dgm:chPref val="0"/>
        </dgm:presLayoutVars>
      </dgm:prSet>
      <dgm:spPr/>
    </dgm:pt>
    <dgm:pt modelId="{EE721F33-0899-4813-A67D-E063994ECDD7}" type="pres">
      <dgm:prSet presAssocID="{3B0ED119-AD1B-484D-96A0-C81E45281368}" presName="sibTrans" presStyleCnt="0"/>
      <dgm:spPr/>
    </dgm:pt>
    <dgm:pt modelId="{940F4C96-198B-4852-B956-9DAE29C4A8F8}" type="pres">
      <dgm:prSet presAssocID="{2EEBCB3C-8C6B-4812-B778-E910D6DF6857}" presName="compNode" presStyleCnt="0"/>
      <dgm:spPr/>
    </dgm:pt>
    <dgm:pt modelId="{E68D7556-FA9D-40BF-837B-DC8297C2E485}" type="pres">
      <dgm:prSet presAssocID="{2EEBCB3C-8C6B-4812-B778-E910D6DF6857}" presName="bgRect" presStyleLbl="bgShp" presStyleIdx="2" presStyleCnt="4"/>
      <dgm:spPr/>
    </dgm:pt>
    <dgm:pt modelId="{7DF4B165-D0B4-4D80-A79C-5194E42AF925}" type="pres">
      <dgm:prSet presAssocID="{2EEBCB3C-8C6B-4812-B778-E910D6DF6857}" presName="iconRect" presStyleLbl="node1" presStyleIdx="2" presStyleCnt="4"/>
      <dgm:spPr>
        <a:blipFill>
          <a:blip xmlns:r="http://schemas.openxmlformats.org/officeDocument/2006/relationships" r:embed="rId5"/>
          <a:srcRect/>
          <a:stretch>
            <a:fillRect l="-19000" r="-19000"/>
          </a:stretch>
        </a:blipFill>
        <a:ln>
          <a:noFill/>
        </a:ln>
      </dgm:spPr>
    </dgm:pt>
    <dgm:pt modelId="{934A6FEE-4B6F-489A-94FE-13D7E9F484A8}" type="pres">
      <dgm:prSet presAssocID="{2EEBCB3C-8C6B-4812-B778-E910D6DF6857}" presName="spaceRect" presStyleCnt="0"/>
      <dgm:spPr/>
    </dgm:pt>
    <dgm:pt modelId="{552C7AEC-554D-47FD-98FE-7ECA2F37F63A}" type="pres">
      <dgm:prSet presAssocID="{2EEBCB3C-8C6B-4812-B778-E910D6DF6857}" presName="parTx" presStyleLbl="revTx" presStyleIdx="2" presStyleCnt="4" custLinFactNeighborY="-775">
        <dgm:presLayoutVars>
          <dgm:chMax val="0"/>
          <dgm:chPref val="0"/>
        </dgm:presLayoutVars>
      </dgm:prSet>
      <dgm:spPr/>
    </dgm:pt>
    <dgm:pt modelId="{08D4D2D2-F7EA-4D95-827A-F92CE418199C}" type="pres">
      <dgm:prSet presAssocID="{79A6D865-DD4F-4C83-A868-2D85A3E5127D}" presName="sibTrans" presStyleCnt="0"/>
      <dgm:spPr/>
    </dgm:pt>
    <dgm:pt modelId="{CB644285-AC58-4203-9815-44852A59B67D}" type="pres">
      <dgm:prSet presAssocID="{9B252009-B279-4E27-8577-AE4A73ED1C3A}" presName="compNode" presStyleCnt="0"/>
      <dgm:spPr/>
    </dgm:pt>
    <dgm:pt modelId="{6AC574B6-1B02-433C-BCC5-F5352603A5DC}" type="pres">
      <dgm:prSet presAssocID="{9B252009-B279-4E27-8577-AE4A73ED1C3A}" presName="bgRect" presStyleLbl="bgShp" presStyleIdx="3" presStyleCnt="4"/>
      <dgm:spPr/>
    </dgm:pt>
    <dgm:pt modelId="{7BFD06E5-2A7A-4561-9080-FBFAB34C467F}" type="pres">
      <dgm:prSet presAssocID="{9B252009-B279-4E27-8577-AE4A73ED1C3A}" presName="iconRect" presStyleLbl="node1" presStyleIdx="3"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heckmark"/>
        </a:ext>
      </dgm:extLst>
    </dgm:pt>
    <dgm:pt modelId="{9D17F6E7-FD76-4258-A2F2-412863C2A6A9}" type="pres">
      <dgm:prSet presAssocID="{9B252009-B279-4E27-8577-AE4A73ED1C3A}" presName="spaceRect" presStyleCnt="0"/>
      <dgm:spPr/>
    </dgm:pt>
    <dgm:pt modelId="{F7F40C12-5A87-4DBE-B989-96C4E8C2FE3C}" type="pres">
      <dgm:prSet presAssocID="{9B252009-B279-4E27-8577-AE4A73ED1C3A}" presName="parTx" presStyleLbl="revTx" presStyleIdx="3" presStyleCnt="4">
        <dgm:presLayoutVars>
          <dgm:chMax val="0"/>
          <dgm:chPref val="0"/>
        </dgm:presLayoutVars>
      </dgm:prSet>
      <dgm:spPr/>
    </dgm:pt>
  </dgm:ptLst>
  <dgm:cxnLst>
    <dgm:cxn modelId="{F370AB0D-3525-449F-802F-17D5540A9D0C}" type="presOf" srcId="{9B252009-B279-4E27-8577-AE4A73ED1C3A}" destId="{F7F40C12-5A87-4DBE-B989-96C4E8C2FE3C}" srcOrd="0" destOrd="0" presId="urn:microsoft.com/office/officeart/2018/2/layout/IconVerticalSolidLi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A44E89A4-3D1D-4560-87D4-7776537944BF}" srcId="{AC605FAC-F4E1-443B-91BE-22C6277E36A9}" destId="{9B252009-B279-4E27-8577-AE4A73ED1C3A}" srcOrd="3" destOrd="0" parTransId="{7C52F91B-EF23-4838-A7CF-28A68E2A54B6}" sibTransId="{5CB6DC28-1B1F-4BBC-84CD-2F19747024C2}"/>
    <dgm:cxn modelId="{A2970DAF-0E00-428A-8D34-96FF5861B585}" type="presOf" srcId="{2EEBCB3C-8C6B-4812-B778-E910D6DF6857}" destId="{552C7AEC-554D-47FD-98FE-7ECA2F37F63A}"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5695E2C6-26B0-4B19-AA8D-5E810CA4B9BE}" srcId="{AC605FAC-F4E1-443B-91BE-22C6277E36A9}" destId="{2EEBCB3C-8C6B-4812-B778-E910D6DF6857}" srcOrd="2" destOrd="0" parTransId="{4E72D2DC-29A6-4998-82B1-6FD11BB244E0}" sibTransId="{79A6D865-DD4F-4C83-A868-2D85A3E5127D}"/>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14B87152-DF31-4F34-8093-D0B3FCAB7901}" type="presParOf" srcId="{203A11AC-6691-4719-A18C-2D6C7EA9F1B7}" destId="{EE721F33-0899-4813-A67D-E063994ECDD7}" srcOrd="3" destOrd="0" presId="urn:microsoft.com/office/officeart/2018/2/layout/IconVerticalSolidList"/>
    <dgm:cxn modelId="{AB7A4CD2-2BF9-4F6B-A5F7-9EBA72ADE24C}" type="presParOf" srcId="{203A11AC-6691-4719-A18C-2D6C7EA9F1B7}" destId="{940F4C96-198B-4852-B956-9DAE29C4A8F8}" srcOrd="4" destOrd="0" presId="urn:microsoft.com/office/officeart/2018/2/layout/IconVerticalSolidList"/>
    <dgm:cxn modelId="{E06FB571-A175-4A75-B1BB-30BE7458053E}" type="presParOf" srcId="{940F4C96-198B-4852-B956-9DAE29C4A8F8}" destId="{E68D7556-FA9D-40BF-837B-DC8297C2E485}" srcOrd="0" destOrd="0" presId="urn:microsoft.com/office/officeart/2018/2/layout/IconVerticalSolidList"/>
    <dgm:cxn modelId="{45D54180-08F4-458B-9658-A88DE48C79B1}" type="presParOf" srcId="{940F4C96-198B-4852-B956-9DAE29C4A8F8}" destId="{7DF4B165-D0B4-4D80-A79C-5194E42AF925}" srcOrd="1" destOrd="0" presId="urn:microsoft.com/office/officeart/2018/2/layout/IconVerticalSolidList"/>
    <dgm:cxn modelId="{5D9AE475-F384-448D-B080-E09AF092FDEA}" type="presParOf" srcId="{940F4C96-198B-4852-B956-9DAE29C4A8F8}" destId="{934A6FEE-4B6F-489A-94FE-13D7E9F484A8}" srcOrd="2" destOrd="0" presId="urn:microsoft.com/office/officeart/2018/2/layout/IconVerticalSolidList"/>
    <dgm:cxn modelId="{2BE5EEEC-5BB2-412C-8335-B7A2F3418441}" type="presParOf" srcId="{940F4C96-198B-4852-B956-9DAE29C4A8F8}" destId="{552C7AEC-554D-47FD-98FE-7ECA2F37F63A}" srcOrd="3" destOrd="0" presId="urn:microsoft.com/office/officeart/2018/2/layout/IconVerticalSolidList"/>
    <dgm:cxn modelId="{F386FBA3-89D4-4608-8EE7-0B95B657DBBA}" type="presParOf" srcId="{203A11AC-6691-4719-A18C-2D6C7EA9F1B7}" destId="{08D4D2D2-F7EA-4D95-827A-F92CE418199C}" srcOrd="5" destOrd="0" presId="urn:microsoft.com/office/officeart/2018/2/layout/IconVerticalSolidList"/>
    <dgm:cxn modelId="{17DF8F1D-476F-43FA-8522-82FE3D71BFC6}" type="presParOf" srcId="{203A11AC-6691-4719-A18C-2D6C7EA9F1B7}" destId="{CB644285-AC58-4203-9815-44852A59B67D}" srcOrd="6" destOrd="0" presId="urn:microsoft.com/office/officeart/2018/2/layout/IconVerticalSolidList"/>
    <dgm:cxn modelId="{FCAC189D-606A-477F-A6E7-AD3FA20B66B6}" type="presParOf" srcId="{CB644285-AC58-4203-9815-44852A59B67D}" destId="{6AC574B6-1B02-433C-BCC5-F5352603A5DC}" srcOrd="0" destOrd="0" presId="urn:microsoft.com/office/officeart/2018/2/layout/IconVerticalSolidList"/>
    <dgm:cxn modelId="{6223162A-4BBF-477A-89C0-42D534C77E7E}" type="presParOf" srcId="{CB644285-AC58-4203-9815-44852A59B67D}" destId="{7BFD06E5-2A7A-4561-9080-FBFAB34C467F}" srcOrd="1" destOrd="0" presId="urn:microsoft.com/office/officeart/2018/2/layout/IconVerticalSolidList"/>
    <dgm:cxn modelId="{9D7C3151-7AE2-4ADF-B6D9-D65A56358D71}" type="presParOf" srcId="{CB644285-AC58-4203-9815-44852A59B67D}" destId="{9D17F6E7-FD76-4258-A2F2-412863C2A6A9}" srcOrd="2" destOrd="0" presId="urn:microsoft.com/office/officeart/2018/2/layout/IconVerticalSolidList"/>
    <dgm:cxn modelId="{BE7C164F-D735-4A23-9938-563E4316A36F}" type="presParOf" srcId="{CB644285-AC58-4203-9815-44852A59B67D}" destId="{F7F40C12-5A87-4DBE-B989-96C4E8C2FE3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F16BC96-D1FC-4DAB-8EA6-4D4EA0693CEA}"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1FC896B8-7CB9-45E1-AB08-909ADCB8641B}">
      <dgm:prSet custT="1"/>
      <dgm:spPr/>
      <dgm:t>
        <a:bodyPr/>
        <a:lstStyle/>
        <a:p>
          <a:pPr algn="ctr"/>
          <a:r>
            <a:rPr lang="en-US" sz="2000" dirty="0">
              <a:latin typeface="+mn-lt"/>
              <a:cs typeface="Arial" panose="020B0604020202020204" pitchFamily="34" charset="0"/>
            </a:rPr>
            <a:t>Related to this issue is reliable multicasting, by which message transmission to a collection of processes is guaranteed to succeed. </a:t>
          </a:r>
        </a:p>
        <a:p>
          <a:pPr algn="ctr"/>
          <a:r>
            <a:rPr lang="en-US" sz="2000" dirty="0">
              <a:latin typeface="+mn-lt"/>
              <a:cs typeface="Arial" panose="020B0604020202020204" pitchFamily="34" charset="0"/>
            </a:rPr>
            <a:t>Reliable multicasting is often necessary to keep processes synchronized.</a:t>
          </a:r>
        </a:p>
      </dgm:t>
    </dgm:pt>
    <dgm:pt modelId="{52DBB48E-5261-434B-805A-A800E44CD287}" type="parTrans" cxnId="{5DF0FE53-B0D3-4D1C-8E27-33B52F84926E}">
      <dgm:prSet/>
      <dgm:spPr/>
      <dgm:t>
        <a:bodyPr/>
        <a:lstStyle/>
        <a:p>
          <a:endParaRPr lang="en-US"/>
        </a:p>
      </dgm:t>
    </dgm:pt>
    <dgm:pt modelId="{160C1166-1C6B-4C2E-9960-187A057ED8D5}" type="sibTrans" cxnId="{5DF0FE53-B0D3-4D1C-8E27-33B52F84926E}">
      <dgm:prSet/>
      <dgm:spPr/>
      <dgm:t>
        <a:bodyPr/>
        <a:lstStyle/>
        <a:p>
          <a:endParaRPr lang="en-US"/>
        </a:p>
      </dgm:t>
    </dgm:pt>
    <dgm:pt modelId="{9DA893B3-DF76-41FC-BC14-8898783BF142}">
      <dgm:prSet custT="1"/>
      <dgm:spPr/>
      <dgm:t>
        <a:bodyPr/>
        <a:lstStyle/>
        <a:p>
          <a:r>
            <a:rPr lang="en-US" sz="2000" b="0" i="0" dirty="0">
              <a:latin typeface="+mn-lt"/>
              <a:cs typeface="Arial" panose="020B0604020202020204" pitchFamily="34" charset="0"/>
            </a:rPr>
            <a:t>Protection against process failures can be achieved by process replication, organizing several identical processes into a group. </a:t>
          </a:r>
          <a:endParaRPr lang="en-US" sz="2000" dirty="0">
            <a:latin typeface="+mn-lt"/>
            <a:cs typeface="Arial" panose="020B0604020202020204" pitchFamily="34" charset="0"/>
          </a:endParaRPr>
        </a:p>
      </dgm:t>
    </dgm:pt>
    <dgm:pt modelId="{B3EDEA22-9522-4821-A43D-C0156782496D}" type="parTrans" cxnId="{EA47D0D2-FEC8-49AB-BC3D-E59FD8024546}">
      <dgm:prSet/>
      <dgm:spPr/>
      <dgm:t>
        <a:bodyPr/>
        <a:lstStyle/>
        <a:p>
          <a:endParaRPr lang="en-US"/>
        </a:p>
      </dgm:t>
    </dgm:pt>
    <dgm:pt modelId="{ED5626F2-0BCB-4E75-8F9D-7AFB9EACA946}" type="sibTrans" cxnId="{EA47D0D2-FEC8-49AB-BC3D-E59FD8024546}">
      <dgm:prSet/>
      <dgm:spPr/>
      <dgm:t>
        <a:bodyPr/>
        <a:lstStyle/>
        <a:p>
          <a:endParaRPr lang="en-US"/>
        </a:p>
      </dgm:t>
    </dgm:pt>
    <dgm:pt modelId="{15059D53-B02A-475B-AC47-E194C9A0C129}">
      <dgm:prSet custT="1"/>
      <dgm:spPr/>
      <dgm:t>
        <a:bodyPr/>
        <a:lstStyle/>
        <a:p>
          <a:r>
            <a:rPr lang="en-US" sz="2000" b="0" i="0" dirty="0">
              <a:latin typeface="+mn-lt"/>
              <a:cs typeface="Arial" panose="020B0604020202020204" pitchFamily="34" charset="0"/>
            </a:rPr>
            <a:t>Groups are categorized into two categories: Flat Group and Hierarchy Group.</a:t>
          </a:r>
          <a:endParaRPr lang="en-US" sz="2000" dirty="0">
            <a:latin typeface="+mn-lt"/>
            <a:cs typeface="Arial" panose="020B0604020202020204" pitchFamily="34" charset="0"/>
          </a:endParaRPr>
        </a:p>
      </dgm:t>
    </dgm:pt>
    <dgm:pt modelId="{8C402F2C-17AD-43A6-88E2-5C1F5F25AB35}" type="parTrans" cxnId="{74976A0D-93DC-4DD4-94FE-E47F24DD685F}">
      <dgm:prSet/>
      <dgm:spPr/>
      <dgm:t>
        <a:bodyPr/>
        <a:lstStyle/>
        <a:p>
          <a:endParaRPr lang="en-US"/>
        </a:p>
      </dgm:t>
    </dgm:pt>
    <dgm:pt modelId="{7EB48A81-7893-451C-B957-15B89CC551A8}" type="sibTrans" cxnId="{74976A0D-93DC-4DD4-94FE-E47F24DD685F}">
      <dgm:prSet/>
      <dgm:spPr/>
      <dgm:t>
        <a:bodyPr/>
        <a:lstStyle/>
        <a:p>
          <a:endParaRPr lang="en-US"/>
        </a:p>
      </dgm:t>
    </dgm:pt>
    <dgm:pt modelId="{82BC1BDE-4FB6-4C5C-9F41-7231A90008E5}" type="pres">
      <dgm:prSet presAssocID="{6F16BC96-D1FC-4DAB-8EA6-4D4EA0693CEA}" presName="hierChild1" presStyleCnt="0">
        <dgm:presLayoutVars>
          <dgm:chPref val="1"/>
          <dgm:dir/>
          <dgm:animOne val="branch"/>
          <dgm:animLvl val="lvl"/>
          <dgm:resizeHandles/>
        </dgm:presLayoutVars>
      </dgm:prSet>
      <dgm:spPr/>
    </dgm:pt>
    <dgm:pt modelId="{90AAB16B-E9FC-4DC0-99D5-19D4DA1B9166}" type="pres">
      <dgm:prSet presAssocID="{1FC896B8-7CB9-45E1-AB08-909ADCB8641B}" presName="hierRoot1" presStyleCnt="0"/>
      <dgm:spPr/>
    </dgm:pt>
    <dgm:pt modelId="{FAD65E87-907E-4EBC-9705-678A0DB71069}" type="pres">
      <dgm:prSet presAssocID="{1FC896B8-7CB9-45E1-AB08-909ADCB8641B}" presName="composite" presStyleCnt="0"/>
      <dgm:spPr/>
    </dgm:pt>
    <dgm:pt modelId="{A1AF6CD1-452D-499F-9D16-A3C054F476A1}" type="pres">
      <dgm:prSet presAssocID="{1FC896B8-7CB9-45E1-AB08-909ADCB8641B}" presName="background" presStyleLbl="node0" presStyleIdx="0" presStyleCnt="3"/>
      <dgm:spPr/>
    </dgm:pt>
    <dgm:pt modelId="{8529D359-7B53-42A4-BA63-0F8039B52711}" type="pres">
      <dgm:prSet presAssocID="{1FC896B8-7CB9-45E1-AB08-909ADCB8641B}" presName="text" presStyleLbl="fgAcc0" presStyleIdx="0" presStyleCnt="3" custScaleX="185722" custScaleY="166358">
        <dgm:presLayoutVars>
          <dgm:chPref val="3"/>
        </dgm:presLayoutVars>
      </dgm:prSet>
      <dgm:spPr/>
    </dgm:pt>
    <dgm:pt modelId="{CF28577D-4A9D-46DC-94A3-8A6310115036}" type="pres">
      <dgm:prSet presAssocID="{1FC896B8-7CB9-45E1-AB08-909ADCB8641B}" presName="hierChild2" presStyleCnt="0"/>
      <dgm:spPr/>
    </dgm:pt>
    <dgm:pt modelId="{5B881242-9772-4D50-98D0-673BAA07B97D}" type="pres">
      <dgm:prSet presAssocID="{9DA893B3-DF76-41FC-BC14-8898783BF142}" presName="hierRoot1" presStyleCnt="0"/>
      <dgm:spPr/>
    </dgm:pt>
    <dgm:pt modelId="{4AD07FDB-F587-47E1-AE3A-A32C5F2EF880}" type="pres">
      <dgm:prSet presAssocID="{9DA893B3-DF76-41FC-BC14-8898783BF142}" presName="composite" presStyleCnt="0"/>
      <dgm:spPr/>
    </dgm:pt>
    <dgm:pt modelId="{675443A3-FF69-4DEB-A0A6-F6A5CE91E7E8}" type="pres">
      <dgm:prSet presAssocID="{9DA893B3-DF76-41FC-BC14-8898783BF142}" presName="background" presStyleLbl="node0" presStyleIdx="1" presStyleCnt="3"/>
      <dgm:spPr/>
    </dgm:pt>
    <dgm:pt modelId="{C570605C-B1F9-4C1C-AA93-8D357747F1A3}" type="pres">
      <dgm:prSet presAssocID="{9DA893B3-DF76-41FC-BC14-8898783BF142}" presName="text" presStyleLbl="fgAcc0" presStyleIdx="1" presStyleCnt="3" custScaleX="116496" custScaleY="140926" custLinFactNeighborX="722" custLinFactNeighborY="16962">
        <dgm:presLayoutVars>
          <dgm:chPref val="3"/>
        </dgm:presLayoutVars>
      </dgm:prSet>
      <dgm:spPr/>
    </dgm:pt>
    <dgm:pt modelId="{2E6AB73D-888B-47FE-A36D-236AB7E30E30}" type="pres">
      <dgm:prSet presAssocID="{9DA893B3-DF76-41FC-BC14-8898783BF142}" presName="hierChild2" presStyleCnt="0"/>
      <dgm:spPr/>
    </dgm:pt>
    <dgm:pt modelId="{13A61C01-1C10-44F5-A208-039673388D45}" type="pres">
      <dgm:prSet presAssocID="{15059D53-B02A-475B-AC47-E194C9A0C129}" presName="hierRoot1" presStyleCnt="0"/>
      <dgm:spPr/>
    </dgm:pt>
    <dgm:pt modelId="{14391C9F-1101-43B6-92AD-C182B56EECE6}" type="pres">
      <dgm:prSet presAssocID="{15059D53-B02A-475B-AC47-E194C9A0C129}" presName="composite" presStyleCnt="0"/>
      <dgm:spPr/>
    </dgm:pt>
    <dgm:pt modelId="{124235AA-D160-4E52-A209-FC9D771591BB}" type="pres">
      <dgm:prSet presAssocID="{15059D53-B02A-475B-AC47-E194C9A0C129}" presName="background" presStyleLbl="node0" presStyleIdx="2" presStyleCnt="3"/>
      <dgm:spPr/>
    </dgm:pt>
    <dgm:pt modelId="{AFBE00BA-F37F-4750-9D59-92602C893BF8}" type="pres">
      <dgm:prSet presAssocID="{15059D53-B02A-475B-AC47-E194C9A0C129}" presName="text" presStyleLbl="fgAcc0" presStyleIdx="2" presStyleCnt="3" custScaleX="113798" custScaleY="124905" custLinFactNeighborX="-4714" custLinFactNeighborY="34178">
        <dgm:presLayoutVars>
          <dgm:chPref val="3"/>
        </dgm:presLayoutVars>
      </dgm:prSet>
      <dgm:spPr/>
    </dgm:pt>
    <dgm:pt modelId="{91B032FB-C22D-49B5-8823-7B7802843DEC}" type="pres">
      <dgm:prSet presAssocID="{15059D53-B02A-475B-AC47-E194C9A0C129}" presName="hierChild2" presStyleCnt="0"/>
      <dgm:spPr/>
    </dgm:pt>
  </dgm:ptLst>
  <dgm:cxnLst>
    <dgm:cxn modelId="{74976A0D-93DC-4DD4-94FE-E47F24DD685F}" srcId="{6F16BC96-D1FC-4DAB-8EA6-4D4EA0693CEA}" destId="{15059D53-B02A-475B-AC47-E194C9A0C129}" srcOrd="2" destOrd="0" parTransId="{8C402F2C-17AD-43A6-88E2-5C1F5F25AB35}" sibTransId="{7EB48A81-7893-451C-B957-15B89CC551A8}"/>
    <dgm:cxn modelId="{302A5534-4BEC-4C12-BAEC-444AD2C26457}" type="presOf" srcId="{15059D53-B02A-475B-AC47-E194C9A0C129}" destId="{AFBE00BA-F37F-4750-9D59-92602C893BF8}" srcOrd="0" destOrd="0" presId="urn:microsoft.com/office/officeart/2005/8/layout/hierarchy1"/>
    <dgm:cxn modelId="{E9968F6D-75FD-4101-8529-CB9BC7323152}" type="presOf" srcId="{9DA893B3-DF76-41FC-BC14-8898783BF142}" destId="{C570605C-B1F9-4C1C-AA93-8D357747F1A3}" srcOrd="0" destOrd="0" presId="urn:microsoft.com/office/officeart/2005/8/layout/hierarchy1"/>
    <dgm:cxn modelId="{5DF0FE53-B0D3-4D1C-8E27-33B52F84926E}" srcId="{6F16BC96-D1FC-4DAB-8EA6-4D4EA0693CEA}" destId="{1FC896B8-7CB9-45E1-AB08-909ADCB8641B}" srcOrd="0" destOrd="0" parTransId="{52DBB48E-5261-434B-805A-A800E44CD287}" sibTransId="{160C1166-1C6B-4C2E-9960-187A057ED8D5}"/>
    <dgm:cxn modelId="{C2CB6CC4-9350-436F-BE92-094E8AC4ECBE}" type="presOf" srcId="{6F16BC96-D1FC-4DAB-8EA6-4D4EA0693CEA}" destId="{82BC1BDE-4FB6-4C5C-9F41-7231A90008E5}" srcOrd="0" destOrd="0" presId="urn:microsoft.com/office/officeart/2005/8/layout/hierarchy1"/>
    <dgm:cxn modelId="{EA47D0D2-FEC8-49AB-BC3D-E59FD8024546}" srcId="{6F16BC96-D1FC-4DAB-8EA6-4D4EA0693CEA}" destId="{9DA893B3-DF76-41FC-BC14-8898783BF142}" srcOrd="1" destOrd="0" parTransId="{B3EDEA22-9522-4821-A43D-C0156782496D}" sibTransId="{ED5626F2-0BCB-4E75-8F9D-7AFB9EACA946}"/>
    <dgm:cxn modelId="{CC8A96EC-995F-4341-AA3F-37B05050D4AE}" type="presOf" srcId="{1FC896B8-7CB9-45E1-AB08-909ADCB8641B}" destId="{8529D359-7B53-42A4-BA63-0F8039B52711}" srcOrd="0" destOrd="0" presId="urn:microsoft.com/office/officeart/2005/8/layout/hierarchy1"/>
    <dgm:cxn modelId="{543678FB-88D3-4B47-9B98-D801019B7ACA}" type="presParOf" srcId="{82BC1BDE-4FB6-4C5C-9F41-7231A90008E5}" destId="{90AAB16B-E9FC-4DC0-99D5-19D4DA1B9166}" srcOrd="0" destOrd="0" presId="urn:microsoft.com/office/officeart/2005/8/layout/hierarchy1"/>
    <dgm:cxn modelId="{9C3A6C40-1B03-40DA-86E2-EBA24FC84B5C}" type="presParOf" srcId="{90AAB16B-E9FC-4DC0-99D5-19D4DA1B9166}" destId="{FAD65E87-907E-4EBC-9705-678A0DB71069}" srcOrd="0" destOrd="0" presId="urn:microsoft.com/office/officeart/2005/8/layout/hierarchy1"/>
    <dgm:cxn modelId="{E5B0A6EE-4AEC-441F-8D37-5DECD5975D05}" type="presParOf" srcId="{FAD65E87-907E-4EBC-9705-678A0DB71069}" destId="{A1AF6CD1-452D-499F-9D16-A3C054F476A1}" srcOrd="0" destOrd="0" presId="urn:microsoft.com/office/officeart/2005/8/layout/hierarchy1"/>
    <dgm:cxn modelId="{6AB57E1B-D6F3-46B7-8818-DD337E05A4B8}" type="presParOf" srcId="{FAD65E87-907E-4EBC-9705-678A0DB71069}" destId="{8529D359-7B53-42A4-BA63-0F8039B52711}" srcOrd="1" destOrd="0" presId="urn:microsoft.com/office/officeart/2005/8/layout/hierarchy1"/>
    <dgm:cxn modelId="{7CD307EF-DA67-4659-B08E-965419468C64}" type="presParOf" srcId="{90AAB16B-E9FC-4DC0-99D5-19D4DA1B9166}" destId="{CF28577D-4A9D-46DC-94A3-8A6310115036}" srcOrd="1" destOrd="0" presId="urn:microsoft.com/office/officeart/2005/8/layout/hierarchy1"/>
    <dgm:cxn modelId="{4CCAE64D-4F29-40C8-AF08-23010708B9A1}" type="presParOf" srcId="{82BC1BDE-4FB6-4C5C-9F41-7231A90008E5}" destId="{5B881242-9772-4D50-98D0-673BAA07B97D}" srcOrd="1" destOrd="0" presId="urn:microsoft.com/office/officeart/2005/8/layout/hierarchy1"/>
    <dgm:cxn modelId="{83226FDA-1DAA-4485-99F4-29D2AC61ABC8}" type="presParOf" srcId="{5B881242-9772-4D50-98D0-673BAA07B97D}" destId="{4AD07FDB-F587-47E1-AE3A-A32C5F2EF880}" srcOrd="0" destOrd="0" presId="urn:microsoft.com/office/officeart/2005/8/layout/hierarchy1"/>
    <dgm:cxn modelId="{6463DC6E-DA2D-43C1-A6FE-FD374A09BE7E}" type="presParOf" srcId="{4AD07FDB-F587-47E1-AE3A-A32C5F2EF880}" destId="{675443A3-FF69-4DEB-A0A6-F6A5CE91E7E8}" srcOrd="0" destOrd="0" presId="urn:microsoft.com/office/officeart/2005/8/layout/hierarchy1"/>
    <dgm:cxn modelId="{426C3E70-7A63-412D-AA03-17ECEAEF7322}" type="presParOf" srcId="{4AD07FDB-F587-47E1-AE3A-A32C5F2EF880}" destId="{C570605C-B1F9-4C1C-AA93-8D357747F1A3}" srcOrd="1" destOrd="0" presId="urn:microsoft.com/office/officeart/2005/8/layout/hierarchy1"/>
    <dgm:cxn modelId="{F8204A8F-6463-4AE7-BA69-62FDDBB264FD}" type="presParOf" srcId="{5B881242-9772-4D50-98D0-673BAA07B97D}" destId="{2E6AB73D-888B-47FE-A36D-236AB7E30E30}" srcOrd="1" destOrd="0" presId="urn:microsoft.com/office/officeart/2005/8/layout/hierarchy1"/>
    <dgm:cxn modelId="{0EEAF4F6-278E-48E4-B7DE-6615AA489DDB}" type="presParOf" srcId="{82BC1BDE-4FB6-4C5C-9F41-7231A90008E5}" destId="{13A61C01-1C10-44F5-A208-039673388D45}" srcOrd="2" destOrd="0" presId="urn:microsoft.com/office/officeart/2005/8/layout/hierarchy1"/>
    <dgm:cxn modelId="{0168A873-7916-4EC9-9893-8C2671BA2832}" type="presParOf" srcId="{13A61C01-1C10-44F5-A208-039673388D45}" destId="{14391C9F-1101-43B6-92AD-C182B56EECE6}" srcOrd="0" destOrd="0" presId="urn:microsoft.com/office/officeart/2005/8/layout/hierarchy1"/>
    <dgm:cxn modelId="{A7526141-E2A9-40DA-BEE8-E616BD02D23C}" type="presParOf" srcId="{14391C9F-1101-43B6-92AD-C182B56EECE6}" destId="{124235AA-D160-4E52-A209-FC9D771591BB}" srcOrd="0" destOrd="0" presId="urn:microsoft.com/office/officeart/2005/8/layout/hierarchy1"/>
    <dgm:cxn modelId="{35500F82-5F4D-4176-B35A-C2B9F2F83173}" type="presParOf" srcId="{14391C9F-1101-43B6-92AD-C182B56EECE6}" destId="{AFBE00BA-F37F-4750-9D59-92602C893BF8}" srcOrd="1" destOrd="0" presId="urn:microsoft.com/office/officeart/2005/8/layout/hierarchy1"/>
    <dgm:cxn modelId="{30EAB424-301E-4F2E-95EA-00513EDB204A}" type="presParOf" srcId="{13A61C01-1C10-44F5-A208-039673388D45}" destId="{91B032FB-C22D-49B5-8823-7B7802843DE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13A5EEB-F3D3-4BF5-9854-FEE454BA171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PK"/>
        </a:p>
      </dgm:t>
    </dgm:pt>
    <dgm:pt modelId="{57A84A83-BDAA-4F1E-81AB-DF2256451E3B}">
      <dgm:prSet custT="1"/>
      <dgm:spPr/>
      <dgm:t>
        <a:bodyPr/>
        <a:lstStyle/>
        <a:p>
          <a:r>
            <a:rPr lang="en-US" sz="2000" b="0" dirty="0"/>
            <a:t>By organizing a fault tolerant group of processes , we can protect a single vulnerable process.</a:t>
          </a:r>
          <a:endParaRPr lang="en-PK" sz="2000" dirty="0"/>
        </a:p>
      </dgm:t>
    </dgm:pt>
    <dgm:pt modelId="{DF1A363F-14FC-41FA-BAB9-913C3533593A}" type="parTrans" cxnId="{139BFA0A-C31A-4602-B39C-5459F3718919}">
      <dgm:prSet/>
      <dgm:spPr/>
      <dgm:t>
        <a:bodyPr/>
        <a:lstStyle/>
        <a:p>
          <a:endParaRPr lang="en-PK"/>
        </a:p>
      </dgm:t>
    </dgm:pt>
    <dgm:pt modelId="{D05AB086-6C4E-4E04-A01C-0EABECBA79BD}" type="sibTrans" cxnId="{139BFA0A-C31A-4602-B39C-5459F3718919}">
      <dgm:prSet/>
      <dgm:spPr/>
      <dgm:t>
        <a:bodyPr/>
        <a:lstStyle/>
        <a:p>
          <a:endParaRPr lang="en-PK"/>
        </a:p>
      </dgm:t>
    </dgm:pt>
    <dgm:pt modelId="{918EE8EB-29E8-4DD0-A0E6-1557ACEB0A4F}">
      <dgm:prSet custT="1"/>
      <dgm:spPr/>
      <dgm:t>
        <a:bodyPr/>
        <a:lstStyle/>
        <a:p>
          <a:r>
            <a:rPr lang="en-US" sz="2000" b="0" dirty="0"/>
            <a:t>Two approaches to arranging the replication of the group are:</a:t>
          </a:r>
          <a:endParaRPr lang="en-PK" sz="2000" dirty="0"/>
        </a:p>
      </dgm:t>
    </dgm:pt>
    <dgm:pt modelId="{BB807C19-43A4-4465-ADF4-6C7E0E8AA34A}" type="parTrans" cxnId="{28077E60-4B07-40C6-ABBA-6F8130AF7A76}">
      <dgm:prSet/>
      <dgm:spPr/>
      <dgm:t>
        <a:bodyPr/>
        <a:lstStyle/>
        <a:p>
          <a:endParaRPr lang="en-PK"/>
        </a:p>
      </dgm:t>
    </dgm:pt>
    <dgm:pt modelId="{832276B4-8ADE-41F2-80E4-0A9C595EA0A3}" type="sibTrans" cxnId="{28077E60-4B07-40C6-ABBA-6F8130AF7A76}">
      <dgm:prSet/>
      <dgm:spPr/>
      <dgm:t>
        <a:bodyPr/>
        <a:lstStyle/>
        <a:p>
          <a:endParaRPr lang="en-PK"/>
        </a:p>
      </dgm:t>
    </dgm:pt>
    <dgm:pt modelId="{33659497-76DC-45C5-A046-E1ACF700AACE}">
      <dgm:prSet custT="1"/>
      <dgm:spPr/>
      <dgm:t>
        <a:bodyPr/>
        <a:lstStyle/>
        <a:p>
          <a:r>
            <a:rPr lang="en-US" sz="2000" b="0" dirty="0"/>
            <a:t> Primary-base protocols and Replicated-write </a:t>
          </a:r>
          <a:r>
            <a:rPr lang="en-US" sz="2000" dirty="0"/>
            <a:t>p</a:t>
          </a:r>
          <a:r>
            <a:rPr lang="en-US" sz="2000" b="0" dirty="0"/>
            <a:t>rotocols. </a:t>
          </a:r>
          <a:endParaRPr lang="en-PK" sz="2000" dirty="0"/>
        </a:p>
      </dgm:t>
    </dgm:pt>
    <dgm:pt modelId="{C69E2C15-7A82-47CE-B976-D288FAFB1BC0}" type="parTrans" cxnId="{71A4E8B8-C955-4588-9691-CA43F688FBCD}">
      <dgm:prSet/>
      <dgm:spPr/>
      <dgm:t>
        <a:bodyPr/>
        <a:lstStyle/>
        <a:p>
          <a:endParaRPr lang="en-US"/>
        </a:p>
      </dgm:t>
    </dgm:pt>
    <dgm:pt modelId="{BA485F77-6C18-4061-8502-0DF91A35DBC5}" type="sibTrans" cxnId="{71A4E8B8-C955-4588-9691-CA43F688FBCD}">
      <dgm:prSet/>
      <dgm:spPr/>
      <dgm:t>
        <a:bodyPr/>
        <a:lstStyle/>
        <a:p>
          <a:endParaRPr lang="en-US"/>
        </a:p>
      </dgm:t>
    </dgm:pt>
    <dgm:pt modelId="{80C6CA68-3C48-41C9-AE68-D8D12BF396D4}" type="pres">
      <dgm:prSet presAssocID="{B13A5EEB-F3D3-4BF5-9854-FEE454BA1711}" presName="diagram" presStyleCnt="0">
        <dgm:presLayoutVars>
          <dgm:dir/>
          <dgm:resizeHandles val="exact"/>
        </dgm:presLayoutVars>
      </dgm:prSet>
      <dgm:spPr/>
    </dgm:pt>
    <dgm:pt modelId="{8DE62DEE-91E6-4CB4-BB2B-2E0B097B0F6F}" type="pres">
      <dgm:prSet presAssocID="{57A84A83-BDAA-4F1E-81AB-DF2256451E3B}" presName="node" presStyleLbl="node1" presStyleIdx="0" presStyleCnt="2">
        <dgm:presLayoutVars>
          <dgm:bulletEnabled val="1"/>
        </dgm:presLayoutVars>
      </dgm:prSet>
      <dgm:spPr>
        <a:prstGeom prst="flowChartAlternateProcess">
          <a:avLst/>
        </a:prstGeom>
      </dgm:spPr>
    </dgm:pt>
    <dgm:pt modelId="{5FF2F6FF-1E86-4FD4-A9E9-A3D77A82DDE6}" type="pres">
      <dgm:prSet presAssocID="{D05AB086-6C4E-4E04-A01C-0EABECBA79BD}" presName="sibTrans" presStyleCnt="0"/>
      <dgm:spPr/>
    </dgm:pt>
    <dgm:pt modelId="{3CDD044B-4F8B-4F75-8A80-DE516B59A4B3}" type="pres">
      <dgm:prSet presAssocID="{918EE8EB-29E8-4DD0-A0E6-1557ACEB0A4F}" presName="node" presStyleLbl="node1" presStyleIdx="1" presStyleCnt="2">
        <dgm:presLayoutVars>
          <dgm:bulletEnabled val="1"/>
        </dgm:presLayoutVars>
      </dgm:prSet>
      <dgm:spPr>
        <a:prstGeom prst="flowChartAlternateProcess">
          <a:avLst/>
        </a:prstGeom>
      </dgm:spPr>
    </dgm:pt>
  </dgm:ptLst>
  <dgm:cxnLst>
    <dgm:cxn modelId="{139BFA0A-C31A-4602-B39C-5459F3718919}" srcId="{B13A5EEB-F3D3-4BF5-9854-FEE454BA1711}" destId="{57A84A83-BDAA-4F1E-81AB-DF2256451E3B}" srcOrd="0" destOrd="0" parTransId="{DF1A363F-14FC-41FA-BAB9-913C3533593A}" sibTransId="{D05AB086-6C4E-4E04-A01C-0EABECBA79BD}"/>
    <dgm:cxn modelId="{6E33F514-D540-4F8D-BFDF-8A2EA325BDBD}" type="presOf" srcId="{57A84A83-BDAA-4F1E-81AB-DF2256451E3B}" destId="{8DE62DEE-91E6-4CB4-BB2B-2E0B097B0F6F}" srcOrd="0" destOrd="0" presId="urn:microsoft.com/office/officeart/2005/8/layout/default"/>
    <dgm:cxn modelId="{28077E60-4B07-40C6-ABBA-6F8130AF7A76}" srcId="{B13A5EEB-F3D3-4BF5-9854-FEE454BA1711}" destId="{918EE8EB-29E8-4DD0-A0E6-1557ACEB0A4F}" srcOrd="1" destOrd="0" parTransId="{BB807C19-43A4-4465-ADF4-6C7E0E8AA34A}" sibTransId="{832276B4-8ADE-41F2-80E4-0A9C595EA0A3}"/>
    <dgm:cxn modelId="{25572F9D-562F-429E-900E-38BEEEA1E157}" type="presOf" srcId="{B13A5EEB-F3D3-4BF5-9854-FEE454BA1711}" destId="{80C6CA68-3C48-41C9-AE68-D8D12BF396D4}" srcOrd="0" destOrd="0" presId="urn:microsoft.com/office/officeart/2005/8/layout/default"/>
    <dgm:cxn modelId="{71A4E8B8-C955-4588-9691-CA43F688FBCD}" srcId="{918EE8EB-29E8-4DD0-A0E6-1557ACEB0A4F}" destId="{33659497-76DC-45C5-A046-E1ACF700AACE}" srcOrd="0" destOrd="0" parTransId="{C69E2C15-7A82-47CE-B976-D288FAFB1BC0}" sibTransId="{BA485F77-6C18-4061-8502-0DF91A35DBC5}"/>
    <dgm:cxn modelId="{678C19C2-2C3C-4B7C-8C34-A595E2368A3F}" type="presOf" srcId="{33659497-76DC-45C5-A046-E1ACF700AACE}" destId="{3CDD044B-4F8B-4F75-8A80-DE516B59A4B3}" srcOrd="0" destOrd="1" presId="urn:microsoft.com/office/officeart/2005/8/layout/default"/>
    <dgm:cxn modelId="{CD0401D8-48BF-46CA-9E12-5DEA248592E9}" type="presOf" srcId="{918EE8EB-29E8-4DD0-A0E6-1557ACEB0A4F}" destId="{3CDD044B-4F8B-4F75-8A80-DE516B59A4B3}" srcOrd="0" destOrd="0" presId="urn:microsoft.com/office/officeart/2005/8/layout/default"/>
    <dgm:cxn modelId="{452302BF-0786-469B-9CB7-E73E912CB973}" type="presParOf" srcId="{80C6CA68-3C48-41C9-AE68-D8D12BF396D4}" destId="{8DE62DEE-91E6-4CB4-BB2B-2E0B097B0F6F}" srcOrd="0" destOrd="0" presId="urn:microsoft.com/office/officeart/2005/8/layout/default"/>
    <dgm:cxn modelId="{42AD5175-1A99-49A6-B1C4-E31C390F1A37}" type="presParOf" srcId="{80C6CA68-3C48-41C9-AE68-D8D12BF396D4}" destId="{5FF2F6FF-1E86-4FD4-A9E9-A3D77A82DDE6}" srcOrd="1" destOrd="0" presId="urn:microsoft.com/office/officeart/2005/8/layout/default"/>
    <dgm:cxn modelId="{715A9C4E-03CD-4C65-919A-2F892C0540CC}" type="presParOf" srcId="{80C6CA68-3C48-41C9-AE68-D8D12BF396D4}" destId="{3CDD044B-4F8B-4F75-8A80-DE516B59A4B3}"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8055EFA-28B4-4AE0-92F9-A1729A01CF0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7FB01E5-EFDD-4DA9-B523-D4B9FF00B577}">
      <dgm:prSet custT="1"/>
      <dgm:spPr/>
      <dgm:t>
        <a:bodyPr/>
        <a:lstStyle/>
        <a:p>
          <a:r>
            <a:rPr lang="en-US" sz="2000" dirty="0">
              <a:latin typeface="+mn-lt"/>
              <a:cs typeface="Arial" panose="020B0604020202020204" pitchFamily="34" charset="0"/>
            </a:rPr>
            <a:t>Appears in the form of a primary-backup protocol.</a:t>
          </a:r>
          <a:r>
            <a:rPr lang="en-US" sz="2000" b="0" i="0" dirty="0">
              <a:latin typeface="+mn-lt"/>
              <a:cs typeface="Arial" panose="020B0604020202020204" pitchFamily="34" charset="0"/>
            </a:rPr>
            <a:t> </a:t>
          </a:r>
          <a:endParaRPr lang="en-US" sz="2000" dirty="0">
            <a:latin typeface="+mn-lt"/>
            <a:cs typeface="Arial" panose="020B0604020202020204" pitchFamily="34" charset="0"/>
          </a:endParaRPr>
        </a:p>
      </dgm:t>
    </dgm:pt>
    <dgm:pt modelId="{01324FC6-8C32-4DE9-A304-049C6975EE3A}" type="parTrans" cxnId="{314C657D-843B-4D0E-BE61-55A600E8612D}">
      <dgm:prSet/>
      <dgm:spPr/>
      <dgm:t>
        <a:bodyPr/>
        <a:lstStyle/>
        <a:p>
          <a:endParaRPr lang="en-US"/>
        </a:p>
      </dgm:t>
    </dgm:pt>
    <dgm:pt modelId="{A398AD00-406D-49BF-9891-94901217A4BE}" type="sibTrans" cxnId="{314C657D-843B-4D0E-BE61-55A600E8612D}">
      <dgm:prSet/>
      <dgm:spPr/>
      <dgm:t>
        <a:bodyPr/>
        <a:lstStyle/>
        <a:p>
          <a:endParaRPr lang="en-US"/>
        </a:p>
      </dgm:t>
    </dgm:pt>
    <dgm:pt modelId="{0EB705F6-BF48-4F0A-9E00-3C8657C88431}">
      <dgm:prSet custT="1"/>
      <dgm:spPr/>
      <dgm:t>
        <a:bodyPr/>
        <a:lstStyle/>
        <a:p>
          <a:r>
            <a:rPr lang="en-US" sz="2000" b="0" i="0" dirty="0">
              <a:latin typeface="+mn-lt"/>
              <a:cs typeface="Arial" panose="020B0604020202020204" pitchFamily="34" charset="0"/>
            </a:rPr>
            <a:t>A group of processes is organized in a hierarchical fashion in which a primary coordinates all write operations.</a:t>
          </a:r>
          <a:endParaRPr lang="en-US" sz="2000" dirty="0">
            <a:latin typeface="+mn-lt"/>
            <a:cs typeface="Arial" panose="020B0604020202020204" pitchFamily="34" charset="0"/>
          </a:endParaRPr>
        </a:p>
      </dgm:t>
    </dgm:pt>
    <dgm:pt modelId="{C48BD3EB-C1E5-4121-A629-5AC4B8D23587}" type="parTrans" cxnId="{518DA9BB-4A8E-4DE6-80E6-0DE159B09024}">
      <dgm:prSet/>
      <dgm:spPr/>
      <dgm:t>
        <a:bodyPr/>
        <a:lstStyle/>
        <a:p>
          <a:endParaRPr lang="en-US"/>
        </a:p>
      </dgm:t>
    </dgm:pt>
    <dgm:pt modelId="{099C7498-6DF6-40B0-B235-E7E464378E68}" type="sibTrans" cxnId="{518DA9BB-4A8E-4DE6-80E6-0DE159B09024}">
      <dgm:prSet/>
      <dgm:spPr/>
      <dgm:t>
        <a:bodyPr/>
        <a:lstStyle/>
        <a:p>
          <a:endParaRPr lang="en-US"/>
        </a:p>
      </dgm:t>
    </dgm:pt>
    <dgm:pt modelId="{9FFA340D-56EF-4D9A-BEF1-AE3F04BA9998}">
      <dgm:prSet custT="1"/>
      <dgm:spPr/>
      <dgm:t>
        <a:bodyPr/>
        <a:lstStyle/>
        <a:p>
          <a:r>
            <a:rPr lang="en-US" sz="2000" b="0" i="0" dirty="0">
              <a:latin typeface="+mn-lt"/>
              <a:cs typeface="Arial" panose="020B0604020202020204" pitchFamily="34" charset="0"/>
            </a:rPr>
            <a:t>When the primary crashes, the backups execute some election algorithm to choose a new primary.</a:t>
          </a:r>
          <a:endParaRPr lang="en-US" sz="2000" dirty="0">
            <a:latin typeface="+mn-lt"/>
            <a:cs typeface="Arial" panose="020B0604020202020204" pitchFamily="34" charset="0"/>
          </a:endParaRPr>
        </a:p>
      </dgm:t>
    </dgm:pt>
    <dgm:pt modelId="{B5090830-876F-4F92-9B90-32821D8E1D51}" type="parTrans" cxnId="{7B819C73-5A01-44AD-BAD1-F24FFD6622CA}">
      <dgm:prSet/>
      <dgm:spPr/>
      <dgm:t>
        <a:bodyPr/>
        <a:lstStyle/>
        <a:p>
          <a:endParaRPr lang="en-US"/>
        </a:p>
      </dgm:t>
    </dgm:pt>
    <dgm:pt modelId="{57483634-C94A-495A-A5B8-133443D715FF}" type="sibTrans" cxnId="{7B819C73-5A01-44AD-BAD1-F24FFD6622CA}">
      <dgm:prSet/>
      <dgm:spPr/>
      <dgm:t>
        <a:bodyPr/>
        <a:lstStyle/>
        <a:p>
          <a:endParaRPr lang="en-US"/>
        </a:p>
      </dgm:t>
    </dgm:pt>
    <dgm:pt modelId="{83B6D710-DB37-49AE-AA99-8E4EF7A0A15D}" type="pres">
      <dgm:prSet presAssocID="{E8055EFA-28B4-4AE0-92F9-A1729A01CF03}" presName="hierChild1" presStyleCnt="0">
        <dgm:presLayoutVars>
          <dgm:chPref val="1"/>
          <dgm:dir/>
          <dgm:animOne val="branch"/>
          <dgm:animLvl val="lvl"/>
          <dgm:resizeHandles/>
        </dgm:presLayoutVars>
      </dgm:prSet>
      <dgm:spPr/>
    </dgm:pt>
    <dgm:pt modelId="{EC109E7F-2636-4F36-B279-29C250F4C163}" type="pres">
      <dgm:prSet presAssocID="{E7FB01E5-EFDD-4DA9-B523-D4B9FF00B577}" presName="hierRoot1" presStyleCnt="0"/>
      <dgm:spPr/>
    </dgm:pt>
    <dgm:pt modelId="{594B05EC-EE46-4A71-AEC9-34CA35468FE8}" type="pres">
      <dgm:prSet presAssocID="{E7FB01E5-EFDD-4DA9-B523-D4B9FF00B577}" presName="composite" presStyleCnt="0"/>
      <dgm:spPr/>
    </dgm:pt>
    <dgm:pt modelId="{E51ABD48-A03A-4306-919B-FBD477370064}" type="pres">
      <dgm:prSet presAssocID="{E7FB01E5-EFDD-4DA9-B523-D4B9FF00B577}" presName="background" presStyleLbl="node0" presStyleIdx="0" presStyleCnt="3"/>
      <dgm:spPr/>
    </dgm:pt>
    <dgm:pt modelId="{EDBCF847-F4E7-4F5B-9E08-7C6ADB14E3D6}" type="pres">
      <dgm:prSet presAssocID="{E7FB01E5-EFDD-4DA9-B523-D4B9FF00B577}" presName="text" presStyleLbl="fgAcc0" presStyleIdx="0" presStyleCnt="3" custScaleY="132696">
        <dgm:presLayoutVars>
          <dgm:chPref val="3"/>
        </dgm:presLayoutVars>
      </dgm:prSet>
      <dgm:spPr/>
    </dgm:pt>
    <dgm:pt modelId="{A51273A9-3A5E-40D6-B2FD-534F39ECC5D8}" type="pres">
      <dgm:prSet presAssocID="{E7FB01E5-EFDD-4DA9-B523-D4B9FF00B577}" presName="hierChild2" presStyleCnt="0"/>
      <dgm:spPr/>
    </dgm:pt>
    <dgm:pt modelId="{C48780F9-69CB-4F06-B518-D2D0E40D2E16}" type="pres">
      <dgm:prSet presAssocID="{0EB705F6-BF48-4F0A-9E00-3C8657C88431}" presName="hierRoot1" presStyleCnt="0"/>
      <dgm:spPr/>
    </dgm:pt>
    <dgm:pt modelId="{B21EA017-4705-4E90-9192-2731A83D49CC}" type="pres">
      <dgm:prSet presAssocID="{0EB705F6-BF48-4F0A-9E00-3C8657C88431}" presName="composite" presStyleCnt="0"/>
      <dgm:spPr/>
    </dgm:pt>
    <dgm:pt modelId="{59B71AC6-8D28-4960-A2DB-D47B8FA795CE}" type="pres">
      <dgm:prSet presAssocID="{0EB705F6-BF48-4F0A-9E00-3C8657C88431}" presName="background" presStyleLbl="node0" presStyleIdx="1" presStyleCnt="3"/>
      <dgm:spPr/>
    </dgm:pt>
    <dgm:pt modelId="{ED9DAC8F-2BD8-49FB-ADE9-B4FCA1D0064F}" type="pres">
      <dgm:prSet presAssocID="{0EB705F6-BF48-4F0A-9E00-3C8657C88431}" presName="text" presStyleLbl="fgAcc0" presStyleIdx="1" presStyleCnt="3" custScaleX="111199" custScaleY="134062">
        <dgm:presLayoutVars>
          <dgm:chPref val="3"/>
        </dgm:presLayoutVars>
      </dgm:prSet>
      <dgm:spPr/>
    </dgm:pt>
    <dgm:pt modelId="{59BF1E74-75BF-400C-8D85-FD5F04FC88A8}" type="pres">
      <dgm:prSet presAssocID="{0EB705F6-BF48-4F0A-9E00-3C8657C88431}" presName="hierChild2" presStyleCnt="0"/>
      <dgm:spPr/>
    </dgm:pt>
    <dgm:pt modelId="{ED32E4E6-7F98-436A-845C-F9557FE65A9C}" type="pres">
      <dgm:prSet presAssocID="{9FFA340D-56EF-4D9A-BEF1-AE3F04BA9998}" presName="hierRoot1" presStyleCnt="0"/>
      <dgm:spPr/>
    </dgm:pt>
    <dgm:pt modelId="{D5F99E43-00D4-4DD9-8898-0FCE5E4ECA00}" type="pres">
      <dgm:prSet presAssocID="{9FFA340D-56EF-4D9A-BEF1-AE3F04BA9998}" presName="composite" presStyleCnt="0"/>
      <dgm:spPr/>
    </dgm:pt>
    <dgm:pt modelId="{D333CB8A-11EB-4AB7-A7CE-6D499C125715}" type="pres">
      <dgm:prSet presAssocID="{9FFA340D-56EF-4D9A-BEF1-AE3F04BA9998}" presName="background" presStyleLbl="node0" presStyleIdx="2" presStyleCnt="3"/>
      <dgm:spPr/>
    </dgm:pt>
    <dgm:pt modelId="{45A06EDA-46B3-4DF2-8558-EC12D05FEEA3}" type="pres">
      <dgm:prSet presAssocID="{9FFA340D-56EF-4D9A-BEF1-AE3F04BA9998}" presName="text" presStyleLbl="fgAcc0" presStyleIdx="2" presStyleCnt="3" custScaleY="132050">
        <dgm:presLayoutVars>
          <dgm:chPref val="3"/>
        </dgm:presLayoutVars>
      </dgm:prSet>
      <dgm:spPr/>
    </dgm:pt>
    <dgm:pt modelId="{58C1DA5B-839A-417B-BC47-A59197EAA6C4}" type="pres">
      <dgm:prSet presAssocID="{9FFA340D-56EF-4D9A-BEF1-AE3F04BA9998}" presName="hierChild2" presStyleCnt="0"/>
      <dgm:spPr/>
    </dgm:pt>
  </dgm:ptLst>
  <dgm:cxnLst>
    <dgm:cxn modelId="{B5E69469-6FE0-4DD6-B6A2-8068FAF54AB4}" type="presOf" srcId="{E8055EFA-28B4-4AE0-92F9-A1729A01CF03}" destId="{83B6D710-DB37-49AE-AA99-8E4EF7A0A15D}" srcOrd="0" destOrd="0" presId="urn:microsoft.com/office/officeart/2005/8/layout/hierarchy1"/>
    <dgm:cxn modelId="{7B819C73-5A01-44AD-BAD1-F24FFD6622CA}" srcId="{E8055EFA-28B4-4AE0-92F9-A1729A01CF03}" destId="{9FFA340D-56EF-4D9A-BEF1-AE3F04BA9998}" srcOrd="2" destOrd="0" parTransId="{B5090830-876F-4F92-9B90-32821D8E1D51}" sibTransId="{57483634-C94A-495A-A5B8-133443D715FF}"/>
    <dgm:cxn modelId="{314C657D-843B-4D0E-BE61-55A600E8612D}" srcId="{E8055EFA-28B4-4AE0-92F9-A1729A01CF03}" destId="{E7FB01E5-EFDD-4DA9-B523-D4B9FF00B577}" srcOrd="0" destOrd="0" parTransId="{01324FC6-8C32-4DE9-A304-049C6975EE3A}" sibTransId="{A398AD00-406D-49BF-9891-94901217A4BE}"/>
    <dgm:cxn modelId="{73E50982-AC46-4A70-8232-1FD7EEC36A40}" type="presOf" srcId="{9FFA340D-56EF-4D9A-BEF1-AE3F04BA9998}" destId="{45A06EDA-46B3-4DF2-8558-EC12D05FEEA3}" srcOrd="0" destOrd="0" presId="urn:microsoft.com/office/officeart/2005/8/layout/hierarchy1"/>
    <dgm:cxn modelId="{94579CA6-375E-46C2-A7BC-B08119CADA11}" type="presOf" srcId="{0EB705F6-BF48-4F0A-9E00-3C8657C88431}" destId="{ED9DAC8F-2BD8-49FB-ADE9-B4FCA1D0064F}" srcOrd="0" destOrd="0" presId="urn:microsoft.com/office/officeart/2005/8/layout/hierarchy1"/>
    <dgm:cxn modelId="{518DA9BB-4A8E-4DE6-80E6-0DE159B09024}" srcId="{E8055EFA-28B4-4AE0-92F9-A1729A01CF03}" destId="{0EB705F6-BF48-4F0A-9E00-3C8657C88431}" srcOrd="1" destOrd="0" parTransId="{C48BD3EB-C1E5-4121-A629-5AC4B8D23587}" sibTransId="{099C7498-6DF6-40B0-B235-E7E464378E68}"/>
    <dgm:cxn modelId="{66FCD6C8-C519-49FC-BF6F-14CCB33D0D47}" type="presOf" srcId="{E7FB01E5-EFDD-4DA9-B523-D4B9FF00B577}" destId="{EDBCF847-F4E7-4F5B-9E08-7C6ADB14E3D6}" srcOrd="0" destOrd="0" presId="urn:microsoft.com/office/officeart/2005/8/layout/hierarchy1"/>
    <dgm:cxn modelId="{198688D1-741F-4B99-9367-E4C15CDBDE9E}" type="presParOf" srcId="{83B6D710-DB37-49AE-AA99-8E4EF7A0A15D}" destId="{EC109E7F-2636-4F36-B279-29C250F4C163}" srcOrd="0" destOrd="0" presId="urn:microsoft.com/office/officeart/2005/8/layout/hierarchy1"/>
    <dgm:cxn modelId="{0C27F01B-2488-48F3-97AD-79D9E46A92B0}" type="presParOf" srcId="{EC109E7F-2636-4F36-B279-29C250F4C163}" destId="{594B05EC-EE46-4A71-AEC9-34CA35468FE8}" srcOrd="0" destOrd="0" presId="urn:microsoft.com/office/officeart/2005/8/layout/hierarchy1"/>
    <dgm:cxn modelId="{FC870BD2-1649-426B-9921-35278023FA58}" type="presParOf" srcId="{594B05EC-EE46-4A71-AEC9-34CA35468FE8}" destId="{E51ABD48-A03A-4306-919B-FBD477370064}" srcOrd="0" destOrd="0" presId="urn:microsoft.com/office/officeart/2005/8/layout/hierarchy1"/>
    <dgm:cxn modelId="{9C298C16-480B-4B5B-9AD1-D8CE29D23E3C}" type="presParOf" srcId="{594B05EC-EE46-4A71-AEC9-34CA35468FE8}" destId="{EDBCF847-F4E7-4F5B-9E08-7C6ADB14E3D6}" srcOrd="1" destOrd="0" presId="urn:microsoft.com/office/officeart/2005/8/layout/hierarchy1"/>
    <dgm:cxn modelId="{59C036DF-EC7A-495A-816D-20AC48C9CFC9}" type="presParOf" srcId="{EC109E7F-2636-4F36-B279-29C250F4C163}" destId="{A51273A9-3A5E-40D6-B2FD-534F39ECC5D8}" srcOrd="1" destOrd="0" presId="urn:microsoft.com/office/officeart/2005/8/layout/hierarchy1"/>
    <dgm:cxn modelId="{C7CB39E0-3BF0-4356-8CAF-04A3DA0A8E4F}" type="presParOf" srcId="{83B6D710-DB37-49AE-AA99-8E4EF7A0A15D}" destId="{C48780F9-69CB-4F06-B518-D2D0E40D2E16}" srcOrd="1" destOrd="0" presId="urn:microsoft.com/office/officeart/2005/8/layout/hierarchy1"/>
    <dgm:cxn modelId="{E6BEA708-1320-4AAA-8A20-41E94103E845}" type="presParOf" srcId="{C48780F9-69CB-4F06-B518-D2D0E40D2E16}" destId="{B21EA017-4705-4E90-9192-2731A83D49CC}" srcOrd="0" destOrd="0" presId="urn:microsoft.com/office/officeart/2005/8/layout/hierarchy1"/>
    <dgm:cxn modelId="{B5B921DD-9667-407D-92F3-AE29C16EE09C}" type="presParOf" srcId="{B21EA017-4705-4E90-9192-2731A83D49CC}" destId="{59B71AC6-8D28-4960-A2DB-D47B8FA795CE}" srcOrd="0" destOrd="0" presId="urn:microsoft.com/office/officeart/2005/8/layout/hierarchy1"/>
    <dgm:cxn modelId="{8423B403-0E7B-4656-A270-784F8C693915}" type="presParOf" srcId="{B21EA017-4705-4E90-9192-2731A83D49CC}" destId="{ED9DAC8F-2BD8-49FB-ADE9-B4FCA1D0064F}" srcOrd="1" destOrd="0" presId="urn:microsoft.com/office/officeart/2005/8/layout/hierarchy1"/>
    <dgm:cxn modelId="{05E5315F-9D00-478B-B743-7DB97CA99E17}" type="presParOf" srcId="{C48780F9-69CB-4F06-B518-D2D0E40D2E16}" destId="{59BF1E74-75BF-400C-8D85-FD5F04FC88A8}" srcOrd="1" destOrd="0" presId="urn:microsoft.com/office/officeart/2005/8/layout/hierarchy1"/>
    <dgm:cxn modelId="{16E48C6F-5CCE-4574-B935-32C7E279A064}" type="presParOf" srcId="{83B6D710-DB37-49AE-AA99-8E4EF7A0A15D}" destId="{ED32E4E6-7F98-436A-845C-F9557FE65A9C}" srcOrd="2" destOrd="0" presId="urn:microsoft.com/office/officeart/2005/8/layout/hierarchy1"/>
    <dgm:cxn modelId="{A455673C-34CB-42F6-88E0-E160D8630C3A}" type="presParOf" srcId="{ED32E4E6-7F98-436A-845C-F9557FE65A9C}" destId="{D5F99E43-00D4-4DD9-8898-0FCE5E4ECA00}" srcOrd="0" destOrd="0" presId="urn:microsoft.com/office/officeart/2005/8/layout/hierarchy1"/>
    <dgm:cxn modelId="{77F36E07-72E7-4B27-9367-6A221CED12F2}" type="presParOf" srcId="{D5F99E43-00D4-4DD9-8898-0FCE5E4ECA00}" destId="{D333CB8A-11EB-4AB7-A7CE-6D499C125715}" srcOrd="0" destOrd="0" presId="urn:microsoft.com/office/officeart/2005/8/layout/hierarchy1"/>
    <dgm:cxn modelId="{DEAAF36C-C782-4BE9-AD64-FAC292893078}" type="presParOf" srcId="{D5F99E43-00D4-4DD9-8898-0FCE5E4ECA00}" destId="{45A06EDA-46B3-4DF2-8558-EC12D05FEEA3}" srcOrd="1" destOrd="0" presId="urn:microsoft.com/office/officeart/2005/8/layout/hierarchy1"/>
    <dgm:cxn modelId="{EE61D264-E70F-45A9-900D-58D4FB50550F}" type="presParOf" srcId="{ED32E4E6-7F98-436A-845C-F9557FE65A9C}" destId="{58C1DA5B-839A-417B-BC47-A59197EAA6C4}"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0606C3D-A863-49FB-9158-475B95A0055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F7B4AEAC-E269-4974-AEFF-CDB99EFEC38A}">
      <dgm:prSet custT="1"/>
      <dgm:spPr/>
      <dgm:t>
        <a:bodyPr/>
        <a:lstStyle/>
        <a:p>
          <a:r>
            <a:rPr lang="en-US" sz="2000" b="0" i="0" dirty="0">
              <a:latin typeface="+mn-lt"/>
              <a:cs typeface="Arial" panose="020B0604020202020204" pitchFamily="34" charset="0"/>
            </a:rPr>
            <a:t>Replicated-write protocols are used in the form of active replication, as well as by means of quorum-based protocols.</a:t>
          </a:r>
          <a:endParaRPr lang="en-US" sz="2000" dirty="0">
            <a:latin typeface="+mn-lt"/>
            <a:cs typeface="Arial" panose="020B0604020202020204" pitchFamily="34" charset="0"/>
          </a:endParaRPr>
        </a:p>
      </dgm:t>
    </dgm:pt>
    <dgm:pt modelId="{9E75B841-8129-41D3-843A-A5EE320DFE92}" type="parTrans" cxnId="{E0423FA5-59B3-49CF-ADCC-D2BD3FCADDEB}">
      <dgm:prSet/>
      <dgm:spPr/>
      <dgm:t>
        <a:bodyPr/>
        <a:lstStyle/>
        <a:p>
          <a:endParaRPr lang="en-US"/>
        </a:p>
      </dgm:t>
    </dgm:pt>
    <dgm:pt modelId="{2469C0E1-2EA5-4940-82A7-F58E1017F90F}" type="sibTrans" cxnId="{E0423FA5-59B3-49CF-ADCC-D2BD3FCADDEB}">
      <dgm:prSet/>
      <dgm:spPr/>
      <dgm:t>
        <a:bodyPr/>
        <a:lstStyle/>
        <a:p>
          <a:endParaRPr lang="en-US"/>
        </a:p>
      </dgm:t>
    </dgm:pt>
    <dgm:pt modelId="{FD5CE1E8-FEFF-41A4-8324-759548474E21}">
      <dgm:prSet custT="1"/>
      <dgm:spPr/>
      <dgm:t>
        <a:bodyPr/>
        <a:lstStyle/>
        <a:p>
          <a:r>
            <a:rPr lang="en-US" sz="2000" b="0" i="0" dirty="0">
              <a:latin typeface="+mn-lt"/>
              <a:cs typeface="Arial" panose="020B0604020202020204" pitchFamily="34" charset="0"/>
            </a:rPr>
            <a:t>Solutions correspond to organizing a collection of identical processes into a flat group.</a:t>
          </a:r>
          <a:endParaRPr lang="en-US" sz="2000" dirty="0">
            <a:latin typeface="+mn-lt"/>
            <a:cs typeface="Arial" panose="020B0604020202020204" pitchFamily="34" charset="0"/>
          </a:endParaRPr>
        </a:p>
      </dgm:t>
    </dgm:pt>
    <dgm:pt modelId="{41E59255-D877-4CED-A376-C158A9311227}" type="parTrans" cxnId="{21A61302-2995-4EFF-8074-6EA885BA921F}">
      <dgm:prSet/>
      <dgm:spPr/>
      <dgm:t>
        <a:bodyPr/>
        <a:lstStyle/>
        <a:p>
          <a:endParaRPr lang="en-US"/>
        </a:p>
      </dgm:t>
    </dgm:pt>
    <dgm:pt modelId="{5014BF56-1610-451D-9BB0-F52E5BC8C80B}" type="sibTrans" cxnId="{21A61302-2995-4EFF-8074-6EA885BA921F}">
      <dgm:prSet/>
      <dgm:spPr/>
      <dgm:t>
        <a:bodyPr/>
        <a:lstStyle/>
        <a:p>
          <a:endParaRPr lang="en-US"/>
        </a:p>
      </dgm:t>
    </dgm:pt>
    <dgm:pt modelId="{71676508-A397-44C5-B88F-6F1553E464B1}">
      <dgm:prSet custT="1"/>
      <dgm:spPr/>
      <dgm:t>
        <a:bodyPr/>
        <a:lstStyle/>
        <a:p>
          <a:r>
            <a:rPr lang="en-US" sz="2000" dirty="0">
              <a:latin typeface="+mn-lt"/>
              <a:cs typeface="Arial" panose="020B0604020202020204" pitchFamily="34" charset="0"/>
            </a:rPr>
            <a:t>T</a:t>
          </a:r>
          <a:r>
            <a:rPr lang="en-US" sz="2000" b="0" i="0" dirty="0">
              <a:latin typeface="+mn-lt"/>
              <a:cs typeface="Arial" panose="020B0604020202020204" pitchFamily="34" charset="0"/>
            </a:rPr>
            <a:t>hese groups have no single point of failure, at the cost of distributed coordination.</a:t>
          </a:r>
          <a:endParaRPr lang="en-US" sz="2000" dirty="0">
            <a:latin typeface="+mn-lt"/>
            <a:cs typeface="Arial" panose="020B0604020202020204" pitchFamily="34" charset="0"/>
          </a:endParaRPr>
        </a:p>
      </dgm:t>
    </dgm:pt>
    <dgm:pt modelId="{73DDE649-EF42-4171-A25C-20444065576A}" type="parTrans" cxnId="{ADDBE598-1722-44A7-A8CB-B5091DF22C3C}">
      <dgm:prSet/>
      <dgm:spPr/>
      <dgm:t>
        <a:bodyPr/>
        <a:lstStyle/>
        <a:p>
          <a:endParaRPr lang="en-US"/>
        </a:p>
      </dgm:t>
    </dgm:pt>
    <dgm:pt modelId="{20D795DF-7BE4-4CC1-8055-976A92D93CC5}" type="sibTrans" cxnId="{ADDBE598-1722-44A7-A8CB-B5091DF22C3C}">
      <dgm:prSet/>
      <dgm:spPr/>
      <dgm:t>
        <a:bodyPr/>
        <a:lstStyle/>
        <a:p>
          <a:endParaRPr lang="en-US"/>
        </a:p>
      </dgm:t>
    </dgm:pt>
    <dgm:pt modelId="{DD62A86D-30EE-417E-82C3-97D24F9E4210}" type="pres">
      <dgm:prSet presAssocID="{80606C3D-A863-49FB-9158-475B95A00559}" presName="hierChild1" presStyleCnt="0">
        <dgm:presLayoutVars>
          <dgm:chPref val="1"/>
          <dgm:dir/>
          <dgm:animOne val="branch"/>
          <dgm:animLvl val="lvl"/>
          <dgm:resizeHandles/>
        </dgm:presLayoutVars>
      </dgm:prSet>
      <dgm:spPr/>
    </dgm:pt>
    <dgm:pt modelId="{74BB20CA-B3BC-4E9E-9DC2-81840F35D949}" type="pres">
      <dgm:prSet presAssocID="{F7B4AEAC-E269-4974-AEFF-CDB99EFEC38A}" presName="hierRoot1" presStyleCnt="0"/>
      <dgm:spPr/>
    </dgm:pt>
    <dgm:pt modelId="{770F847D-5D5F-44A0-BE39-324B9CE785B0}" type="pres">
      <dgm:prSet presAssocID="{F7B4AEAC-E269-4974-AEFF-CDB99EFEC38A}" presName="composite" presStyleCnt="0"/>
      <dgm:spPr/>
    </dgm:pt>
    <dgm:pt modelId="{AC64AC33-4706-45BD-916A-B3E55F6CFDC9}" type="pres">
      <dgm:prSet presAssocID="{F7B4AEAC-E269-4974-AEFF-CDB99EFEC38A}" presName="background" presStyleLbl="node0" presStyleIdx="0" presStyleCnt="3"/>
      <dgm:spPr/>
    </dgm:pt>
    <dgm:pt modelId="{B0DCA329-74CF-411D-8B04-0B9C789D3458}" type="pres">
      <dgm:prSet presAssocID="{F7B4AEAC-E269-4974-AEFF-CDB99EFEC38A}" presName="text" presStyleLbl="fgAcc0" presStyleIdx="0" presStyleCnt="3">
        <dgm:presLayoutVars>
          <dgm:chPref val="3"/>
        </dgm:presLayoutVars>
      </dgm:prSet>
      <dgm:spPr/>
    </dgm:pt>
    <dgm:pt modelId="{5AC89E9E-C77F-4778-AA72-7CD65487913F}" type="pres">
      <dgm:prSet presAssocID="{F7B4AEAC-E269-4974-AEFF-CDB99EFEC38A}" presName="hierChild2" presStyleCnt="0"/>
      <dgm:spPr/>
    </dgm:pt>
    <dgm:pt modelId="{CED84E9D-BD22-429F-A405-437B029D5F49}" type="pres">
      <dgm:prSet presAssocID="{FD5CE1E8-FEFF-41A4-8324-759548474E21}" presName="hierRoot1" presStyleCnt="0"/>
      <dgm:spPr/>
    </dgm:pt>
    <dgm:pt modelId="{A90AE427-7209-4BF7-942A-CCF1432E94F6}" type="pres">
      <dgm:prSet presAssocID="{FD5CE1E8-FEFF-41A4-8324-759548474E21}" presName="composite" presStyleCnt="0"/>
      <dgm:spPr/>
    </dgm:pt>
    <dgm:pt modelId="{2AE03F70-140C-4C64-AF30-D281A7DF6F08}" type="pres">
      <dgm:prSet presAssocID="{FD5CE1E8-FEFF-41A4-8324-759548474E21}" presName="background" presStyleLbl="node0" presStyleIdx="1" presStyleCnt="3"/>
      <dgm:spPr/>
    </dgm:pt>
    <dgm:pt modelId="{6FB254B0-279B-4426-A8FE-B28BA9AC5DCE}" type="pres">
      <dgm:prSet presAssocID="{FD5CE1E8-FEFF-41A4-8324-759548474E21}" presName="text" presStyleLbl="fgAcc0" presStyleIdx="1" presStyleCnt="3">
        <dgm:presLayoutVars>
          <dgm:chPref val="3"/>
        </dgm:presLayoutVars>
      </dgm:prSet>
      <dgm:spPr/>
    </dgm:pt>
    <dgm:pt modelId="{57A619A4-B281-451C-8C70-27013DA3184C}" type="pres">
      <dgm:prSet presAssocID="{FD5CE1E8-FEFF-41A4-8324-759548474E21}" presName="hierChild2" presStyleCnt="0"/>
      <dgm:spPr/>
    </dgm:pt>
    <dgm:pt modelId="{FCF8E701-693E-40F1-BD91-3316E7E85A4A}" type="pres">
      <dgm:prSet presAssocID="{71676508-A397-44C5-B88F-6F1553E464B1}" presName="hierRoot1" presStyleCnt="0"/>
      <dgm:spPr/>
    </dgm:pt>
    <dgm:pt modelId="{59CDFB51-E6C7-479B-B49D-B391D6C7D2DF}" type="pres">
      <dgm:prSet presAssocID="{71676508-A397-44C5-B88F-6F1553E464B1}" presName="composite" presStyleCnt="0"/>
      <dgm:spPr/>
    </dgm:pt>
    <dgm:pt modelId="{A813992D-9EA9-4140-82E7-591B046A568F}" type="pres">
      <dgm:prSet presAssocID="{71676508-A397-44C5-B88F-6F1553E464B1}" presName="background" presStyleLbl="node0" presStyleIdx="2" presStyleCnt="3"/>
      <dgm:spPr/>
    </dgm:pt>
    <dgm:pt modelId="{7D547310-1399-4EED-8BB4-BEF267089E02}" type="pres">
      <dgm:prSet presAssocID="{71676508-A397-44C5-B88F-6F1553E464B1}" presName="text" presStyleLbl="fgAcc0" presStyleIdx="2" presStyleCnt="3">
        <dgm:presLayoutVars>
          <dgm:chPref val="3"/>
        </dgm:presLayoutVars>
      </dgm:prSet>
      <dgm:spPr/>
    </dgm:pt>
    <dgm:pt modelId="{D62E7EA1-2B03-4627-A439-911E1C6E141D}" type="pres">
      <dgm:prSet presAssocID="{71676508-A397-44C5-B88F-6F1553E464B1}" presName="hierChild2" presStyleCnt="0"/>
      <dgm:spPr/>
    </dgm:pt>
  </dgm:ptLst>
  <dgm:cxnLst>
    <dgm:cxn modelId="{21A61302-2995-4EFF-8074-6EA885BA921F}" srcId="{80606C3D-A863-49FB-9158-475B95A00559}" destId="{FD5CE1E8-FEFF-41A4-8324-759548474E21}" srcOrd="1" destOrd="0" parTransId="{41E59255-D877-4CED-A376-C158A9311227}" sibTransId="{5014BF56-1610-451D-9BB0-F52E5BC8C80B}"/>
    <dgm:cxn modelId="{A250D42C-8011-4BDB-B72D-5738C74E4BEA}" type="presOf" srcId="{80606C3D-A863-49FB-9158-475B95A00559}" destId="{DD62A86D-30EE-417E-82C3-97D24F9E4210}" srcOrd="0" destOrd="0" presId="urn:microsoft.com/office/officeart/2005/8/layout/hierarchy1"/>
    <dgm:cxn modelId="{4E8BFB7C-0542-41B8-832F-2681D62F1E4E}" type="presOf" srcId="{F7B4AEAC-E269-4974-AEFF-CDB99EFEC38A}" destId="{B0DCA329-74CF-411D-8B04-0B9C789D3458}" srcOrd="0" destOrd="0" presId="urn:microsoft.com/office/officeart/2005/8/layout/hierarchy1"/>
    <dgm:cxn modelId="{ADDBE598-1722-44A7-A8CB-B5091DF22C3C}" srcId="{80606C3D-A863-49FB-9158-475B95A00559}" destId="{71676508-A397-44C5-B88F-6F1553E464B1}" srcOrd="2" destOrd="0" parTransId="{73DDE649-EF42-4171-A25C-20444065576A}" sibTransId="{20D795DF-7BE4-4CC1-8055-976A92D93CC5}"/>
    <dgm:cxn modelId="{E0423FA5-59B3-49CF-ADCC-D2BD3FCADDEB}" srcId="{80606C3D-A863-49FB-9158-475B95A00559}" destId="{F7B4AEAC-E269-4974-AEFF-CDB99EFEC38A}" srcOrd="0" destOrd="0" parTransId="{9E75B841-8129-41D3-843A-A5EE320DFE92}" sibTransId="{2469C0E1-2EA5-4940-82A7-F58E1017F90F}"/>
    <dgm:cxn modelId="{824B01BF-0A1F-4C0E-99E4-5BE38926D578}" type="presOf" srcId="{71676508-A397-44C5-B88F-6F1553E464B1}" destId="{7D547310-1399-4EED-8BB4-BEF267089E02}" srcOrd="0" destOrd="0" presId="urn:microsoft.com/office/officeart/2005/8/layout/hierarchy1"/>
    <dgm:cxn modelId="{2F1155C4-3C41-428A-ABE6-96D823891084}" type="presOf" srcId="{FD5CE1E8-FEFF-41A4-8324-759548474E21}" destId="{6FB254B0-279B-4426-A8FE-B28BA9AC5DCE}" srcOrd="0" destOrd="0" presId="urn:microsoft.com/office/officeart/2005/8/layout/hierarchy1"/>
    <dgm:cxn modelId="{601FB432-3CA9-40DD-9657-DA5B1A9C0A9B}" type="presParOf" srcId="{DD62A86D-30EE-417E-82C3-97D24F9E4210}" destId="{74BB20CA-B3BC-4E9E-9DC2-81840F35D949}" srcOrd="0" destOrd="0" presId="urn:microsoft.com/office/officeart/2005/8/layout/hierarchy1"/>
    <dgm:cxn modelId="{7CC080A9-E4FE-4CD3-B6A8-C3C21C5AD120}" type="presParOf" srcId="{74BB20CA-B3BC-4E9E-9DC2-81840F35D949}" destId="{770F847D-5D5F-44A0-BE39-324B9CE785B0}" srcOrd="0" destOrd="0" presId="urn:microsoft.com/office/officeart/2005/8/layout/hierarchy1"/>
    <dgm:cxn modelId="{268F62CE-A735-457E-BBAC-5797B054CA94}" type="presParOf" srcId="{770F847D-5D5F-44A0-BE39-324B9CE785B0}" destId="{AC64AC33-4706-45BD-916A-B3E55F6CFDC9}" srcOrd="0" destOrd="0" presId="urn:microsoft.com/office/officeart/2005/8/layout/hierarchy1"/>
    <dgm:cxn modelId="{1C483585-0238-4622-B953-3525B5D72F03}" type="presParOf" srcId="{770F847D-5D5F-44A0-BE39-324B9CE785B0}" destId="{B0DCA329-74CF-411D-8B04-0B9C789D3458}" srcOrd="1" destOrd="0" presId="urn:microsoft.com/office/officeart/2005/8/layout/hierarchy1"/>
    <dgm:cxn modelId="{10A081C6-DC2D-4EE3-AA47-39258B6BCEC7}" type="presParOf" srcId="{74BB20CA-B3BC-4E9E-9DC2-81840F35D949}" destId="{5AC89E9E-C77F-4778-AA72-7CD65487913F}" srcOrd="1" destOrd="0" presId="urn:microsoft.com/office/officeart/2005/8/layout/hierarchy1"/>
    <dgm:cxn modelId="{AC5026CF-9D46-4BFA-9602-E66C88E0E8E9}" type="presParOf" srcId="{DD62A86D-30EE-417E-82C3-97D24F9E4210}" destId="{CED84E9D-BD22-429F-A405-437B029D5F49}" srcOrd="1" destOrd="0" presId="urn:microsoft.com/office/officeart/2005/8/layout/hierarchy1"/>
    <dgm:cxn modelId="{96C12472-E5E1-45F4-9D8E-9BA2ECBBD875}" type="presParOf" srcId="{CED84E9D-BD22-429F-A405-437B029D5F49}" destId="{A90AE427-7209-4BF7-942A-CCF1432E94F6}" srcOrd="0" destOrd="0" presId="urn:microsoft.com/office/officeart/2005/8/layout/hierarchy1"/>
    <dgm:cxn modelId="{A748635D-E56E-4ACE-83E5-122C990CEDE8}" type="presParOf" srcId="{A90AE427-7209-4BF7-942A-CCF1432E94F6}" destId="{2AE03F70-140C-4C64-AF30-D281A7DF6F08}" srcOrd="0" destOrd="0" presId="urn:microsoft.com/office/officeart/2005/8/layout/hierarchy1"/>
    <dgm:cxn modelId="{E5B28588-694E-4736-964E-4C63C63A5539}" type="presParOf" srcId="{A90AE427-7209-4BF7-942A-CCF1432E94F6}" destId="{6FB254B0-279B-4426-A8FE-B28BA9AC5DCE}" srcOrd="1" destOrd="0" presId="urn:microsoft.com/office/officeart/2005/8/layout/hierarchy1"/>
    <dgm:cxn modelId="{12E08E79-8DCE-4661-B981-79938ADDD65F}" type="presParOf" srcId="{CED84E9D-BD22-429F-A405-437B029D5F49}" destId="{57A619A4-B281-451C-8C70-27013DA3184C}" srcOrd="1" destOrd="0" presId="urn:microsoft.com/office/officeart/2005/8/layout/hierarchy1"/>
    <dgm:cxn modelId="{0FC03416-C152-4D52-B1B6-65F1FD4765B4}" type="presParOf" srcId="{DD62A86D-30EE-417E-82C3-97D24F9E4210}" destId="{FCF8E701-693E-40F1-BD91-3316E7E85A4A}" srcOrd="2" destOrd="0" presId="urn:microsoft.com/office/officeart/2005/8/layout/hierarchy1"/>
    <dgm:cxn modelId="{33378E25-ED6C-4B3C-9FB3-A702622B238F}" type="presParOf" srcId="{FCF8E701-693E-40F1-BD91-3316E7E85A4A}" destId="{59CDFB51-E6C7-479B-B49D-B391D6C7D2DF}" srcOrd="0" destOrd="0" presId="urn:microsoft.com/office/officeart/2005/8/layout/hierarchy1"/>
    <dgm:cxn modelId="{FB62A9EF-12AB-4C4E-9A11-D34B562D1DD2}" type="presParOf" srcId="{59CDFB51-E6C7-479B-B49D-B391D6C7D2DF}" destId="{A813992D-9EA9-4140-82E7-591B046A568F}" srcOrd="0" destOrd="0" presId="urn:microsoft.com/office/officeart/2005/8/layout/hierarchy1"/>
    <dgm:cxn modelId="{D97FF193-D9B6-4424-94D9-9D287B7FF620}" type="presParOf" srcId="{59CDFB51-E6C7-479B-B49D-B391D6C7D2DF}" destId="{7D547310-1399-4EED-8BB4-BEF267089E02}" srcOrd="1" destOrd="0" presId="urn:microsoft.com/office/officeart/2005/8/layout/hierarchy1"/>
    <dgm:cxn modelId="{13D232AF-14B0-4754-95F5-5F7C4CEB310F}" type="presParOf" srcId="{FCF8E701-693E-40F1-BD91-3316E7E85A4A}" destId="{D62E7EA1-2B03-4627-A439-911E1C6E141D}"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Understanding of Reliable Client-Server Communication.</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RPC Semantics in the Presence of Failures.</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AAF3007-F365-4AEE-8A4C-C1C70B59022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PK"/>
        </a:p>
      </dgm:t>
    </dgm:pt>
    <dgm:pt modelId="{3D60F81E-5383-4E41-BACF-2B91B2F56E3D}">
      <dgm:prSet custT="1"/>
      <dgm:spPr/>
      <dgm:t>
        <a:bodyPr/>
        <a:lstStyle/>
        <a:p>
          <a:r>
            <a:rPr lang="en-US" sz="2000" dirty="0"/>
            <a:t>Fault tolerance in distributed systems concentrates on faulty processes. </a:t>
          </a:r>
        </a:p>
        <a:p>
          <a:r>
            <a:rPr lang="en-US" sz="2000" dirty="0"/>
            <a:t>However, communication failures should also be considered . </a:t>
          </a:r>
          <a:endParaRPr lang="en-PK" sz="2000" dirty="0"/>
        </a:p>
      </dgm:t>
    </dgm:pt>
    <dgm:pt modelId="{F5CC1D09-7ADC-46CA-ABE8-92A19CA425B1}" type="parTrans" cxnId="{AE058F3B-F151-4A3D-9817-2279E0F4860D}">
      <dgm:prSet/>
      <dgm:spPr/>
      <dgm:t>
        <a:bodyPr/>
        <a:lstStyle/>
        <a:p>
          <a:endParaRPr lang="en-PK"/>
        </a:p>
      </dgm:t>
    </dgm:pt>
    <dgm:pt modelId="{20494E38-C9F9-4D4A-9D4F-6767DA26A0E7}" type="sibTrans" cxnId="{AE058F3B-F151-4A3D-9817-2279E0F4860D}">
      <dgm:prSet/>
      <dgm:spPr/>
      <dgm:t>
        <a:bodyPr/>
        <a:lstStyle/>
        <a:p>
          <a:endParaRPr lang="en-PK"/>
        </a:p>
      </dgm:t>
    </dgm:pt>
    <dgm:pt modelId="{18510C5F-02B1-426B-9DBB-2FAB19E3E691}">
      <dgm:prSet custT="1"/>
      <dgm:spPr/>
      <dgm:t>
        <a:bodyPr/>
        <a:lstStyle/>
        <a:p>
          <a:r>
            <a:rPr lang="en-US" sz="2000" dirty="0"/>
            <a:t>A communication channel may exhibit crash, omission, timing, and arbitrary failures. </a:t>
          </a:r>
          <a:endParaRPr lang="en-PK" sz="2000" dirty="0"/>
        </a:p>
      </dgm:t>
    </dgm:pt>
    <dgm:pt modelId="{D0087A2C-167D-4E32-8729-0FC6630D1CAC}" type="parTrans" cxnId="{BDF079CD-105A-4BBB-8593-53BD9045F9A4}">
      <dgm:prSet/>
      <dgm:spPr/>
      <dgm:t>
        <a:bodyPr/>
        <a:lstStyle/>
        <a:p>
          <a:endParaRPr lang="en-PK"/>
        </a:p>
      </dgm:t>
    </dgm:pt>
    <dgm:pt modelId="{7B11EF67-EA4F-4DA0-987E-45C49D575A6F}" type="sibTrans" cxnId="{BDF079CD-105A-4BBB-8593-53BD9045F9A4}">
      <dgm:prSet/>
      <dgm:spPr/>
      <dgm:t>
        <a:bodyPr/>
        <a:lstStyle/>
        <a:p>
          <a:endParaRPr lang="en-PK"/>
        </a:p>
      </dgm:t>
    </dgm:pt>
    <dgm:pt modelId="{F8AEACD3-9DCE-48F8-B170-8000F39D152F}" type="pres">
      <dgm:prSet presAssocID="{0AAF3007-F365-4AEE-8A4C-C1C70B590225}" presName="diagram" presStyleCnt="0">
        <dgm:presLayoutVars>
          <dgm:dir/>
          <dgm:resizeHandles val="exact"/>
        </dgm:presLayoutVars>
      </dgm:prSet>
      <dgm:spPr/>
    </dgm:pt>
    <dgm:pt modelId="{0956211B-EF89-494C-8954-ADA23E5ED011}" type="pres">
      <dgm:prSet presAssocID="{3D60F81E-5383-4E41-BACF-2B91B2F56E3D}" presName="node" presStyleLbl="node1" presStyleIdx="0" presStyleCnt="2">
        <dgm:presLayoutVars>
          <dgm:bulletEnabled val="1"/>
        </dgm:presLayoutVars>
      </dgm:prSet>
      <dgm:spPr>
        <a:prstGeom prst="flowChartAlternateProcess">
          <a:avLst/>
        </a:prstGeom>
      </dgm:spPr>
    </dgm:pt>
    <dgm:pt modelId="{D556070C-7C15-42C7-ADE7-EC2857A83B3E}" type="pres">
      <dgm:prSet presAssocID="{20494E38-C9F9-4D4A-9D4F-6767DA26A0E7}" presName="sibTrans" presStyleCnt="0"/>
      <dgm:spPr/>
    </dgm:pt>
    <dgm:pt modelId="{6E9707FA-5ADB-4752-B5A6-270B700A6489}" type="pres">
      <dgm:prSet presAssocID="{18510C5F-02B1-426B-9DBB-2FAB19E3E691}" presName="node" presStyleLbl="node1" presStyleIdx="1" presStyleCnt="2">
        <dgm:presLayoutVars>
          <dgm:bulletEnabled val="1"/>
        </dgm:presLayoutVars>
      </dgm:prSet>
      <dgm:spPr>
        <a:prstGeom prst="flowChartAlternateProcess">
          <a:avLst/>
        </a:prstGeom>
      </dgm:spPr>
    </dgm:pt>
  </dgm:ptLst>
  <dgm:cxnLst>
    <dgm:cxn modelId="{AE058F3B-F151-4A3D-9817-2279E0F4860D}" srcId="{0AAF3007-F365-4AEE-8A4C-C1C70B590225}" destId="{3D60F81E-5383-4E41-BACF-2B91B2F56E3D}" srcOrd="0" destOrd="0" parTransId="{F5CC1D09-7ADC-46CA-ABE8-92A19CA425B1}" sibTransId="{20494E38-C9F9-4D4A-9D4F-6767DA26A0E7}"/>
    <dgm:cxn modelId="{7BF52945-EC9E-4617-B1A3-0C91B7A02F0B}" type="presOf" srcId="{0AAF3007-F365-4AEE-8A4C-C1C70B590225}" destId="{F8AEACD3-9DCE-48F8-B170-8000F39D152F}" srcOrd="0" destOrd="0" presId="urn:microsoft.com/office/officeart/2005/8/layout/default"/>
    <dgm:cxn modelId="{0203F872-AEBC-411B-96F5-3BD777F64281}" type="presOf" srcId="{18510C5F-02B1-426B-9DBB-2FAB19E3E691}" destId="{6E9707FA-5ADB-4752-B5A6-270B700A6489}" srcOrd="0" destOrd="0" presId="urn:microsoft.com/office/officeart/2005/8/layout/default"/>
    <dgm:cxn modelId="{BDF079CD-105A-4BBB-8593-53BD9045F9A4}" srcId="{0AAF3007-F365-4AEE-8A4C-C1C70B590225}" destId="{18510C5F-02B1-426B-9DBB-2FAB19E3E691}" srcOrd="1" destOrd="0" parTransId="{D0087A2C-167D-4E32-8729-0FC6630D1CAC}" sibTransId="{7B11EF67-EA4F-4DA0-987E-45C49D575A6F}"/>
    <dgm:cxn modelId="{3D00EADC-7026-47D8-8EF5-E24D6C7E3B63}" type="presOf" srcId="{3D60F81E-5383-4E41-BACF-2B91B2F56E3D}" destId="{0956211B-EF89-494C-8954-ADA23E5ED011}" srcOrd="0" destOrd="0" presId="urn:microsoft.com/office/officeart/2005/8/layout/default"/>
    <dgm:cxn modelId="{C406BD00-8DAB-448C-893D-EBA7F5E05D87}" type="presParOf" srcId="{F8AEACD3-9DCE-48F8-B170-8000F39D152F}" destId="{0956211B-EF89-494C-8954-ADA23E5ED011}" srcOrd="0" destOrd="0" presId="urn:microsoft.com/office/officeart/2005/8/layout/default"/>
    <dgm:cxn modelId="{B8BF27AE-F963-4B2F-A7E1-752C0CC9CE93}" type="presParOf" srcId="{F8AEACD3-9DCE-48F8-B170-8000F39D152F}" destId="{D556070C-7C15-42C7-ADE7-EC2857A83B3E}" srcOrd="1" destOrd="0" presId="urn:microsoft.com/office/officeart/2005/8/layout/default"/>
    <dgm:cxn modelId="{14987C46-4ED6-4899-869F-5032FFDB85F0}" type="presParOf" srcId="{F8AEACD3-9DCE-48F8-B170-8000F39D152F}" destId="{6E9707FA-5ADB-4752-B5A6-270B700A6489}"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0A71FF6-FAF1-4B8F-96EF-3A1FA9A15FB6}"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PK"/>
        </a:p>
      </dgm:t>
    </dgm:pt>
    <dgm:pt modelId="{E5023044-244D-4D11-951B-E4DA949A9430}">
      <dgm:prSet custT="1"/>
      <dgm:spPr/>
      <dgm:t>
        <a:bodyPr/>
        <a:lstStyle/>
        <a:p>
          <a:r>
            <a:rPr lang="en-US" sz="2000" dirty="0"/>
            <a:t>Reliable point-to-point communication is established by making use of a reliable transport protocol, such as TCP.</a:t>
          </a:r>
          <a:endParaRPr lang="en-PK" sz="2000" dirty="0"/>
        </a:p>
      </dgm:t>
    </dgm:pt>
    <dgm:pt modelId="{6B11A83B-A745-4992-B300-D0007553A09F}" type="parTrans" cxnId="{429D213E-9A68-458B-A282-898896B11F8E}">
      <dgm:prSet/>
      <dgm:spPr/>
      <dgm:t>
        <a:bodyPr/>
        <a:lstStyle/>
        <a:p>
          <a:endParaRPr lang="en-PK"/>
        </a:p>
      </dgm:t>
    </dgm:pt>
    <dgm:pt modelId="{14F0BEA6-52F5-414D-A077-E49A22297811}" type="sibTrans" cxnId="{429D213E-9A68-458B-A282-898896B11F8E}">
      <dgm:prSet/>
      <dgm:spPr/>
      <dgm:t>
        <a:bodyPr/>
        <a:lstStyle/>
        <a:p>
          <a:endParaRPr lang="en-PK"/>
        </a:p>
      </dgm:t>
    </dgm:pt>
    <dgm:pt modelId="{2EF35027-6FAB-48AC-82A4-B451530BBDA8}">
      <dgm:prSet custT="1"/>
      <dgm:spPr/>
      <dgm:t>
        <a:bodyPr/>
        <a:lstStyle/>
        <a:p>
          <a:r>
            <a:rPr lang="en-US" sz="2000" dirty="0"/>
            <a:t>TCP masks omission failures, which occur in the form of lost messages by using acknowledgments and retransmissions. </a:t>
          </a:r>
          <a:endParaRPr lang="en-PK" sz="2000" dirty="0"/>
        </a:p>
      </dgm:t>
    </dgm:pt>
    <dgm:pt modelId="{7A36EF04-AF20-4C43-B041-6EA64C8024C2}" type="parTrans" cxnId="{109259BD-6B92-4E97-9821-31584A0670EE}">
      <dgm:prSet/>
      <dgm:spPr/>
      <dgm:t>
        <a:bodyPr/>
        <a:lstStyle/>
        <a:p>
          <a:endParaRPr lang="en-PK"/>
        </a:p>
      </dgm:t>
    </dgm:pt>
    <dgm:pt modelId="{09BE1565-49F0-4ED5-B897-E80D92652ABF}" type="sibTrans" cxnId="{109259BD-6B92-4E97-9821-31584A0670EE}">
      <dgm:prSet/>
      <dgm:spPr/>
      <dgm:t>
        <a:bodyPr/>
        <a:lstStyle/>
        <a:p>
          <a:endParaRPr lang="en-PK"/>
        </a:p>
      </dgm:t>
    </dgm:pt>
    <dgm:pt modelId="{8505FEA7-5099-4790-97A7-C0AF1C6CA21A}">
      <dgm:prSet custT="1"/>
      <dgm:spPr/>
      <dgm:t>
        <a:bodyPr/>
        <a:lstStyle/>
        <a:p>
          <a:r>
            <a:rPr lang="en-US" sz="2000" dirty="0"/>
            <a:t>Crash failures of connections are not masked. The only way to mask such failures is to let the distributed system attempt to automatically set up a new connection.</a:t>
          </a:r>
          <a:endParaRPr lang="en-PK" sz="2000" dirty="0"/>
        </a:p>
      </dgm:t>
    </dgm:pt>
    <dgm:pt modelId="{AE28EC29-9FD1-4CEC-8AF0-7030525D1E66}" type="parTrans" cxnId="{2085138C-5B13-41B9-9123-B62A02B1D950}">
      <dgm:prSet/>
      <dgm:spPr/>
      <dgm:t>
        <a:bodyPr/>
        <a:lstStyle/>
        <a:p>
          <a:endParaRPr lang="en-PK"/>
        </a:p>
      </dgm:t>
    </dgm:pt>
    <dgm:pt modelId="{0E22B797-FC29-40F9-B950-2D44995A6009}" type="sibTrans" cxnId="{2085138C-5B13-41B9-9123-B62A02B1D950}">
      <dgm:prSet/>
      <dgm:spPr/>
      <dgm:t>
        <a:bodyPr/>
        <a:lstStyle/>
        <a:p>
          <a:endParaRPr lang="en-PK"/>
        </a:p>
      </dgm:t>
    </dgm:pt>
    <dgm:pt modelId="{4A6A42B8-2718-46CD-81D1-D3EA239B49FA}" type="pres">
      <dgm:prSet presAssocID="{20A71FF6-FAF1-4B8F-96EF-3A1FA9A15FB6}" presName="Name0" presStyleCnt="0">
        <dgm:presLayoutVars>
          <dgm:dir/>
          <dgm:resizeHandles val="exact"/>
        </dgm:presLayoutVars>
      </dgm:prSet>
      <dgm:spPr/>
    </dgm:pt>
    <dgm:pt modelId="{9C38B038-FFAA-491A-9B06-1FD0C8785345}" type="pres">
      <dgm:prSet presAssocID="{E5023044-244D-4D11-951B-E4DA949A9430}" presName="node" presStyleLbl="node1" presStyleIdx="0" presStyleCnt="3">
        <dgm:presLayoutVars>
          <dgm:bulletEnabled val="1"/>
        </dgm:presLayoutVars>
      </dgm:prSet>
      <dgm:spPr/>
    </dgm:pt>
    <dgm:pt modelId="{EA961E2A-DCE1-4B16-886B-15C428D8D738}" type="pres">
      <dgm:prSet presAssocID="{14F0BEA6-52F5-414D-A077-E49A22297811}" presName="sibTrans" presStyleLbl="sibTrans2D1" presStyleIdx="0" presStyleCnt="2"/>
      <dgm:spPr/>
    </dgm:pt>
    <dgm:pt modelId="{A96D6B71-32AF-472C-891B-E8644A2F0563}" type="pres">
      <dgm:prSet presAssocID="{14F0BEA6-52F5-414D-A077-E49A22297811}" presName="connectorText" presStyleLbl="sibTrans2D1" presStyleIdx="0" presStyleCnt="2"/>
      <dgm:spPr/>
    </dgm:pt>
    <dgm:pt modelId="{10C0EB1C-563B-4645-9114-CA18AADB3858}" type="pres">
      <dgm:prSet presAssocID="{2EF35027-6FAB-48AC-82A4-B451530BBDA8}" presName="node" presStyleLbl="node1" presStyleIdx="1" presStyleCnt="3">
        <dgm:presLayoutVars>
          <dgm:bulletEnabled val="1"/>
        </dgm:presLayoutVars>
      </dgm:prSet>
      <dgm:spPr/>
    </dgm:pt>
    <dgm:pt modelId="{14AF1D1F-B40F-4431-AB8C-567CE5BF47FE}" type="pres">
      <dgm:prSet presAssocID="{09BE1565-49F0-4ED5-B897-E80D92652ABF}" presName="sibTrans" presStyleLbl="sibTrans2D1" presStyleIdx="1" presStyleCnt="2"/>
      <dgm:spPr/>
    </dgm:pt>
    <dgm:pt modelId="{29649CA0-B28E-4198-B0FD-950592F545FC}" type="pres">
      <dgm:prSet presAssocID="{09BE1565-49F0-4ED5-B897-E80D92652ABF}" presName="connectorText" presStyleLbl="sibTrans2D1" presStyleIdx="1" presStyleCnt="2"/>
      <dgm:spPr/>
    </dgm:pt>
    <dgm:pt modelId="{0B478829-08B9-4F7E-8628-71B83642D786}" type="pres">
      <dgm:prSet presAssocID="{8505FEA7-5099-4790-97A7-C0AF1C6CA21A}" presName="node" presStyleLbl="node1" presStyleIdx="2" presStyleCnt="3">
        <dgm:presLayoutVars>
          <dgm:bulletEnabled val="1"/>
        </dgm:presLayoutVars>
      </dgm:prSet>
      <dgm:spPr/>
    </dgm:pt>
  </dgm:ptLst>
  <dgm:cxnLst>
    <dgm:cxn modelId="{429D213E-9A68-458B-A282-898896B11F8E}" srcId="{20A71FF6-FAF1-4B8F-96EF-3A1FA9A15FB6}" destId="{E5023044-244D-4D11-951B-E4DA949A9430}" srcOrd="0" destOrd="0" parTransId="{6B11A83B-A745-4992-B300-D0007553A09F}" sibTransId="{14F0BEA6-52F5-414D-A077-E49A22297811}"/>
    <dgm:cxn modelId="{52E74E5B-EAD8-412E-9110-FAAA4BF80DCE}" type="presOf" srcId="{20A71FF6-FAF1-4B8F-96EF-3A1FA9A15FB6}" destId="{4A6A42B8-2718-46CD-81D1-D3EA239B49FA}" srcOrd="0" destOrd="0" presId="urn:microsoft.com/office/officeart/2005/8/layout/process1"/>
    <dgm:cxn modelId="{00144241-545E-4CC0-85CC-02A35A943BE3}" type="presOf" srcId="{09BE1565-49F0-4ED5-B897-E80D92652ABF}" destId="{29649CA0-B28E-4198-B0FD-950592F545FC}" srcOrd="1" destOrd="0" presId="urn:microsoft.com/office/officeart/2005/8/layout/process1"/>
    <dgm:cxn modelId="{AEDF4264-CE79-4C88-8BCE-636240A69F1C}" type="presOf" srcId="{09BE1565-49F0-4ED5-B897-E80D92652ABF}" destId="{14AF1D1F-B40F-4431-AB8C-567CE5BF47FE}" srcOrd="0" destOrd="0" presId="urn:microsoft.com/office/officeart/2005/8/layout/process1"/>
    <dgm:cxn modelId="{270C107B-83C0-45DC-83E9-AFAC53D48662}" type="presOf" srcId="{2EF35027-6FAB-48AC-82A4-B451530BBDA8}" destId="{10C0EB1C-563B-4645-9114-CA18AADB3858}" srcOrd="0" destOrd="0" presId="urn:microsoft.com/office/officeart/2005/8/layout/process1"/>
    <dgm:cxn modelId="{2085138C-5B13-41B9-9123-B62A02B1D950}" srcId="{20A71FF6-FAF1-4B8F-96EF-3A1FA9A15FB6}" destId="{8505FEA7-5099-4790-97A7-C0AF1C6CA21A}" srcOrd="2" destOrd="0" parTransId="{AE28EC29-9FD1-4CEC-8AF0-7030525D1E66}" sibTransId="{0E22B797-FC29-40F9-B950-2D44995A6009}"/>
    <dgm:cxn modelId="{5674AFB9-066C-4B61-BB54-C0E21A556D7B}" type="presOf" srcId="{E5023044-244D-4D11-951B-E4DA949A9430}" destId="{9C38B038-FFAA-491A-9B06-1FD0C8785345}" srcOrd="0" destOrd="0" presId="urn:microsoft.com/office/officeart/2005/8/layout/process1"/>
    <dgm:cxn modelId="{109259BD-6B92-4E97-9821-31584A0670EE}" srcId="{20A71FF6-FAF1-4B8F-96EF-3A1FA9A15FB6}" destId="{2EF35027-6FAB-48AC-82A4-B451530BBDA8}" srcOrd="1" destOrd="0" parTransId="{7A36EF04-AF20-4C43-B041-6EA64C8024C2}" sibTransId="{09BE1565-49F0-4ED5-B897-E80D92652ABF}"/>
    <dgm:cxn modelId="{8495F9C3-5F5C-49F1-9F9D-5530ED0CA3CF}" type="presOf" srcId="{8505FEA7-5099-4790-97A7-C0AF1C6CA21A}" destId="{0B478829-08B9-4F7E-8628-71B83642D786}" srcOrd="0" destOrd="0" presId="urn:microsoft.com/office/officeart/2005/8/layout/process1"/>
    <dgm:cxn modelId="{3CEA98D4-CB38-4A2B-AD92-4D23D2970452}" type="presOf" srcId="{14F0BEA6-52F5-414D-A077-E49A22297811}" destId="{A96D6B71-32AF-472C-891B-E8644A2F0563}" srcOrd="1" destOrd="0" presId="urn:microsoft.com/office/officeart/2005/8/layout/process1"/>
    <dgm:cxn modelId="{2562DDF6-2F72-49C7-8A88-019C6383DC4F}" type="presOf" srcId="{14F0BEA6-52F5-414D-A077-E49A22297811}" destId="{EA961E2A-DCE1-4B16-886B-15C428D8D738}" srcOrd="0" destOrd="0" presId="urn:microsoft.com/office/officeart/2005/8/layout/process1"/>
    <dgm:cxn modelId="{E371541B-1716-4439-BB5D-221A1E7E95A2}" type="presParOf" srcId="{4A6A42B8-2718-46CD-81D1-D3EA239B49FA}" destId="{9C38B038-FFAA-491A-9B06-1FD0C8785345}" srcOrd="0" destOrd="0" presId="urn:microsoft.com/office/officeart/2005/8/layout/process1"/>
    <dgm:cxn modelId="{9887B4C9-5EDC-40DE-8A26-FC143E042121}" type="presParOf" srcId="{4A6A42B8-2718-46CD-81D1-D3EA239B49FA}" destId="{EA961E2A-DCE1-4B16-886B-15C428D8D738}" srcOrd="1" destOrd="0" presId="urn:microsoft.com/office/officeart/2005/8/layout/process1"/>
    <dgm:cxn modelId="{BA2475C1-870E-4C16-A457-2FDE9CFE8246}" type="presParOf" srcId="{EA961E2A-DCE1-4B16-886B-15C428D8D738}" destId="{A96D6B71-32AF-472C-891B-E8644A2F0563}" srcOrd="0" destOrd="0" presId="urn:microsoft.com/office/officeart/2005/8/layout/process1"/>
    <dgm:cxn modelId="{99A78C00-50F2-4045-93BB-280CBF24087E}" type="presParOf" srcId="{4A6A42B8-2718-46CD-81D1-D3EA239B49FA}" destId="{10C0EB1C-563B-4645-9114-CA18AADB3858}" srcOrd="2" destOrd="0" presId="urn:microsoft.com/office/officeart/2005/8/layout/process1"/>
    <dgm:cxn modelId="{C363D348-2B76-4A94-B5ED-DCEDBF6E8F95}" type="presParOf" srcId="{4A6A42B8-2718-46CD-81D1-D3EA239B49FA}" destId="{14AF1D1F-B40F-4431-AB8C-567CE5BF47FE}" srcOrd="3" destOrd="0" presId="urn:microsoft.com/office/officeart/2005/8/layout/process1"/>
    <dgm:cxn modelId="{8BE55076-2031-4ECC-ACA7-024F0B588FBD}" type="presParOf" srcId="{14AF1D1F-B40F-4431-AB8C-567CE5BF47FE}" destId="{29649CA0-B28E-4198-B0FD-950592F545FC}" srcOrd="0" destOrd="0" presId="urn:microsoft.com/office/officeart/2005/8/layout/process1"/>
    <dgm:cxn modelId="{68453A35-884F-4343-B03B-1C8944B06773}" type="presParOf" srcId="{4A6A42B8-2718-46CD-81D1-D3EA239B49FA}" destId="{0B478829-08B9-4F7E-8628-71B83642D786}" srcOrd="4"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D3F1A89-BC85-4253-966C-7691B172F16B}"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A81C1329-B344-4E5A-9AEE-1B757B613B4D}">
      <dgm:prSet/>
      <dgm:spPr/>
      <dgm:t>
        <a:bodyPr/>
        <a:lstStyle/>
        <a:p>
          <a:r>
            <a:rPr lang="en-US" b="0" i="0" dirty="0">
              <a:latin typeface="Arial" panose="020B0604020202020204" pitchFamily="34" charset="0"/>
              <a:cs typeface="Arial" panose="020B0604020202020204" pitchFamily="34" charset="0"/>
            </a:rPr>
            <a:t>Remote Procedure Call (RPC) mechanism works well as long as both the client and server function perfectly.</a:t>
          </a:r>
          <a:endParaRPr lang="en-US" dirty="0">
            <a:latin typeface="Arial" panose="020B0604020202020204" pitchFamily="34" charset="0"/>
            <a:cs typeface="Arial" panose="020B0604020202020204" pitchFamily="34" charset="0"/>
          </a:endParaRPr>
        </a:p>
      </dgm:t>
    </dgm:pt>
    <dgm:pt modelId="{B33391AB-DB71-40D7-86F3-385E5740A321}" type="parTrans" cxnId="{FA119128-D452-41E2-9C6E-53C9ADAEBB6D}">
      <dgm:prSet/>
      <dgm:spPr/>
      <dgm:t>
        <a:bodyPr/>
        <a:lstStyle/>
        <a:p>
          <a:endParaRPr lang="en-US"/>
        </a:p>
      </dgm:t>
    </dgm:pt>
    <dgm:pt modelId="{830BC0B3-C352-4C9D-8CDA-36F8FD52D51E}" type="sibTrans" cxnId="{FA119128-D452-41E2-9C6E-53C9ADAEBB6D}">
      <dgm:prSet/>
      <dgm:spPr/>
      <dgm:t>
        <a:bodyPr/>
        <a:lstStyle/>
        <a:p>
          <a:endParaRPr lang="en-US"/>
        </a:p>
      </dgm:t>
    </dgm:pt>
    <dgm:pt modelId="{C7BD31F1-F07C-400E-84EB-6AD62D2729E9}">
      <dgm:prSet/>
      <dgm:spPr/>
      <dgm:t>
        <a:bodyPr/>
        <a:lstStyle/>
        <a:p>
          <a:r>
            <a:rPr lang="en-US" b="0" i="0" dirty="0">
              <a:latin typeface="Arial" panose="020B0604020202020204" pitchFamily="34" charset="0"/>
              <a:cs typeface="Arial" panose="020B0604020202020204" pitchFamily="34" charset="0"/>
            </a:rPr>
            <a:t>Five classes of RPC failure can be identified:</a:t>
          </a:r>
          <a:endParaRPr lang="en-US" dirty="0">
            <a:latin typeface="Arial" panose="020B0604020202020204" pitchFamily="34" charset="0"/>
            <a:cs typeface="Arial" panose="020B0604020202020204" pitchFamily="34" charset="0"/>
          </a:endParaRPr>
        </a:p>
      </dgm:t>
    </dgm:pt>
    <dgm:pt modelId="{9DCD4935-E66C-464A-B28A-DF8838CF5FBD}" type="parTrans" cxnId="{942A2152-9C57-46BD-B674-A911D839BB48}">
      <dgm:prSet/>
      <dgm:spPr/>
      <dgm:t>
        <a:bodyPr/>
        <a:lstStyle/>
        <a:p>
          <a:endParaRPr lang="en-US"/>
        </a:p>
      </dgm:t>
    </dgm:pt>
    <dgm:pt modelId="{A132BD8E-B995-4201-A70A-D10386287ED8}" type="sibTrans" cxnId="{942A2152-9C57-46BD-B674-A911D839BB48}">
      <dgm:prSet/>
      <dgm:spPr/>
      <dgm:t>
        <a:bodyPr/>
        <a:lstStyle/>
        <a:p>
          <a:endParaRPr lang="en-US"/>
        </a:p>
      </dgm:t>
    </dgm:pt>
    <dgm:pt modelId="{8B9CD109-CC96-4ABE-9EC9-F8905021C6E9}">
      <dgm:prSet/>
      <dgm:spPr/>
      <dgm:t>
        <a:bodyPr/>
        <a:lstStyle/>
        <a:p>
          <a:r>
            <a:rPr lang="en-US" dirty="0">
              <a:latin typeface="Arial" panose="020B0604020202020204" pitchFamily="34" charset="0"/>
              <a:cs typeface="Arial" panose="020B0604020202020204" pitchFamily="34" charset="0"/>
            </a:rPr>
            <a:t>The client is unable to locate the server.</a:t>
          </a:r>
        </a:p>
      </dgm:t>
    </dgm:pt>
    <dgm:pt modelId="{2E36219B-D588-4574-86DC-813DF5929D99}" type="parTrans" cxnId="{E6F25C47-A6F8-4F5A-8B62-226D455E9627}">
      <dgm:prSet/>
      <dgm:spPr/>
      <dgm:t>
        <a:bodyPr/>
        <a:lstStyle/>
        <a:p>
          <a:endParaRPr lang="en-US"/>
        </a:p>
      </dgm:t>
    </dgm:pt>
    <dgm:pt modelId="{04901784-D039-41CB-8D96-B85503232AEB}" type="sibTrans" cxnId="{E6F25C47-A6F8-4F5A-8B62-226D455E9627}">
      <dgm:prSet/>
      <dgm:spPr/>
      <dgm:t>
        <a:bodyPr/>
        <a:lstStyle/>
        <a:p>
          <a:endParaRPr lang="en-US"/>
        </a:p>
      </dgm:t>
    </dgm:pt>
    <dgm:pt modelId="{41720EA5-D1FD-411F-9522-A7F3DB6622DE}">
      <dgm:prSet/>
      <dgm:spPr/>
      <dgm:t>
        <a:bodyPr/>
        <a:lstStyle/>
        <a:p>
          <a:r>
            <a:rPr lang="en-US" dirty="0">
              <a:latin typeface="Arial" panose="020B0604020202020204" pitchFamily="34" charset="0"/>
              <a:cs typeface="Arial" panose="020B0604020202020204" pitchFamily="34" charset="0"/>
            </a:rPr>
            <a:t>The request message from the client to the server is lost.</a:t>
          </a:r>
        </a:p>
      </dgm:t>
    </dgm:pt>
    <dgm:pt modelId="{EDA33C62-6D7D-4C3B-B6FC-B7E7BFDF66E9}" type="parTrans" cxnId="{7436434B-5707-4578-9FFD-00DF2150A662}">
      <dgm:prSet/>
      <dgm:spPr/>
      <dgm:t>
        <a:bodyPr/>
        <a:lstStyle/>
        <a:p>
          <a:endParaRPr lang="en-US"/>
        </a:p>
      </dgm:t>
    </dgm:pt>
    <dgm:pt modelId="{ECE9406A-5126-44C7-9087-5EB1ACDCBF2F}" type="sibTrans" cxnId="{7436434B-5707-4578-9FFD-00DF2150A662}">
      <dgm:prSet/>
      <dgm:spPr/>
      <dgm:t>
        <a:bodyPr/>
        <a:lstStyle/>
        <a:p>
          <a:endParaRPr lang="en-US"/>
        </a:p>
      </dgm:t>
    </dgm:pt>
    <dgm:pt modelId="{602592D9-87D0-40EB-B706-F5872420CED7}">
      <dgm:prSet/>
      <dgm:spPr/>
      <dgm:t>
        <a:bodyPr/>
        <a:lstStyle/>
        <a:p>
          <a:r>
            <a:rPr lang="en-US" dirty="0">
              <a:latin typeface="Arial" panose="020B0604020202020204" pitchFamily="34" charset="0"/>
              <a:cs typeface="Arial" panose="020B0604020202020204" pitchFamily="34" charset="0"/>
            </a:rPr>
            <a:t>The server crashes after receiving a request.</a:t>
          </a:r>
        </a:p>
      </dgm:t>
    </dgm:pt>
    <dgm:pt modelId="{89337660-04E0-4FD8-90B6-E1D680A70E59}" type="parTrans" cxnId="{B53D64F5-D02E-4CD0-A173-7B36095BAB14}">
      <dgm:prSet/>
      <dgm:spPr/>
      <dgm:t>
        <a:bodyPr/>
        <a:lstStyle/>
        <a:p>
          <a:endParaRPr lang="en-US"/>
        </a:p>
      </dgm:t>
    </dgm:pt>
    <dgm:pt modelId="{0FFBE623-4C1F-485C-9E32-C24E0618B063}" type="sibTrans" cxnId="{B53D64F5-D02E-4CD0-A173-7B36095BAB14}">
      <dgm:prSet/>
      <dgm:spPr/>
      <dgm:t>
        <a:bodyPr/>
        <a:lstStyle/>
        <a:p>
          <a:endParaRPr lang="en-US"/>
        </a:p>
      </dgm:t>
    </dgm:pt>
    <dgm:pt modelId="{641A6A96-23E3-4251-B94B-219DB6B2F120}">
      <dgm:prSet/>
      <dgm:spPr/>
      <dgm:t>
        <a:bodyPr/>
        <a:lstStyle/>
        <a:p>
          <a:r>
            <a:rPr lang="en-US" dirty="0">
              <a:latin typeface="Arial" panose="020B0604020202020204" pitchFamily="34" charset="0"/>
              <a:cs typeface="Arial" panose="020B0604020202020204" pitchFamily="34" charset="0"/>
            </a:rPr>
            <a:t>The reply message from the server to the client is lost.</a:t>
          </a:r>
        </a:p>
      </dgm:t>
    </dgm:pt>
    <dgm:pt modelId="{DE088758-ACBD-4679-BC0C-2FC5D5BE1140}" type="parTrans" cxnId="{FA7D920B-4EC4-47C6-9964-81EB2B86FF33}">
      <dgm:prSet/>
      <dgm:spPr/>
      <dgm:t>
        <a:bodyPr/>
        <a:lstStyle/>
        <a:p>
          <a:endParaRPr lang="en-US"/>
        </a:p>
      </dgm:t>
    </dgm:pt>
    <dgm:pt modelId="{3C62D1CA-9C21-4E9B-950E-A6F50A19D5E5}" type="sibTrans" cxnId="{FA7D920B-4EC4-47C6-9964-81EB2B86FF33}">
      <dgm:prSet/>
      <dgm:spPr/>
      <dgm:t>
        <a:bodyPr/>
        <a:lstStyle/>
        <a:p>
          <a:endParaRPr lang="en-US"/>
        </a:p>
      </dgm:t>
    </dgm:pt>
    <dgm:pt modelId="{D1461F8F-A7F7-4132-B049-A59DE714373E}">
      <dgm:prSet/>
      <dgm:spPr/>
      <dgm:t>
        <a:bodyPr/>
        <a:lstStyle/>
        <a:p>
          <a:r>
            <a:rPr lang="en-US" dirty="0">
              <a:latin typeface="Arial" panose="020B0604020202020204" pitchFamily="34" charset="0"/>
              <a:cs typeface="Arial" panose="020B0604020202020204" pitchFamily="34" charset="0"/>
            </a:rPr>
            <a:t>The client crashes after sending a request.</a:t>
          </a:r>
        </a:p>
      </dgm:t>
    </dgm:pt>
    <dgm:pt modelId="{FA68F322-CF5E-453B-BFBF-5B77D48E0517}" type="parTrans" cxnId="{D6700C5B-E5EA-4330-83B8-4BA81DC1C0AD}">
      <dgm:prSet/>
      <dgm:spPr/>
      <dgm:t>
        <a:bodyPr/>
        <a:lstStyle/>
        <a:p>
          <a:endParaRPr lang="en-US"/>
        </a:p>
      </dgm:t>
    </dgm:pt>
    <dgm:pt modelId="{4B8A2604-4B0B-46D3-8B08-C8E1B74E185E}" type="sibTrans" cxnId="{D6700C5B-E5EA-4330-83B8-4BA81DC1C0AD}">
      <dgm:prSet/>
      <dgm:spPr/>
      <dgm:t>
        <a:bodyPr/>
        <a:lstStyle/>
        <a:p>
          <a:endParaRPr lang="en-US"/>
        </a:p>
      </dgm:t>
    </dgm:pt>
    <dgm:pt modelId="{D45A85E9-E987-417E-BD41-751858389537}" type="pres">
      <dgm:prSet presAssocID="{ED3F1A89-BC85-4253-966C-7691B172F16B}" presName="Name0" presStyleCnt="0">
        <dgm:presLayoutVars>
          <dgm:dir/>
          <dgm:animLvl val="lvl"/>
          <dgm:resizeHandles val="exact"/>
        </dgm:presLayoutVars>
      </dgm:prSet>
      <dgm:spPr/>
    </dgm:pt>
    <dgm:pt modelId="{79483135-64E8-4CB9-B945-FF193C46D8BF}" type="pres">
      <dgm:prSet presAssocID="{C7BD31F1-F07C-400E-84EB-6AD62D2729E9}" presName="boxAndChildren" presStyleCnt="0"/>
      <dgm:spPr/>
    </dgm:pt>
    <dgm:pt modelId="{1185DF74-BA1D-4556-B114-37DAA6C7D88F}" type="pres">
      <dgm:prSet presAssocID="{C7BD31F1-F07C-400E-84EB-6AD62D2729E9}" presName="parentTextBox" presStyleLbl="node1" presStyleIdx="0" presStyleCnt="2"/>
      <dgm:spPr/>
    </dgm:pt>
    <dgm:pt modelId="{37C9E9B8-5896-4B97-844C-335E0332E11E}" type="pres">
      <dgm:prSet presAssocID="{C7BD31F1-F07C-400E-84EB-6AD62D2729E9}" presName="entireBox" presStyleLbl="node1" presStyleIdx="0" presStyleCnt="2" custLinFactNeighborY="114"/>
      <dgm:spPr/>
    </dgm:pt>
    <dgm:pt modelId="{5F687B09-15BC-4E43-8D9E-A32344BEAFC0}" type="pres">
      <dgm:prSet presAssocID="{C7BD31F1-F07C-400E-84EB-6AD62D2729E9}" presName="descendantBox" presStyleCnt="0"/>
      <dgm:spPr/>
    </dgm:pt>
    <dgm:pt modelId="{99B1FC32-8B96-4954-8C64-4FD550E189BE}" type="pres">
      <dgm:prSet presAssocID="{8B9CD109-CC96-4ABE-9EC9-F8905021C6E9}" presName="childTextBox" presStyleLbl="fgAccFollowNode1" presStyleIdx="0" presStyleCnt="5">
        <dgm:presLayoutVars>
          <dgm:bulletEnabled val="1"/>
        </dgm:presLayoutVars>
      </dgm:prSet>
      <dgm:spPr/>
    </dgm:pt>
    <dgm:pt modelId="{CD3EFEB0-C090-4A35-9050-F9590D76870B}" type="pres">
      <dgm:prSet presAssocID="{41720EA5-D1FD-411F-9522-A7F3DB6622DE}" presName="childTextBox" presStyleLbl="fgAccFollowNode1" presStyleIdx="1" presStyleCnt="5">
        <dgm:presLayoutVars>
          <dgm:bulletEnabled val="1"/>
        </dgm:presLayoutVars>
      </dgm:prSet>
      <dgm:spPr/>
    </dgm:pt>
    <dgm:pt modelId="{AD923707-59E9-4480-990F-9868199016DE}" type="pres">
      <dgm:prSet presAssocID="{602592D9-87D0-40EB-B706-F5872420CED7}" presName="childTextBox" presStyleLbl="fgAccFollowNode1" presStyleIdx="2" presStyleCnt="5">
        <dgm:presLayoutVars>
          <dgm:bulletEnabled val="1"/>
        </dgm:presLayoutVars>
      </dgm:prSet>
      <dgm:spPr/>
    </dgm:pt>
    <dgm:pt modelId="{A0BB6282-6F0F-4440-960D-3891E0B8E81A}" type="pres">
      <dgm:prSet presAssocID="{641A6A96-23E3-4251-B94B-219DB6B2F120}" presName="childTextBox" presStyleLbl="fgAccFollowNode1" presStyleIdx="3" presStyleCnt="5">
        <dgm:presLayoutVars>
          <dgm:bulletEnabled val="1"/>
        </dgm:presLayoutVars>
      </dgm:prSet>
      <dgm:spPr/>
    </dgm:pt>
    <dgm:pt modelId="{CD92E740-0118-4CFE-8D44-CE249A3180A9}" type="pres">
      <dgm:prSet presAssocID="{D1461F8F-A7F7-4132-B049-A59DE714373E}" presName="childTextBox" presStyleLbl="fgAccFollowNode1" presStyleIdx="4" presStyleCnt="5">
        <dgm:presLayoutVars>
          <dgm:bulletEnabled val="1"/>
        </dgm:presLayoutVars>
      </dgm:prSet>
      <dgm:spPr/>
    </dgm:pt>
    <dgm:pt modelId="{465EC2C6-C5F3-42BB-B040-B92617C02F61}" type="pres">
      <dgm:prSet presAssocID="{830BC0B3-C352-4C9D-8CDA-36F8FD52D51E}" presName="sp" presStyleCnt="0"/>
      <dgm:spPr/>
    </dgm:pt>
    <dgm:pt modelId="{0620A790-EBB2-4DC4-8333-804850CBED30}" type="pres">
      <dgm:prSet presAssocID="{A81C1329-B344-4E5A-9AEE-1B757B613B4D}" presName="arrowAndChildren" presStyleCnt="0"/>
      <dgm:spPr/>
    </dgm:pt>
    <dgm:pt modelId="{91A80EC5-5433-486D-A2A1-39BF10E8DFEC}" type="pres">
      <dgm:prSet presAssocID="{A81C1329-B344-4E5A-9AEE-1B757B613B4D}" presName="parentTextArrow" presStyleLbl="node1" presStyleIdx="1" presStyleCnt="2"/>
      <dgm:spPr/>
    </dgm:pt>
  </dgm:ptLst>
  <dgm:cxnLst>
    <dgm:cxn modelId="{7785BC07-C3DC-4634-B4DB-EF6C70CA6B91}" type="presOf" srcId="{602592D9-87D0-40EB-B706-F5872420CED7}" destId="{AD923707-59E9-4480-990F-9868199016DE}" srcOrd="0" destOrd="0" presId="urn:microsoft.com/office/officeart/2005/8/layout/process4"/>
    <dgm:cxn modelId="{3CB1FA08-938E-4462-BA6B-803F58F16540}" type="presOf" srcId="{D1461F8F-A7F7-4132-B049-A59DE714373E}" destId="{CD92E740-0118-4CFE-8D44-CE249A3180A9}" srcOrd="0" destOrd="0" presId="urn:microsoft.com/office/officeart/2005/8/layout/process4"/>
    <dgm:cxn modelId="{FA7D920B-4EC4-47C6-9964-81EB2B86FF33}" srcId="{C7BD31F1-F07C-400E-84EB-6AD62D2729E9}" destId="{641A6A96-23E3-4251-B94B-219DB6B2F120}" srcOrd="3" destOrd="0" parTransId="{DE088758-ACBD-4679-BC0C-2FC5D5BE1140}" sibTransId="{3C62D1CA-9C21-4E9B-950E-A6F50A19D5E5}"/>
    <dgm:cxn modelId="{CF140F18-F3E7-4B12-9A7B-48F30EB0773C}" type="presOf" srcId="{C7BD31F1-F07C-400E-84EB-6AD62D2729E9}" destId="{37C9E9B8-5896-4B97-844C-335E0332E11E}" srcOrd="1" destOrd="0" presId="urn:microsoft.com/office/officeart/2005/8/layout/process4"/>
    <dgm:cxn modelId="{FA119128-D452-41E2-9C6E-53C9ADAEBB6D}" srcId="{ED3F1A89-BC85-4253-966C-7691B172F16B}" destId="{A81C1329-B344-4E5A-9AEE-1B757B613B4D}" srcOrd="0" destOrd="0" parTransId="{B33391AB-DB71-40D7-86F3-385E5740A321}" sibTransId="{830BC0B3-C352-4C9D-8CDA-36F8FD52D51E}"/>
    <dgm:cxn modelId="{F11E4E2B-B462-4CF9-BA74-75E6548030F7}" type="presOf" srcId="{41720EA5-D1FD-411F-9522-A7F3DB6622DE}" destId="{CD3EFEB0-C090-4A35-9050-F9590D76870B}" srcOrd="0" destOrd="0" presId="urn:microsoft.com/office/officeart/2005/8/layout/process4"/>
    <dgm:cxn modelId="{8BDD2634-A677-4B38-94FC-3ACFAF91C2D4}" type="presOf" srcId="{8B9CD109-CC96-4ABE-9EC9-F8905021C6E9}" destId="{99B1FC32-8B96-4954-8C64-4FD550E189BE}" srcOrd="0" destOrd="0" presId="urn:microsoft.com/office/officeart/2005/8/layout/process4"/>
    <dgm:cxn modelId="{D652C637-9862-464F-843F-796BF983F0F2}" type="presOf" srcId="{C7BD31F1-F07C-400E-84EB-6AD62D2729E9}" destId="{1185DF74-BA1D-4556-B114-37DAA6C7D88F}" srcOrd="0" destOrd="0" presId="urn:microsoft.com/office/officeart/2005/8/layout/process4"/>
    <dgm:cxn modelId="{D6700C5B-E5EA-4330-83B8-4BA81DC1C0AD}" srcId="{C7BD31F1-F07C-400E-84EB-6AD62D2729E9}" destId="{D1461F8F-A7F7-4132-B049-A59DE714373E}" srcOrd="4" destOrd="0" parTransId="{FA68F322-CF5E-453B-BFBF-5B77D48E0517}" sibTransId="{4B8A2604-4B0B-46D3-8B08-C8E1B74E185E}"/>
    <dgm:cxn modelId="{E6F25C47-A6F8-4F5A-8B62-226D455E9627}" srcId="{C7BD31F1-F07C-400E-84EB-6AD62D2729E9}" destId="{8B9CD109-CC96-4ABE-9EC9-F8905021C6E9}" srcOrd="0" destOrd="0" parTransId="{2E36219B-D588-4574-86DC-813DF5929D99}" sibTransId="{04901784-D039-41CB-8D96-B85503232AEB}"/>
    <dgm:cxn modelId="{7436434B-5707-4578-9FFD-00DF2150A662}" srcId="{C7BD31F1-F07C-400E-84EB-6AD62D2729E9}" destId="{41720EA5-D1FD-411F-9522-A7F3DB6622DE}" srcOrd="1" destOrd="0" parTransId="{EDA33C62-6D7D-4C3B-B6FC-B7E7BFDF66E9}" sibTransId="{ECE9406A-5126-44C7-9087-5EB1ACDCBF2F}"/>
    <dgm:cxn modelId="{68C3BF6B-0A91-4700-990A-20C69029750A}" type="presOf" srcId="{A81C1329-B344-4E5A-9AEE-1B757B613B4D}" destId="{91A80EC5-5433-486D-A2A1-39BF10E8DFEC}" srcOrd="0" destOrd="0" presId="urn:microsoft.com/office/officeart/2005/8/layout/process4"/>
    <dgm:cxn modelId="{942A2152-9C57-46BD-B674-A911D839BB48}" srcId="{ED3F1A89-BC85-4253-966C-7691B172F16B}" destId="{C7BD31F1-F07C-400E-84EB-6AD62D2729E9}" srcOrd="1" destOrd="0" parTransId="{9DCD4935-E66C-464A-B28A-DF8838CF5FBD}" sibTransId="{A132BD8E-B995-4201-A70A-D10386287ED8}"/>
    <dgm:cxn modelId="{8AB3C772-5032-413B-B701-9350A191A767}" type="presOf" srcId="{ED3F1A89-BC85-4253-966C-7691B172F16B}" destId="{D45A85E9-E987-417E-BD41-751858389537}" srcOrd="0" destOrd="0" presId="urn:microsoft.com/office/officeart/2005/8/layout/process4"/>
    <dgm:cxn modelId="{A8393FC4-3CF6-43F4-89CD-E9EDE0A6FA91}" type="presOf" srcId="{641A6A96-23E3-4251-B94B-219DB6B2F120}" destId="{A0BB6282-6F0F-4440-960D-3891E0B8E81A}" srcOrd="0" destOrd="0" presId="urn:microsoft.com/office/officeart/2005/8/layout/process4"/>
    <dgm:cxn modelId="{B53D64F5-D02E-4CD0-A173-7B36095BAB14}" srcId="{C7BD31F1-F07C-400E-84EB-6AD62D2729E9}" destId="{602592D9-87D0-40EB-B706-F5872420CED7}" srcOrd="2" destOrd="0" parTransId="{89337660-04E0-4FD8-90B6-E1D680A70E59}" sibTransId="{0FFBE623-4C1F-485C-9E32-C24E0618B063}"/>
    <dgm:cxn modelId="{AC87D555-241D-4F33-B44D-2125D7211856}" type="presParOf" srcId="{D45A85E9-E987-417E-BD41-751858389537}" destId="{79483135-64E8-4CB9-B945-FF193C46D8BF}" srcOrd="0" destOrd="0" presId="urn:microsoft.com/office/officeart/2005/8/layout/process4"/>
    <dgm:cxn modelId="{049432A7-2365-4A29-8E6F-2DA7401AE69A}" type="presParOf" srcId="{79483135-64E8-4CB9-B945-FF193C46D8BF}" destId="{1185DF74-BA1D-4556-B114-37DAA6C7D88F}" srcOrd="0" destOrd="0" presId="urn:microsoft.com/office/officeart/2005/8/layout/process4"/>
    <dgm:cxn modelId="{99704F92-1DC5-4EB0-8BF6-A2763775AC02}" type="presParOf" srcId="{79483135-64E8-4CB9-B945-FF193C46D8BF}" destId="{37C9E9B8-5896-4B97-844C-335E0332E11E}" srcOrd="1" destOrd="0" presId="urn:microsoft.com/office/officeart/2005/8/layout/process4"/>
    <dgm:cxn modelId="{EDFE9C8E-2E2F-4215-84BB-E2C4573BB074}" type="presParOf" srcId="{79483135-64E8-4CB9-B945-FF193C46D8BF}" destId="{5F687B09-15BC-4E43-8D9E-A32344BEAFC0}" srcOrd="2" destOrd="0" presId="urn:microsoft.com/office/officeart/2005/8/layout/process4"/>
    <dgm:cxn modelId="{A2E4C4DE-9F9C-45B8-9042-CF121724DB75}" type="presParOf" srcId="{5F687B09-15BC-4E43-8D9E-A32344BEAFC0}" destId="{99B1FC32-8B96-4954-8C64-4FD550E189BE}" srcOrd="0" destOrd="0" presId="urn:microsoft.com/office/officeart/2005/8/layout/process4"/>
    <dgm:cxn modelId="{475C95B5-7A0A-493A-A1E7-38A7FF9A6114}" type="presParOf" srcId="{5F687B09-15BC-4E43-8D9E-A32344BEAFC0}" destId="{CD3EFEB0-C090-4A35-9050-F9590D76870B}" srcOrd="1" destOrd="0" presId="urn:microsoft.com/office/officeart/2005/8/layout/process4"/>
    <dgm:cxn modelId="{A7C9C1CE-EB01-4192-BCBA-4EDFBBC31594}" type="presParOf" srcId="{5F687B09-15BC-4E43-8D9E-A32344BEAFC0}" destId="{AD923707-59E9-4480-990F-9868199016DE}" srcOrd="2" destOrd="0" presId="urn:microsoft.com/office/officeart/2005/8/layout/process4"/>
    <dgm:cxn modelId="{9CE49BD6-6C3A-4103-BB3F-A95D170BA29D}" type="presParOf" srcId="{5F687B09-15BC-4E43-8D9E-A32344BEAFC0}" destId="{A0BB6282-6F0F-4440-960D-3891E0B8E81A}" srcOrd="3" destOrd="0" presId="urn:microsoft.com/office/officeart/2005/8/layout/process4"/>
    <dgm:cxn modelId="{22EB6810-75AE-4BCD-81E8-67FB7D9F5E1F}" type="presParOf" srcId="{5F687B09-15BC-4E43-8D9E-A32344BEAFC0}" destId="{CD92E740-0118-4CFE-8D44-CE249A3180A9}" srcOrd="4" destOrd="0" presId="urn:microsoft.com/office/officeart/2005/8/layout/process4"/>
    <dgm:cxn modelId="{A30289A3-D25E-46A0-922B-5CBC0FB2EC74}" type="presParOf" srcId="{D45A85E9-E987-417E-BD41-751858389537}" destId="{465EC2C6-C5F3-42BB-B040-B92617C02F61}" srcOrd="1" destOrd="0" presId="urn:microsoft.com/office/officeart/2005/8/layout/process4"/>
    <dgm:cxn modelId="{894D60BB-A16C-4796-86DD-0B5816B1CA86}" type="presParOf" srcId="{D45A85E9-E987-417E-BD41-751858389537}" destId="{0620A790-EBB2-4DC4-8333-804850CBED30}" srcOrd="2" destOrd="0" presId="urn:microsoft.com/office/officeart/2005/8/layout/process4"/>
    <dgm:cxn modelId="{CB779174-A3D1-4349-95BE-AD38109EAB17}" type="presParOf" srcId="{0620A790-EBB2-4DC4-8333-804850CBED30}" destId="{91A80EC5-5433-486D-A2A1-39BF10E8DFE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C77E207-2486-4BF2-939E-0F9E001D0C4A}"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EF8A4A74-B0B9-4A3F-A157-1653C272CBE7}">
      <dgm:prSet/>
      <dgm:spPr/>
      <dgm:t>
        <a:bodyPr/>
        <a:lstStyle/>
        <a:p>
          <a:r>
            <a:rPr lang="en-US" dirty="0"/>
            <a:t>Server crashes are dealt with by implementing one of three possible implementation philosophies:</a:t>
          </a:r>
          <a:endParaRPr lang="en-PK" dirty="0"/>
        </a:p>
      </dgm:t>
    </dgm:pt>
    <dgm:pt modelId="{C1FD6B6C-353A-4475-8507-E1AEF0CC92A1}" type="parTrans" cxnId="{5F35A009-8BB9-4023-BBDC-3A710996B306}">
      <dgm:prSet/>
      <dgm:spPr/>
      <dgm:t>
        <a:bodyPr/>
        <a:lstStyle/>
        <a:p>
          <a:endParaRPr lang="en-PK"/>
        </a:p>
      </dgm:t>
    </dgm:pt>
    <dgm:pt modelId="{C5D982D8-7E01-463B-B3D5-E354462294DA}" type="sibTrans" cxnId="{5F35A009-8BB9-4023-BBDC-3A710996B306}">
      <dgm:prSet/>
      <dgm:spPr/>
      <dgm:t>
        <a:bodyPr/>
        <a:lstStyle/>
        <a:p>
          <a:endParaRPr lang="en-PK"/>
        </a:p>
      </dgm:t>
    </dgm:pt>
    <dgm:pt modelId="{DDB667E6-D582-40F2-A998-7DFCFF64A78B}">
      <dgm:prSet custT="1"/>
      <dgm:spPr/>
      <dgm:t>
        <a:bodyPr/>
        <a:lstStyle/>
        <a:p>
          <a:r>
            <a:rPr lang="en-US" sz="2000" b="1" dirty="0"/>
            <a:t>At least once semantics: </a:t>
          </a:r>
          <a:r>
            <a:rPr lang="en-US" sz="2000" dirty="0"/>
            <a:t>A guarantee is given that the RPC occurred at least once, but (also) possibly more that once.</a:t>
          </a:r>
          <a:endParaRPr lang="en-PK" sz="2000" dirty="0"/>
        </a:p>
      </dgm:t>
    </dgm:pt>
    <dgm:pt modelId="{7E4A50EE-DCDA-455A-BDDE-2998403AFF5B}" type="parTrans" cxnId="{739B3DC8-8F79-4436-88C0-E9F93AA252FC}">
      <dgm:prSet/>
      <dgm:spPr/>
      <dgm:t>
        <a:bodyPr/>
        <a:lstStyle/>
        <a:p>
          <a:endParaRPr lang="en-PK"/>
        </a:p>
      </dgm:t>
    </dgm:pt>
    <dgm:pt modelId="{25B96993-4A3A-4647-A476-2350AF66288E}" type="sibTrans" cxnId="{739B3DC8-8F79-4436-88C0-E9F93AA252FC}">
      <dgm:prSet/>
      <dgm:spPr/>
      <dgm:t>
        <a:bodyPr/>
        <a:lstStyle/>
        <a:p>
          <a:endParaRPr lang="en-PK"/>
        </a:p>
      </dgm:t>
    </dgm:pt>
    <dgm:pt modelId="{00A11681-4F4A-4942-B711-B64CC40856F3}">
      <dgm:prSet custT="1"/>
      <dgm:spPr/>
      <dgm:t>
        <a:bodyPr/>
        <a:lstStyle/>
        <a:p>
          <a:r>
            <a:rPr lang="en-US" sz="2000" b="1" dirty="0"/>
            <a:t>At most once semantics: </a:t>
          </a:r>
          <a:r>
            <a:rPr lang="en-US" sz="2000" dirty="0"/>
            <a:t>A guarantee is given that the RPC occurred at most once, but possibly not at all.</a:t>
          </a:r>
          <a:endParaRPr lang="en-PK" sz="2000" dirty="0"/>
        </a:p>
      </dgm:t>
    </dgm:pt>
    <dgm:pt modelId="{5ADCF9E2-39E9-42CC-9ACA-ABA516B43898}" type="parTrans" cxnId="{5B75BBCF-B35E-47D7-A363-F89F227ECC99}">
      <dgm:prSet/>
      <dgm:spPr/>
      <dgm:t>
        <a:bodyPr/>
        <a:lstStyle/>
        <a:p>
          <a:endParaRPr lang="en-PK"/>
        </a:p>
      </dgm:t>
    </dgm:pt>
    <dgm:pt modelId="{AB29819D-77F4-436A-80C7-E245EA24F2DC}" type="sibTrans" cxnId="{5B75BBCF-B35E-47D7-A363-F89F227ECC99}">
      <dgm:prSet/>
      <dgm:spPr/>
      <dgm:t>
        <a:bodyPr/>
        <a:lstStyle/>
        <a:p>
          <a:endParaRPr lang="en-PK"/>
        </a:p>
      </dgm:t>
    </dgm:pt>
    <dgm:pt modelId="{6B04A444-A150-41AF-ADD9-D120F55DDFB1}">
      <dgm:prSet custT="1"/>
      <dgm:spPr/>
      <dgm:t>
        <a:bodyPr/>
        <a:lstStyle/>
        <a:p>
          <a:r>
            <a:rPr lang="en-US" sz="2000" b="1" dirty="0"/>
            <a:t>No semantics: </a:t>
          </a:r>
          <a:r>
            <a:rPr lang="en-US" sz="2000" dirty="0"/>
            <a:t>Nothing is guaranteed, and client and servers take their chances.</a:t>
          </a:r>
          <a:endParaRPr lang="en-PK" sz="2000" dirty="0"/>
        </a:p>
      </dgm:t>
    </dgm:pt>
    <dgm:pt modelId="{3F1F57FC-3D9E-4638-AB21-E5E23EC3C512}" type="parTrans" cxnId="{5E777838-6E45-4851-B05A-0BCC3FCA6A7C}">
      <dgm:prSet/>
      <dgm:spPr/>
      <dgm:t>
        <a:bodyPr/>
        <a:lstStyle/>
        <a:p>
          <a:endParaRPr lang="en-PK"/>
        </a:p>
      </dgm:t>
    </dgm:pt>
    <dgm:pt modelId="{BB55DC7E-52D4-487A-9E22-472BF62F18DB}" type="sibTrans" cxnId="{5E777838-6E45-4851-B05A-0BCC3FCA6A7C}">
      <dgm:prSet/>
      <dgm:spPr/>
      <dgm:t>
        <a:bodyPr/>
        <a:lstStyle/>
        <a:p>
          <a:endParaRPr lang="en-PK"/>
        </a:p>
      </dgm:t>
    </dgm:pt>
    <dgm:pt modelId="{2D177BC3-01C8-4F84-8C8D-22D23CB3DDE6}" type="pres">
      <dgm:prSet presAssocID="{BC77E207-2486-4BF2-939E-0F9E001D0C4A}" presName="Name0" presStyleCnt="0">
        <dgm:presLayoutVars>
          <dgm:dir/>
          <dgm:animLvl val="lvl"/>
          <dgm:resizeHandles val="exact"/>
        </dgm:presLayoutVars>
      </dgm:prSet>
      <dgm:spPr/>
    </dgm:pt>
    <dgm:pt modelId="{D28A0AE5-DF44-4C92-8B3B-CFC4F360D556}" type="pres">
      <dgm:prSet presAssocID="{EF8A4A74-B0B9-4A3F-A157-1653C272CBE7}" presName="linNode" presStyleCnt="0"/>
      <dgm:spPr/>
    </dgm:pt>
    <dgm:pt modelId="{26143D1A-7B10-4789-B38B-839AD809A00A}" type="pres">
      <dgm:prSet presAssocID="{EF8A4A74-B0B9-4A3F-A157-1653C272CBE7}" presName="parentText" presStyleLbl="node1" presStyleIdx="0" presStyleCnt="1">
        <dgm:presLayoutVars>
          <dgm:chMax val="1"/>
          <dgm:bulletEnabled val="1"/>
        </dgm:presLayoutVars>
      </dgm:prSet>
      <dgm:spPr/>
    </dgm:pt>
    <dgm:pt modelId="{06839001-1C30-4849-9CAD-5A6F1DCF606C}" type="pres">
      <dgm:prSet presAssocID="{EF8A4A74-B0B9-4A3F-A157-1653C272CBE7}" presName="descendantText" presStyleLbl="alignAccFollowNode1" presStyleIdx="0" presStyleCnt="1">
        <dgm:presLayoutVars>
          <dgm:bulletEnabled val="1"/>
        </dgm:presLayoutVars>
      </dgm:prSet>
      <dgm:spPr/>
    </dgm:pt>
  </dgm:ptLst>
  <dgm:cxnLst>
    <dgm:cxn modelId="{5F35A009-8BB9-4023-BBDC-3A710996B306}" srcId="{BC77E207-2486-4BF2-939E-0F9E001D0C4A}" destId="{EF8A4A74-B0B9-4A3F-A157-1653C272CBE7}" srcOrd="0" destOrd="0" parTransId="{C1FD6B6C-353A-4475-8507-E1AEF0CC92A1}" sibTransId="{C5D982D8-7E01-463B-B3D5-E354462294DA}"/>
    <dgm:cxn modelId="{5E777838-6E45-4851-B05A-0BCC3FCA6A7C}" srcId="{EF8A4A74-B0B9-4A3F-A157-1653C272CBE7}" destId="{6B04A444-A150-41AF-ADD9-D120F55DDFB1}" srcOrd="2" destOrd="0" parTransId="{3F1F57FC-3D9E-4638-AB21-E5E23EC3C512}" sibTransId="{BB55DC7E-52D4-487A-9E22-472BF62F18DB}"/>
    <dgm:cxn modelId="{DB9D3862-C42E-4D50-9EEB-3E3E3CFBD7A0}" type="presOf" srcId="{DDB667E6-D582-40F2-A998-7DFCFF64A78B}" destId="{06839001-1C30-4849-9CAD-5A6F1DCF606C}" srcOrd="0" destOrd="0" presId="urn:microsoft.com/office/officeart/2005/8/layout/vList5"/>
    <dgm:cxn modelId="{A50EBA49-142A-4784-91EB-FD5469BAAAC5}" type="presOf" srcId="{6B04A444-A150-41AF-ADD9-D120F55DDFB1}" destId="{06839001-1C30-4849-9CAD-5A6F1DCF606C}" srcOrd="0" destOrd="2" presId="urn:microsoft.com/office/officeart/2005/8/layout/vList5"/>
    <dgm:cxn modelId="{97B862B6-4FA8-4BF5-9114-A153D564BF75}" type="presOf" srcId="{00A11681-4F4A-4942-B711-B64CC40856F3}" destId="{06839001-1C30-4849-9CAD-5A6F1DCF606C}" srcOrd="0" destOrd="1" presId="urn:microsoft.com/office/officeart/2005/8/layout/vList5"/>
    <dgm:cxn modelId="{739B3DC8-8F79-4436-88C0-E9F93AA252FC}" srcId="{EF8A4A74-B0B9-4A3F-A157-1653C272CBE7}" destId="{DDB667E6-D582-40F2-A998-7DFCFF64A78B}" srcOrd="0" destOrd="0" parTransId="{7E4A50EE-DCDA-455A-BDDE-2998403AFF5B}" sibTransId="{25B96993-4A3A-4647-A476-2350AF66288E}"/>
    <dgm:cxn modelId="{5B75BBCF-B35E-47D7-A363-F89F227ECC99}" srcId="{EF8A4A74-B0B9-4A3F-A157-1653C272CBE7}" destId="{00A11681-4F4A-4942-B711-B64CC40856F3}" srcOrd="1" destOrd="0" parTransId="{5ADCF9E2-39E9-42CC-9ACA-ABA516B43898}" sibTransId="{AB29819D-77F4-436A-80C7-E245EA24F2DC}"/>
    <dgm:cxn modelId="{5689B0F1-BA6A-4A7D-8F46-2FA168D4154D}" type="presOf" srcId="{EF8A4A74-B0B9-4A3F-A157-1653C272CBE7}" destId="{26143D1A-7B10-4789-B38B-839AD809A00A}" srcOrd="0" destOrd="0" presId="urn:microsoft.com/office/officeart/2005/8/layout/vList5"/>
    <dgm:cxn modelId="{D5AFCCF7-F3C3-4EC2-B4A4-E706868512D9}" type="presOf" srcId="{BC77E207-2486-4BF2-939E-0F9E001D0C4A}" destId="{2D177BC3-01C8-4F84-8C8D-22D23CB3DDE6}" srcOrd="0" destOrd="0" presId="urn:microsoft.com/office/officeart/2005/8/layout/vList5"/>
    <dgm:cxn modelId="{730AC68B-90EA-4F98-9742-86B10759C38F}" type="presParOf" srcId="{2D177BC3-01C8-4F84-8C8D-22D23CB3DDE6}" destId="{D28A0AE5-DF44-4C92-8B3B-CFC4F360D556}" srcOrd="0" destOrd="0" presId="urn:microsoft.com/office/officeart/2005/8/layout/vList5"/>
    <dgm:cxn modelId="{41EE685D-34FC-46BC-A0A8-C1AF9C31B2F3}" type="presParOf" srcId="{D28A0AE5-DF44-4C92-8B3B-CFC4F360D556}" destId="{26143D1A-7B10-4789-B38B-839AD809A00A}" srcOrd="0" destOrd="0" presId="urn:microsoft.com/office/officeart/2005/8/layout/vList5"/>
    <dgm:cxn modelId="{3C348E55-3160-4FF7-8476-13F55147136B}" type="presParOf" srcId="{D28A0AE5-DF44-4C92-8B3B-CFC4F360D556}" destId="{06839001-1C30-4849-9CAD-5A6F1DCF606C}"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1862B96-907F-42FC-BB28-3F455811F5C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03B49B65-AFF9-4469-831A-4A7938D9E373}">
      <dgm:prSet/>
      <dgm:spPr/>
      <dgm:t>
        <a:bodyPr/>
        <a:lstStyle/>
        <a:p>
          <a:pPr algn="l"/>
          <a:r>
            <a:rPr lang="en-US" dirty="0"/>
            <a:t>When a client sends a request to a server and crashes before the server </a:t>
          </a:r>
          <a:r>
            <a:rPr lang="en-US"/>
            <a:t>replies.At this point a computation is active and no parent is waiting for the result. Such an unwanted computation is called an orphan. Four orphan solutions have been proposed:</a:t>
          </a:r>
          <a:endParaRPr lang="en-PK" dirty="0"/>
        </a:p>
      </dgm:t>
    </dgm:pt>
    <dgm:pt modelId="{C97E79C5-472D-4A5C-B6A8-A4D00B21BB1A}" type="parTrans" cxnId="{2C50E168-E420-4B24-8CA3-655381F8B4F9}">
      <dgm:prSet/>
      <dgm:spPr/>
      <dgm:t>
        <a:bodyPr/>
        <a:lstStyle/>
        <a:p>
          <a:endParaRPr lang="en-PK"/>
        </a:p>
      </dgm:t>
    </dgm:pt>
    <dgm:pt modelId="{D3D36D13-FDE6-4634-A4CE-FCA0787DBA4D}" type="sibTrans" cxnId="{2C50E168-E420-4B24-8CA3-655381F8B4F9}">
      <dgm:prSet/>
      <dgm:spPr/>
      <dgm:t>
        <a:bodyPr/>
        <a:lstStyle/>
        <a:p>
          <a:endParaRPr lang="en-PK"/>
        </a:p>
      </dgm:t>
    </dgm:pt>
    <dgm:pt modelId="{1516AA1E-FD92-48AB-9CD5-852E0ACA6E9C}">
      <dgm:prSet custT="1"/>
      <dgm:spPr/>
      <dgm:t>
        <a:bodyPr/>
        <a:lstStyle/>
        <a:p>
          <a:pPr algn="l"/>
          <a:r>
            <a:rPr lang="en-US" sz="2000" b="1" dirty="0">
              <a:latin typeface="+mn-lt"/>
              <a:cs typeface="Arial" panose="020B0604020202020204" pitchFamily="34" charset="0"/>
            </a:rPr>
            <a:t>Extermination: </a:t>
          </a:r>
          <a:r>
            <a:rPr lang="en-US" sz="2000" dirty="0">
              <a:latin typeface="+mn-lt"/>
              <a:cs typeface="Arial" panose="020B0604020202020204" pitchFamily="34" charset="0"/>
            </a:rPr>
            <a:t>The orphan is simply killed-off.</a:t>
          </a:r>
          <a:endParaRPr lang="en-PK" sz="2000" dirty="0">
            <a:latin typeface="+mn-lt"/>
            <a:cs typeface="Arial" panose="020B0604020202020204" pitchFamily="34" charset="0"/>
          </a:endParaRPr>
        </a:p>
      </dgm:t>
    </dgm:pt>
    <dgm:pt modelId="{A762C427-E9EB-48A7-B67D-3A67361B52DB}" type="parTrans" cxnId="{B56BEA18-BAFA-48D6-95E8-B0B2BDA77892}">
      <dgm:prSet/>
      <dgm:spPr/>
      <dgm:t>
        <a:bodyPr/>
        <a:lstStyle/>
        <a:p>
          <a:endParaRPr lang="en-PK"/>
        </a:p>
      </dgm:t>
    </dgm:pt>
    <dgm:pt modelId="{BB96C9AB-56DF-45FF-8C77-A015B6328C6C}" type="sibTrans" cxnId="{B56BEA18-BAFA-48D6-95E8-B0B2BDA77892}">
      <dgm:prSet/>
      <dgm:spPr/>
      <dgm:t>
        <a:bodyPr/>
        <a:lstStyle/>
        <a:p>
          <a:endParaRPr lang="en-PK"/>
        </a:p>
      </dgm:t>
    </dgm:pt>
    <dgm:pt modelId="{8889B211-11A3-4437-B0E9-45041996845E}">
      <dgm:prSet custT="1"/>
      <dgm:spPr/>
      <dgm:t>
        <a:bodyPr/>
        <a:lstStyle/>
        <a:p>
          <a:pPr algn="l"/>
          <a:r>
            <a:rPr lang="en-US" sz="2000" b="1" dirty="0">
              <a:latin typeface="+mn-lt"/>
              <a:cs typeface="Arial" panose="020B0604020202020204" pitchFamily="34" charset="0"/>
            </a:rPr>
            <a:t>Reincarnation: </a:t>
          </a:r>
          <a:r>
            <a:rPr lang="en-US" sz="2000" dirty="0">
              <a:latin typeface="+mn-lt"/>
              <a:cs typeface="Arial" panose="020B0604020202020204" pitchFamily="34" charset="0"/>
            </a:rPr>
            <a:t>Each client session has an epoch associated with it, making orphans easy to spot.</a:t>
          </a:r>
          <a:endParaRPr lang="en-PK" sz="2000" dirty="0">
            <a:latin typeface="+mn-lt"/>
            <a:cs typeface="Arial" panose="020B0604020202020204" pitchFamily="34" charset="0"/>
          </a:endParaRPr>
        </a:p>
      </dgm:t>
    </dgm:pt>
    <dgm:pt modelId="{1AB04A48-DC68-45CB-AA2B-E465BED4B596}" type="parTrans" cxnId="{D7F20137-C145-4EA3-9A51-9D35A335E5CA}">
      <dgm:prSet/>
      <dgm:spPr/>
      <dgm:t>
        <a:bodyPr/>
        <a:lstStyle/>
        <a:p>
          <a:endParaRPr lang="en-PK"/>
        </a:p>
      </dgm:t>
    </dgm:pt>
    <dgm:pt modelId="{BB38DEF4-18EE-45CD-8BCA-64377576E85A}" type="sibTrans" cxnId="{D7F20137-C145-4EA3-9A51-9D35A335E5CA}">
      <dgm:prSet/>
      <dgm:spPr/>
      <dgm:t>
        <a:bodyPr/>
        <a:lstStyle/>
        <a:p>
          <a:endParaRPr lang="en-PK"/>
        </a:p>
      </dgm:t>
    </dgm:pt>
    <dgm:pt modelId="{2C015EAC-AA1F-4CB8-95BA-29E3A69FCD8A}">
      <dgm:prSet custT="1"/>
      <dgm:spPr/>
      <dgm:t>
        <a:bodyPr/>
        <a:lstStyle/>
        <a:p>
          <a:pPr algn="l"/>
          <a:r>
            <a:rPr lang="en-US" sz="2000" b="1" dirty="0">
              <a:latin typeface="+mn-lt"/>
              <a:cs typeface="Arial" panose="020B0604020202020204" pitchFamily="34" charset="0"/>
            </a:rPr>
            <a:t>Gentle reincarnation: </a:t>
          </a:r>
          <a:r>
            <a:rPr lang="en-US" sz="2000" dirty="0">
              <a:latin typeface="+mn-lt"/>
              <a:cs typeface="Arial" panose="020B0604020202020204" pitchFamily="34" charset="0"/>
            </a:rPr>
            <a:t>When a new epoch is identified, an attempt is made to locate a requests owner, otherwise the orphan is killed.</a:t>
          </a:r>
          <a:endParaRPr lang="en-PK" sz="2000" dirty="0">
            <a:latin typeface="+mn-lt"/>
            <a:cs typeface="Arial" panose="020B0604020202020204" pitchFamily="34" charset="0"/>
          </a:endParaRPr>
        </a:p>
      </dgm:t>
    </dgm:pt>
    <dgm:pt modelId="{C0B9259E-66F4-4A84-A384-9BFD5705C15D}" type="parTrans" cxnId="{D24958FE-B3D6-44D0-98F0-733A817C2123}">
      <dgm:prSet/>
      <dgm:spPr/>
      <dgm:t>
        <a:bodyPr/>
        <a:lstStyle/>
        <a:p>
          <a:endParaRPr lang="en-PK"/>
        </a:p>
      </dgm:t>
    </dgm:pt>
    <dgm:pt modelId="{66CB71C9-D46D-4C6C-8950-8D2A0728F6EE}" type="sibTrans" cxnId="{D24958FE-B3D6-44D0-98F0-733A817C2123}">
      <dgm:prSet/>
      <dgm:spPr/>
      <dgm:t>
        <a:bodyPr/>
        <a:lstStyle/>
        <a:p>
          <a:endParaRPr lang="en-PK"/>
        </a:p>
      </dgm:t>
    </dgm:pt>
    <dgm:pt modelId="{C040987C-8861-4129-A13B-3930F4E90AE2}">
      <dgm:prSet custT="1"/>
      <dgm:spPr/>
      <dgm:t>
        <a:bodyPr/>
        <a:lstStyle/>
        <a:p>
          <a:pPr algn="l"/>
          <a:r>
            <a:rPr lang="en-US" sz="2000" b="1" dirty="0">
              <a:latin typeface="+mn-lt"/>
              <a:cs typeface="Arial" panose="020B0604020202020204" pitchFamily="34" charset="0"/>
            </a:rPr>
            <a:t>Expiration: </a:t>
          </a:r>
          <a:r>
            <a:rPr lang="en-US" sz="2000" dirty="0">
              <a:latin typeface="+mn-lt"/>
              <a:cs typeface="Arial" panose="020B0604020202020204" pitchFamily="34" charset="0"/>
            </a:rPr>
            <a:t>If the RPC cannot be completed within a standard amount of time, it is assumed to have expired.</a:t>
          </a:r>
          <a:endParaRPr lang="en-PK" sz="2000" dirty="0">
            <a:latin typeface="+mn-lt"/>
            <a:cs typeface="Arial" panose="020B0604020202020204" pitchFamily="34" charset="0"/>
          </a:endParaRPr>
        </a:p>
      </dgm:t>
    </dgm:pt>
    <dgm:pt modelId="{C6C5AD4C-8DFA-4E4D-9F1A-01BBE4B25508}" type="parTrans" cxnId="{2FDD6FA7-D20F-4CCE-9B7F-AEB551A8BFF4}">
      <dgm:prSet/>
      <dgm:spPr/>
      <dgm:t>
        <a:bodyPr/>
        <a:lstStyle/>
        <a:p>
          <a:endParaRPr lang="en-PK"/>
        </a:p>
      </dgm:t>
    </dgm:pt>
    <dgm:pt modelId="{97F6688D-D091-4A79-BC06-3E14A3737A94}" type="sibTrans" cxnId="{2FDD6FA7-D20F-4CCE-9B7F-AEB551A8BFF4}">
      <dgm:prSet/>
      <dgm:spPr/>
      <dgm:t>
        <a:bodyPr/>
        <a:lstStyle/>
        <a:p>
          <a:endParaRPr lang="en-PK"/>
        </a:p>
      </dgm:t>
    </dgm:pt>
    <dgm:pt modelId="{6A0D7735-74CD-412E-8CCB-32534A65F76B}" type="pres">
      <dgm:prSet presAssocID="{31862B96-907F-42FC-BB28-3F455811F5C9}" presName="Name0" presStyleCnt="0">
        <dgm:presLayoutVars>
          <dgm:dir/>
          <dgm:animLvl val="lvl"/>
          <dgm:resizeHandles val="exact"/>
        </dgm:presLayoutVars>
      </dgm:prSet>
      <dgm:spPr/>
    </dgm:pt>
    <dgm:pt modelId="{CD307F7E-E7BB-458D-A98C-486C2DDBCE38}" type="pres">
      <dgm:prSet presAssocID="{03B49B65-AFF9-4469-831A-4A7938D9E373}" presName="linNode" presStyleCnt="0"/>
      <dgm:spPr/>
    </dgm:pt>
    <dgm:pt modelId="{008964E9-7021-4EEB-B4DB-37FD4482F0CB}" type="pres">
      <dgm:prSet presAssocID="{03B49B65-AFF9-4469-831A-4A7938D9E373}" presName="parentText" presStyleLbl="node1" presStyleIdx="0" presStyleCnt="1" custScaleY="100098">
        <dgm:presLayoutVars>
          <dgm:chMax val="1"/>
          <dgm:bulletEnabled val="1"/>
        </dgm:presLayoutVars>
      </dgm:prSet>
      <dgm:spPr/>
    </dgm:pt>
    <dgm:pt modelId="{64DDF63E-CA78-44F2-9EBA-8210CEA6919A}" type="pres">
      <dgm:prSet presAssocID="{03B49B65-AFF9-4469-831A-4A7938D9E373}" presName="descendantText" presStyleLbl="alignAccFollowNode1" presStyleIdx="0" presStyleCnt="1" custScaleY="109385">
        <dgm:presLayoutVars>
          <dgm:bulletEnabled val="1"/>
        </dgm:presLayoutVars>
      </dgm:prSet>
      <dgm:spPr/>
    </dgm:pt>
  </dgm:ptLst>
  <dgm:cxnLst>
    <dgm:cxn modelId="{01E2C40D-A2FC-4151-8553-1242CF553C0A}" type="presOf" srcId="{2C015EAC-AA1F-4CB8-95BA-29E3A69FCD8A}" destId="{64DDF63E-CA78-44F2-9EBA-8210CEA6919A}" srcOrd="0" destOrd="2" presId="urn:microsoft.com/office/officeart/2005/8/layout/vList5"/>
    <dgm:cxn modelId="{B56BEA18-BAFA-48D6-95E8-B0B2BDA77892}" srcId="{03B49B65-AFF9-4469-831A-4A7938D9E373}" destId="{1516AA1E-FD92-48AB-9CD5-852E0ACA6E9C}" srcOrd="0" destOrd="0" parTransId="{A762C427-E9EB-48A7-B67D-3A67361B52DB}" sibTransId="{BB96C9AB-56DF-45FF-8C77-A015B6328C6C}"/>
    <dgm:cxn modelId="{B0C27D27-B607-489B-A810-7C6D71A70641}" type="presOf" srcId="{8889B211-11A3-4437-B0E9-45041996845E}" destId="{64DDF63E-CA78-44F2-9EBA-8210CEA6919A}" srcOrd="0" destOrd="1" presId="urn:microsoft.com/office/officeart/2005/8/layout/vList5"/>
    <dgm:cxn modelId="{D7F20137-C145-4EA3-9A51-9D35A335E5CA}" srcId="{03B49B65-AFF9-4469-831A-4A7938D9E373}" destId="{8889B211-11A3-4437-B0E9-45041996845E}" srcOrd="1" destOrd="0" parTransId="{1AB04A48-DC68-45CB-AA2B-E465BED4B596}" sibTransId="{BB38DEF4-18EE-45CD-8BCA-64377576E85A}"/>
    <dgm:cxn modelId="{AF32A337-0195-4272-B0F3-1B455CD75531}" type="presOf" srcId="{1516AA1E-FD92-48AB-9CD5-852E0ACA6E9C}" destId="{64DDF63E-CA78-44F2-9EBA-8210CEA6919A}" srcOrd="0" destOrd="0" presId="urn:microsoft.com/office/officeart/2005/8/layout/vList5"/>
    <dgm:cxn modelId="{2C50E168-E420-4B24-8CA3-655381F8B4F9}" srcId="{31862B96-907F-42FC-BB28-3F455811F5C9}" destId="{03B49B65-AFF9-4469-831A-4A7938D9E373}" srcOrd="0" destOrd="0" parTransId="{C97E79C5-472D-4A5C-B6A8-A4D00B21BB1A}" sibTransId="{D3D36D13-FDE6-4634-A4CE-FCA0787DBA4D}"/>
    <dgm:cxn modelId="{2FDD6FA7-D20F-4CCE-9B7F-AEB551A8BFF4}" srcId="{03B49B65-AFF9-4469-831A-4A7938D9E373}" destId="{C040987C-8861-4129-A13B-3930F4E90AE2}" srcOrd="3" destOrd="0" parTransId="{C6C5AD4C-8DFA-4E4D-9F1A-01BBE4B25508}" sibTransId="{97F6688D-D091-4A79-BC06-3E14A3737A94}"/>
    <dgm:cxn modelId="{7AFEEBD1-3FAF-4674-AB8D-5CECA0B445EA}" type="presOf" srcId="{03B49B65-AFF9-4469-831A-4A7938D9E373}" destId="{008964E9-7021-4EEB-B4DB-37FD4482F0CB}" srcOrd="0" destOrd="0" presId="urn:microsoft.com/office/officeart/2005/8/layout/vList5"/>
    <dgm:cxn modelId="{A879E9DA-F294-4476-9AC1-0DF602926D6A}" type="presOf" srcId="{C040987C-8861-4129-A13B-3930F4E90AE2}" destId="{64DDF63E-CA78-44F2-9EBA-8210CEA6919A}" srcOrd="0" destOrd="3" presId="urn:microsoft.com/office/officeart/2005/8/layout/vList5"/>
    <dgm:cxn modelId="{317ECAFC-0206-4C07-81A2-3C25CBBAFBE4}" type="presOf" srcId="{31862B96-907F-42FC-BB28-3F455811F5C9}" destId="{6A0D7735-74CD-412E-8CCB-32534A65F76B}" srcOrd="0" destOrd="0" presId="urn:microsoft.com/office/officeart/2005/8/layout/vList5"/>
    <dgm:cxn modelId="{D24958FE-B3D6-44D0-98F0-733A817C2123}" srcId="{03B49B65-AFF9-4469-831A-4A7938D9E373}" destId="{2C015EAC-AA1F-4CB8-95BA-29E3A69FCD8A}" srcOrd="2" destOrd="0" parTransId="{C0B9259E-66F4-4A84-A384-9BFD5705C15D}" sibTransId="{66CB71C9-D46D-4C6C-8950-8D2A0728F6EE}"/>
    <dgm:cxn modelId="{BA043182-D5A6-4C1F-B937-CC2A3732CA29}" type="presParOf" srcId="{6A0D7735-74CD-412E-8CCB-32534A65F76B}" destId="{CD307F7E-E7BB-458D-A98C-486C2DDBCE38}" srcOrd="0" destOrd="0" presId="urn:microsoft.com/office/officeart/2005/8/layout/vList5"/>
    <dgm:cxn modelId="{50117777-E3D7-4AA6-949A-80E0EFCC4BAC}" type="presParOf" srcId="{CD307F7E-E7BB-458D-A98C-486C2DDBCE38}" destId="{008964E9-7021-4EEB-B4DB-37FD4482F0CB}" srcOrd="0" destOrd="0" presId="urn:microsoft.com/office/officeart/2005/8/layout/vList5"/>
    <dgm:cxn modelId="{8444DD48-2494-400C-8E34-AC3613AFC630}" type="presParOf" srcId="{CD307F7E-E7BB-458D-A98C-486C2DDBCE38}" destId="{64DDF63E-CA78-44F2-9EBA-8210CEA6919A}"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Understanding of Reliable Group Communication.</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Reliable-Multicasting Schemes.</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70E2599-396F-41D2-8CAB-D56B5A01A2A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AD18ED28-5E6E-49D6-BCBE-464B04F5EAC1}">
      <dgm:prSet custT="1"/>
      <dgm:spPr/>
      <dgm:t>
        <a:bodyPr/>
        <a:lstStyle/>
        <a:p>
          <a:r>
            <a:rPr lang="en-US" sz="2800" dirty="0"/>
            <a:t>A simple solution to reliable multicasting when all receivers are known and are assumed not to fail.</a:t>
          </a:r>
          <a:endParaRPr lang="en-PK" sz="2800" dirty="0"/>
        </a:p>
      </dgm:t>
    </dgm:pt>
    <dgm:pt modelId="{E5BDB36C-7743-4F47-80AE-C8CD530B43A2}" type="parTrans" cxnId="{66A924FC-782C-4616-B07C-1D2F28F1A5EA}">
      <dgm:prSet/>
      <dgm:spPr/>
      <dgm:t>
        <a:bodyPr/>
        <a:lstStyle/>
        <a:p>
          <a:endParaRPr lang="en-PK"/>
        </a:p>
      </dgm:t>
    </dgm:pt>
    <dgm:pt modelId="{DBC18FA0-C9A5-4962-A876-54038571BED2}" type="sibTrans" cxnId="{66A924FC-782C-4616-B07C-1D2F28F1A5EA}">
      <dgm:prSet/>
      <dgm:spPr/>
      <dgm:t>
        <a:bodyPr/>
        <a:lstStyle/>
        <a:p>
          <a:endParaRPr lang="en-PK"/>
        </a:p>
      </dgm:t>
    </dgm:pt>
    <dgm:pt modelId="{F7EB7D13-737E-49AC-B687-DEEC9D7439C7}">
      <dgm:prSet/>
      <dgm:spPr/>
      <dgm:t>
        <a:bodyPr/>
        <a:lstStyle/>
        <a:p>
          <a:r>
            <a:rPr lang="en-US" dirty="0"/>
            <a:t>The sending process assigns a sequence number to each message it multicasts. </a:t>
          </a:r>
          <a:endParaRPr lang="en-PK" dirty="0"/>
        </a:p>
      </dgm:t>
    </dgm:pt>
    <dgm:pt modelId="{EEA64801-F7C4-4CD7-ABC2-CA2A6F92658C}" type="parTrans" cxnId="{6C847F8A-3D62-47FD-AA89-186AEC370148}">
      <dgm:prSet/>
      <dgm:spPr/>
      <dgm:t>
        <a:bodyPr/>
        <a:lstStyle/>
        <a:p>
          <a:endParaRPr lang="en-PK"/>
        </a:p>
      </dgm:t>
    </dgm:pt>
    <dgm:pt modelId="{0283055B-1719-4C87-857A-DA59B95F4B8D}" type="sibTrans" cxnId="{6C847F8A-3D62-47FD-AA89-186AEC370148}">
      <dgm:prSet/>
      <dgm:spPr/>
      <dgm:t>
        <a:bodyPr/>
        <a:lstStyle/>
        <a:p>
          <a:endParaRPr lang="en-PK"/>
        </a:p>
      </dgm:t>
    </dgm:pt>
    <dgm:pt modelId="{ED770277-27AC-405E-A645-15A7AEC5A508}">
      <dgm:prSet/>
      <dgm:spPr/>
      <dgm:t>
        <a:bodyPr/>
        <a:lstStyle/>
        <a:p>
          <a:r>
            <a:rPr lang="en-US" dirty="0"/>
            <a:t>Assume that messages are received in the order they are sent.</a:t>
          </a:r>
          <a:endParaRPr lang="en-PK" dirty="0"/>
        </a:p>
      </dgm:t>
    </dgm:pt>
    <dgm:pt modelId="{A4A61035-A6BC-4707-99C9-14ADA32517CE}" type="parTrans" cxnId="{53C28E47-EAE3-4A87-B301-1A5EB71B1375}">
      <dgm:prSet/>
      <dgm:spPr/>
      <dgm:t>
        <a:bodyPr/>
        <a:lstStyle/>
        <a:p>
          <a:endParaRPr lang="en-PK"/>
        </a:p>
      </dgm:t>
    </dgm:pt>
    <dgm:pt modelId="{534197F3-DF51-49CB-84E0-8E8D43F79AF3}" type="sibTrans" cxnId="{53C28E47-EAE3-4A87-B301-1A5EB71B1375}">
      <dgm:prSet/>
      <dgm:spPr/>
      <dgm:t>
        <a:bodyPr/>
        <a:lstStyle/>
        <a:p>
          <a:endParaRPr lang="en-PK"/>
        </a:p>
      </dgm:t>
    </dgm:pt>
    <dgm:pt modelId="{627DC320-E399-4FA0-B6C2-B533CF25AAE7}">
      <dgm:prSet/>
      <dgm:spPr/>
      <dgm:t>
        <a:bodyPr/>
        <a:lstStyle/>
        <a:p>
          <a:r>
            <a:rPr lang="en-US" dirty="0"/>
            <a:t>Each multicast message is stored locally in a history buffer at the sender. </a:t>
          </a:r>
          <a:endParaRPr lang="en-PK" dirty="0"/>
        </a:p>
      </dgm:t>
    </dgm:pt>
    <dgm:pt modelId="{6F2B1492-6729-4E8C-83EC-0D857A717D05}" type="parTrans" cxnId="{B17F053B-1FC7-44DB-AC0F-D481337EAA10}">
      <dgm:prSet/>
      <dgm:spPr/>
      <dgm:t>
        <a:bodyPr/>
        <a:lstStyle/>
        <a:p>
          <a:endParaRPr lang="en-PK"/>
        </a:p>
      </dgm:t>
    </dgm:pt>
    <dgm:pt modelId="{BE1C4333-5E47-414B-A8F5-683487D77208}" type="sibTrans" cxnId="{B17F053B-1FC7-44DB-AC0F-D481337EAA10}">
      <dgm:prSet/>
      <dgm:spPr/>
      <dgm:t>
        <a:bodyPr/>
        <a:lstStyle/>
        <a:p>
          <a:endParaRPr lang="en-PK"/>
        </a:p>
      </dgm:t>
    </dgm:pt>
    <dgm:pt modelId="{67C1F1A8-233C-4086-BDF6-C125E96B238B}">
      <dgm:prSet/>
      <dgm:spPr/>
      <dgm:t>
        <a:bodyPr/>
        <a:lstStyle/>
        <a:p>
          <a:r>
            <a:rPr lang="en-US" dirty="0"/>
            <a:t>Assuming the receivers are known to the sender, the sender simply keeps the message in its history buffer until each receiver has returned an acknowledgment.</a:t>
          </a:r>
          <a:endParaRPr lang="en-PK" dirty="0"/>
        </a:p>
      </dgm:t>
    </dgm:pt>
    <dgm:pt modelId="{70BA10CC-DD86-41CA-8D5D-04C5A2DF1127}" type="parTrans" cxnId="{08FB8579-D1B4-4C8A-9CF4-3A02F980B620}">
      <dgm:prSet/>
      <dgm:spPr/>
      <dgm:t>
        <a:bodyPr/>
        <a:lstStyle/>
        <a:p>
          <a:endParaRPr lang="en-PK"/>
        </a:p>
      </dgm:t>
    </dgm:pt>
    <dgm:pt modelId="{741F50A3-100C-4323-B1CF-3231F473F6E9}" type="sibTrans" cxnId="{08FB8579-D1B4-4C8A-9CF4-3A02F980B620}">
      <dgm:prSet/>
      <dgm:spPr/>
      <dgm:t>
        <a:bodyPr/>
        <a:lstStyle/>
        <a:p>
          <a:endParaRPr lang="en-PK"/>
        </a:p>
      </dgm:t>
    </dgm:pt>
    <dgm:pt modelId="{61D3D2B7-38F8-4F84-8B44-AD7ACCCB20D8}">
      <dgm:prSet/>
      <dgm:spPr/>
      <dgm:t>
        <a:bodyPr/>
        <a:lstStyle/>
        <a:p>
          <a:r>
            <a:rPr lang="en-US" dirty="0"/>
            <a:t>If a receiver detects it is missing a message, it may return a negative acknowledgment, requesting the sender for a retransmission.</a:t>
          </a:r>
          <a:endParaRPr lang="en-PK" dirty="0"/>
        </a:p>
      </dgm:t>
    </dgm:pt>
    <dgm:pt modelId="{43FE0654-E3E9-4671-86AE-340F4DCFE860}" type="parTrans" cxnId="{5B071CCC-3EBD-425C-85AC-94C00AC493A1}">
      <dgm:prSet/>
      <dgm:spPr/>
      <dgm:t>
        <a:bodyPr/>
        <a:lstStyle/>
        <a:p>
          <a:endParaRPr lang="en-PK"/>
        </a:p>
      </dgm:t>
    </dgm:pt>
    <dgm:pt modelId="{52E405A0-D5A8-4ECC-8DBA-2D5C17DDD5D6}" type="sibTrans" cxnId="{5B071CCC-3EBD-425C-85AC-94C00AC493A1}">
      <dgm:prSet/>
      <dgm:spPr/>
      <dgm:t>
        <a:bodyPr/>
        <a:lstStyle/>
        <a:p>
          <a:endParaRPr lang="en-PK"/>
        </a:p>
      </dgm:t>
    </dgm:pt>
    <dgm:pt modelId="{B546A26B-7236-4612-B098-362FBD2DDF83}" type="pres">
      <dgm:prSet presAssocID="{370E2599-396F-41D2-8CAB-D56B5A01A2AD}" presName="Name0" presStyleCnt="0">
        <dgm:presLayoutVars>
          <dgm:dir/>
          <dgm:animLvl val="lvl"/>
          <dgm:resizeHandles val="exact"/>
        </dgm:presLayoutVars>
      </dgm:prSet>
      <dgm:spPr/>
    </dgm:pt>
    <dgm:pt modelId="{C1CA534C-C592-4DE5-9367-4391713B6E03}" type="pres">
      <dgm:prSet presAssocID="{AD18ED28-5E6E-49D6-BCBE-464B04F5EAC1}" presName="linNode" presStyleCnt="0"/>
      <dgm:spPr/>
    </dgm:pt>
    <dgm:pt modelId="{607F17CF-7BB3-49C7-B25C-E1950EDD25C5}" type="pres">
      <dgm:prSet presAssocID="{AD18ED28-5E6E-49D6-BCBE-464B04F5EAC1}" presName="parentText" presStyleLbl="node1" presStyleIdx="0" presStyleCnt="1">
        <dgm:presLayoutVars>
          <dgm:chMax val="1"/>
          <dgm:bulletEnabled val="1"/>
        </dgm:presLayoutVars>
      </dgm:prSet>
      <dgm:spPr/>
    </dgm:pt>
    <dgm:pt modelId="{4EE8C651-6623-4BB6-9F86-C68EB5118626}" type="pres">
      <dgm:prSet presAssocID="{AD18ED28-5E6E-49D6-BCBE-464B04F5EAC1}" presName="descendantText" presStyleLbl="alignAccFollowNode1" presStyleIdx="0" presStyleCnt="1">
        <dgm:presLayoutVars>
          <dgm:bulletEnabled val="1"/>
        </dgm:presLayoutVars>
      </dgm:prSet>
      <dgm:spPr/>
    </dgm:pt>
  </dgm:ptLst>
  <dgm:cxnLst>
    <dgm:cxn modelId="{DFF55E1D-EDB2-4A61-932C-86C7B960C4FA}" type="presOf" srcId="{ED770277-27AC-405E-A645-15A7AEC5A508}" destId="{4EE8C651-6623-4BB6-9F86-C68EB5118626}" srcOrd="0" destOrd="1" presId="urn:microsoft.com/office/officeart/2005/8/layout/vList5"/>
    <dgm:cxn modelId="{D78E7138-6A37-4FC5-A2EC-343FD109F97D}" type="presOf" srcId="{F7EB7D13-737E-49AC-B687-DEEC9D7439C7}" destId="{4EE8C651-6623-4BB6-9F86-C68EB5118626}" srcOrd="0" destOrd="0" presId="urn:microsoft.com/office/officeart/2005/8/layout/vList5"/>
    <dgm:cxn modelId="{B17F053B-1FC7-44DB-AC0F-D481337EAA10}" srcId="{AD18ED28-5E6E-49D6-BCBE-464B04F5EAC1}" destId="{627DC320-E399-4FA0-B6C2-B533CF25AAE7}" srcOrd="2" destOrd="0" parTransId="{6F2B1492-6729-4E8C-83EC-0D857A717D05}" sibTransId="{BE1C4333-5E47-414B-A8F5-683487D77208}"/>
    <dgm:cxn modelId="{56D2B545-259D-47CD-B746-4BB1C647ADBE}" type="presOf" srcId="{61D3D2B7-38F8-4F84-8B44-AD7ACCCB20D8}" destId="{4EE8C651-6623-4BB6-9F86-C68EB5118626}" srcOrd="0" destOrd="4" presId="urn:microsoft.com/office/officeart/2005/8/layout/vList5"/>
    <dgm:cxn modelId="{53C28E47-EAE3-4A87-B301-1A5EB71B1375}" srcId="{AD18ED28-5E6E-49D6-BCBE-464B04F5EAC1}" destId="{ED770277-27AC-405E-A645-15A7AEC5A508}" srcOrd="1" destOrd="0" parTransId="{A4A61035-A6BC-4707-99C9-14ADA32517CE}" sibTransId="{534197F3-DF51-49CB-84E0-8E8D43F79AF3}"/>
    <dgm:cxn modelId="{5439644F-0384-4C58-88C2-C4E1B25DBE3C}" type="presOf" srcId="{AD18ED28-5E6E-49D6-BCBE-464B04F5EAC1}" destId="{607F17CF-7BB3-49C7-B25C-E1950EDD25C5}" srcOrd="0" destOrd="0" presId="urn:microsoft.com/office/officeart/2005/8/layout/vList5"/>
    <dgm:cxn modelId="{08FB8579-D1B4-4C8A-9CF4-3A02F980B620}" srcId="{AD18ED28-5E6E-49D6-BCBE-464B04F5EAC1}" destId="{67C1F1A8-233C-4086-BDF6-C125E96B238B}" srcOrd="3" destOrd="0" parTransId="{70BA10CC-DD86-41CA-8D5D-04C5A2DF1127}" sibTransId="{741F50A3-100C-4323-B1CF-3231F473F6E9}"/>
    <dgm:cxn modelId="{6C847F8A-3D62-47FD-AA89-186AEC370148}" srcId="{AD18ED28-5E6E-49D6-BCBE-464B04F5EAC1}" destId="{F7EB7D13-737E-49AC-B687-DEEC9D7439C7}" srcOrd="0" destOrd="0" parTransId="{EEA64801-F7C4-4CD7-ABC2-CA2A6F92658C}" sibTransId="{0283055B-1719-4C87-857A-DA59B95F4B8D}"/>
    <dgm:cxn modelId="{C0628392-70FF-418C-965D-D2A119EDFD68}" type="presOf" srcId="{370E2599-396F-41D2-8CAB-D56B5A01A2AD}" destId="{B546A26B-7236-4612-B098-362FBD2DDF83}" srcOrd="0" destOrd="0" presId="urn:microsoft.com/office/officeart/2005/8/layout/vList5"/>
    <dgm:cxn modelId="{E6EF5CAF-2C1F-458C-BABB-E3DF4380E198}" type="presOf" srcId="{67C1F1A8-233C-4086-BDF6-C125E96B238B}" destId="{4EE8C651-6623-4BB6-9F86-C68EB5118626}" srcOrd="0" destOrd="3" presId="urn:microsoft.com/office/officeart/2005/8/layout/vList5"/>
    <dgm:cxn modelId="{5B071CCC-3EBD-425C-85AC-94C00AC493A1}" srcId="{AD18ED28-5E6E-49D6-BCBE-464B04F5EAC1}" destId="{61D3D2B7-38F8-4F84-8B44-AD7ACCCB20D8}" srcOrd="4" destOrd="0" parTransId="{43FE0654-E3E9-4671-86AE-340F4DCFE860}" sibTransId="{52E405A0-D5A8-4ECC-8DBA-2D5C17DDD5D6}"/>
    <dgm:cxn modelId="{C1D28CE8-4453-4E00-A731-ECD6423A6864}" type="presOf" srcId="{627DC320-E399-4FA0-B6C2-B533CF25AAE7}" destId="{4EE8C651-6623-4BB6-9F86-C68EB5118626}" srcOrd="0" destOrd="2" presId="urn:microsoft.com/office/officeart/2005/8/layout/vList5"/>
    <dgm:cxn modelId="{66A924FC-782C-4616-B07C-1D2F28F1A5EA}" srcId="{370E2599-396F-41D2-8CAB-D56B5A01A2AD}" destId="{AD18ED28-5E6E-49D6-BCBE-464B04F5EAC1}" srcOrd="0" destOrd="0" parTransId="{E5BDB36C-7743-4F47-80AE-C8CD530B43A2}" sibTransId="{DBC18FA0-C9A5-4962-A876-54038571BED2}"/>
    <dgm:cxn modelId="{D7DB08F6-C613-4C38-A6F1-C9B7A9416BFC}" type="presParOf" srcId="{B546A26B-7236-4612-B098-362FBD2DDF83}" destId="{C1CA534C-C592-4DE5-9367-4391713B6E03}" srcOrd="0" destOrd="0" presId="urn:microsoft.com/office/officeart/2005/8/layout/vList5"/>
    <dgm:cxn modelId="{3860EC54-016A-4C10-B3CF-AF2E9DA3DF34}" type="presParOf" srcId="{C1CA534C-C592-4DE5-9367-4391713B6E03}" destId="{607F17CF-7BB3-49C7-B25C-E1950EDD25C5}" srcOrd="0" destOrd="0" presId="urn:microsoft.com/office/officeart/2005/8/layout/vList5"/>
    <dgm:cxn modelId="{EE67F44D-2146-4C20-B3D3-C171FE85E79F}" type="presParOf" srcId="{C1CA534C-C592-4DE5-9367-4391713B6E03}" destId="{4EE8C651-6623-4BB6-9F86-C68EB5118626}"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of Distributed Commit.</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Distributed Commit Protocol Phases.</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custScaleX="111368">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57D73D0F-DE50-4D5D-88B4-82DA358FE25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PK"/>
        </a:p>
      </dgm:t>
    </dgm:pt>
    <dgm:pt modelId="{A262920F-4B73-4358-AB8B-DEDF7229A65A}">
      <dgm:prSet custT="1"/>
      <dgm:spPr/>
      <dgm:t>
        <a:bodyPr/>
        <a:lstStyle/>
        <a:p>
          <a:r>
            <a:rPr lang="en-US" sz="2000" dirty="0">
              <a:latin typeface="+mn-lt"/>
              <a:cs typeface="Arial" panose="020B0604020202020204" pitchFamily="34" charset="0"/>
            </a:rPr>
            <a:t>In the case of reliable multicasting, the operation is the delivery of a message. </a:t>
          </a:r>
          <a:endParaRPr lang="en-PK" sz="2000" dirty="0">
            <a:latin typeface="+mn-lt"/>
            <a:cs typeface="Arial" panose="020B0604020202020204" pitchFamily="34" charset="0"/>
          </a:endParaRPr>
        </a:p>
      </dgm:t>
    </dgm:pt>
    <dgm:pt modelId="{23D26C19-EE4A-4B9C-9681-64216E9A118F}" type="parTrans" cxnId="{51DDEB49-6A9D-4CB1-9487-49C47D477804}">
      <dgm:prSet/>
      <dgm:spPr/>
      <dgm:t>
        <a:bodyPr/>
        <a:lstStyle/>
        <a:p>
          <a:endParaRPr lang="en-PK"/>
        </a:p>
      </dgm:t>
    </dgm:pt>
    <dgm:pt modelId="{A7A4B74E-1914-4332-AF9A-FB25524F55AF}" type="sibTrans" cxnId="{51DDEB49-6A9D-4CB1-9487-49C47D477804}">
      <dgm:prSet/>
      <dgm:spPr/>
      <dgm:t>
        <a:bodyPr/>
        <a:lstStyle/>
        <a:p>
          <a:endParaRPr lang="en-PK"/>
        </a:p>
      </dgm:t>
    </dgm:pt>
    <dgm:pt modelId="{A51E557E-1873-4C73-BC30-20C998E2D2FE}">
      <dgm:prSet custT="1"/>
      <dgm:spPr/>
      <dgm:t>
        <a:bodyPr/>
        <a:lstStyle/>
        <a:p>
          <a:r>
            <a:rPr lang="en-US" sz="2000" dirty="0">
              <a:latin typeface="+mn-lt"/>
              <a:cs typeface="Arial" panose="020B0604020202020204" pitchFamily="34" charset="0"/>
            </a:rPr>
            <a:t>With distributed transactions, the operation may be the commit of a transaction at a single site that takes part in the transaction.</a:t>
          </a:r>
          <a:endParaRPr lang="en-PK" sz="2000" dirty="0">
            <a:latin typeface="+mn-lt"/>
            <a:cs typeface="Arial" panose="020B0604020202020204" pitchFamily="34" charset="0"/>
          </a:endParaRPr>
        </a:p>
      </dgm:t>
    </dgm:pt>
    <dgm:pt modelId="{D74D6548-9122-49FC-9D0A-084E19066DF8}" type="parTrans" cxnId="{880EE0A9-05A3-415E-BE21-8E858530BCC3}">
      <dgm:prSet/>
      <dgm:spPr/>
      <dgm:t>
        <a:bodyPr/>
        <a:lstStyle/>
        <a:p>
          <a:endParaRPr lang="en-PK"/>
        </a:p>
      </dgm:t>
    </dgm:pt>
    <dgm:pt modelId="{0535BB3B-06AB-40CD-9C9E-8A81A6D5D4C7}" type="sibTrans" cxnId="{880EE0A9-05A3-415E-BE21-8E858530BCC3}">
      <dgm:prSet/>
      <dgm:spPr/>
      <dgm:t>
        <a:bodyPr/>
        <a:lstStyle/>
        <a:p>
          <a:endParaRPr lang="en-PK"/>
        </a:p>
      </dgm:t>
    </dgm:pt>
    <dgm:pt modelId="{1F9785A4-8660-4608-8ED8-2E0493C99742}">
      <dgm:prSet custT="1"/>
      <dgm:spPr/>
      <dgm:t>
        <a:bodyPr/>
        <a:lstStyle/>
        <a:p>
          <a:r>
            <a:rPr lang="en-US" sz="2000" dirty="0">
              <a:latin typeface="+mn-lt"/>
              <a:cs typeface="Arial" panose="020B0604020202020204" pitchFamily="34" charset="0"/>
            </a:rPr>
            <a:t>Other examples of distributed commit, and how it can be solved are discussed in </a:t>
          </a:r>
          <a:r>
            <a:rPr lang="en-US" sz="2000" dirty="0" err="1">
              <a:latin typeface="+mn-lt"/>
              <a:cs typeface="Arial" panose="020B0604020202020204" pitchFamily="34" charset="0"/>
            </a:rPr>
            <a:t>Tanisch</a:t>
          </a:r>
          <a:r>
            <a:rPr lang="en-US" sz="2000" dirty="0">
              <a:latin typeface="+mn-lt"/>
              <a:cs typeface="Arial" panose="020B0604020202020204" pitchFamily="34" charset="0"/>
            </a:rPr>
            <a:t> (2000).</a:t>
          </a:r>
          <a:endParaRPr lang="en-PK" sz="2000" dirty="0">
            <a:latin typeface="+mn-lt"/>
            <a:cs typeface="Arial" panose="020B0604020202020204" pitchFamily="34" charset="0"/>
          </a:endParaRPr>
        </a:p>
      </dgm:t>
    </dgm:pt>
    <dgm:pt modelId="{6B79CD72-22F2-483E-AB60-189E28D9C0B2}" type="parTrans" cxnId="{868F6A68-5250-4129-8003-C02E74EEA31B}">
      <dgm:prSet/>
      <dgm:spPr/>
      <dgm:t>
        <a:bodyPr/>
        <a:lstStyle/>
        <a:p>
          <a:endParaRPr lang="en-PK"/>
        </a:p>
      </dgm:t>
    </dgm:pt>
    <dgm:pt modelId="{B530CFD1-AAF4-4EA5-9E28-6B5B417E62D2}" type="sibTrans" cxnId="{868F6A68-5250-4129-8003-C02E74EEA31B}">
      <dgm:prSet/>
      <dgm:spPr/>
      <dgm:t>
        <a:bodyPr/>
        <a:lstStyle/>
        <a:p>
          <a:endParaRPr lang="en-PK"/>
        </a:p>
      </dgm:t>
    </dgm:pt>
    <dgm:pt modelId="{ACE14A74-0516-48CE-BEBB-A73F8CC93FA3}" type="pres">
      <dgm:prSet presAssocID="{57D73D0F-DE50-4D5D-88B4-82DA358FE254}" presName="CompostProcess" presStyleCnt="0">
        <dgm:presLayoutVars>
          <dgm:dir/>
          <dgm:resizeHandles val="exact"/>
        </dgm:presLayoutVars>
      </dgm:prSet>
      <dgm:spPr/>
    </dgm:pt>
    <dgm:pt modelId="{E007DB54-D29B-4F5D-A6CF-45737547B7EC}" type="pres">
      <dgm:prSet presAssocID="{57D73D0F-DE50-4D5D-88B4-82DA358FE254}" presName="arrow" presStyleLbl="bgShp" presStyleIdx="0" presStyleCnt="1"/>
      <dgm:spPr/>
    </dgm:pt>
    <dgm:pt modelId="{890A551E-5983-4591-876E-A79AEAA3F28F}" type="pres">
      <dgm:prSet presAssocID="{57D73D0F-DE50-4D5D-88B4-82DA358FE254}" presName="linearProcess" presStyleCnt="0"/>
      <dgm:spPr/>
    </dgm:pt>
    <dgm:pt modelId="{6A2ED050-AD51-4FA1-A905-5F0BC6E9C48D}" type="pres">
      <dgm:prSet presAssocID="{A262920F-4B73-4358-AB8B-DEDF7229A65A}" presName="textNode" presStyleLbl="node1" presStyleIdx="0" presStyleCnt="3" custScaleY="117551">
        <dgm:presLayoutVars>
          <dgm:bulletEnabled val="1"/>
        </dgm:presLayoutVars>
      </dgm:prSet>
      <dgm:spPr/>
    </dgm:pt>
    <dgm:pt modelId="{369D573F-AAD5-40F9-973D-94FA4CE4D1E4}" type="pres">
      <dgm:prSet presAssocID="{A7A4B74E-1914-4332-AF9A-FB25524F55AF}" presName="sibTrans" presStyleCnt="0"/>
      <dgm:spPr/>
    </dgm:pt>
    <dgm:pt modelId="{7B2A27CA-2E1D-40A3-AE8C-EF7615A8D163}" type="pres">
      <dgm:prSet presAssocID="{A51E557E-1873-4C73-BC30-20C998E2D2FE}" presName="textNode" presStyleLbl="node1" presStyleIdx="1" presStyleCnt="3" custScaleY="117551">
        <dgm:presLayoutVars>
          <dgm:bulletEnabled val="1"/>
        </dgm:presLayoutVars>
      </dgm:prSet>
      <dgm:spPr/>
    </dgm:pt>
    <dgm:pt modelId="{DA0C2AF3-93D5-4324-B359-02476F7D91BE}" type="pres">
      <dgm:prSet presAssocID="{0535BB3B-06AB-40CD-9C9E-8A81A6D5D4C7}" presName="sibTrans" presStyleCnt="0"/>
      <dgm:spPr/>
    </dgm:pt>
    <dgm:pt modelId="{2F8D16DC-974E-4970-A330-B99F8470430A}" type="pres">
      <dgm:prSet presAssocID="{1F9785A4-8660-4608-8ED8-2E0493C99742}" presName="textNode" presStyleLbl="node1" presStyleIdx="2" presStyleCnt="3" custScaleY="117551">
        <dgm:presLayoutVars>
          <dgm:bulletEnabled val="1"/>
        </dgm:presLayoutVars>
      </dgm:prSet>
      <dgm:spPr/>
    </dgm:pt>
  </dgm:ptLst>
  <dgm:cxnLst>
    <dgm:cxn modelId="{7BE70C36-397D-4260-BAFD-880D285A8FCC}" type="presOf" srcId="{57D73D0F-DE50-4D5D-88B4-82DA358FE254}" destId="{ACE14A74-0516-48CE-BEBB-A73F8CC93FA3}" srcOrd="0" destOrd="0" presId="urn:microsoft.com/office/officeart/2005/8/layout/hProcess9"/>
    <dgm:cxn modelId="{3988805D-0BA0-4B0B-94E1-8A4FBFD78FAE}" type="presOf" srcId="{A51E557E-1873-4C73-BC30-20C998E2D2FE}" destId="{7B2A27CA-2E1D-40A3-AE8C-EF7615A8D163}" srcOrd="0" destOrd="0" presId="urn:microsoft.com/office/officeart/2005/8/layout/hProcess9"/>
    <dgm:cxn modelId="{868F6A68-5250-4129-8003-C02E74EEA31B}" srcId="{57D73D0F-DE50-4D5D-88B4-82DA358FE254}" destId="{1F9785A4-8660-4608-8ED8-2E0493C99742}" srcOrd="2" destOrd="0" parTransId="{6B79CD72-22F2-483E-AB60-189E28D9C0B2}" sibTransId="{B530CFD1-AAF4-4EA5-9E28-6B5B417E62D2}"/>
    <dgm:cxn modelId="{51DDEB49-6A9D-4CB1-9487-49C47D477804}" srcId="{57D73D0F-DE50-4D5D-88B4-82DA358FE254}" destId="{A262920F-4B73-4358-AB8B-DEDF7229A65A}" srcOrd="0" destOrd="0" parTransId="{23D26C19-EE4A-4B9C-9681-64216E9A118F}" sibTransId="{A7A4B74E-1914-4332-AF9A-FB25524F55AF}"/>
    <dgm:cxn modelId="{880EE0A9-05A3-415E-BE21-8E858530BCC3}" srcId="{57D73D0F-DE50-4D5D-88B4-82DA358FE254}" destId="{A51E557E-1873-4C73-BC30-20C998E2D2FE}" srcOrd="1" destOrd="0" parTransId="{D74D6548-9122-49FC-9D0A-084E19066DF8}" sibTransId="{0535BB3B-06AB-40CD-9C9E-8A81A6D5D4C7}"/>
    <dgm:cxn modelId="{EC5047B8-F45C-404B-8644-ED0557D69726}" type="presOf" srcId="{A262920F-4B73-4358-AB8B-DEDF7229A65A}" destId="{6A2ED050-AD51-4FA1-A905-5F0BC6E9C48D}" srcOrd="0" destOrd="0" presId="urn:microsoft.com/office/officeart/2005/8/layout/hProcess9"/>
    <dgm:cxn modelId="{35FAD8EF-E22A-45E6-B15A-FE70075F9185}" type="presOf" srcId="{1F9785A4-8660-4608-8ED8-2E0493C99742}" destId="{2F8D16DC-974E-4970-A330-B99F8470430A}" srcOrd="0" destOrd="0" presId="urn:microsoft.com/office/officeart/2005/8/layout/hProcess9"/>
    <dgm:cxn modelId="{F41F6426-0F14-4892-885D-3AB57A7F78CF}" type="presParOf" srcId="{ACE14A74-0516-48CE-BEBB-A73F8CC93FA3}" destId="{E007DB54-D29B-4F5D-A6CF-45737547B7EC}" srcOrd="0" destOrd="0" presId="urn:microsoft.com/office/officeart/2005/8/layout/hProcess9"/>
    <dgm:cxn modelId="{18B1CD76-4336-4CA2-ACB4-327A2C9F30C4}" type="presParOf" srcId="{ACE14A74-0516-48CE-BEBB-A73F8CC93FA3}" destId="{890A551E-5983-4591-876E-A79AEAA3F28F}" srcOrd="1" destOrd="0" presId="urn:microsoft.com/office/officeart/2005/8/layout/hProcess9"/>
    <dgm:cxn modelId="{6F89063D-E6ED-48D5-A3FD-451B4E5286C5}" type="presParOf" srcId="{890A551E-5983-4591-876E-A79AEAA3F28F}" destId="{6A2ED050-AD51-4FA1-A905-5F0BC6E9C48D}" srcOrd="0" destOrd="0" presId="urn:microsoft.com/office/officeart/2005/8/layout/hProcess9"/>
    <dgm:cxn modelId="{EDF84053-D47F-4E9B-A5A2-A63FDF24E041}" type="presParOf" srcId="{890A551E-5983-4591-876E-A79AEAA3F28F}" destId="{369D573F-AAD5-40F9-973D-94FA4CE4D1E4}" srcOrd="1" destOrd="0" presId="urn:microsoft.com/office/officeart/2005/8/layout/hProcess9"/>
    <dgm:cxn modelId="{9CE2A493-B9C9-4C33-8D53-1723CDAD8564}" type="presParOf" srcId="{890A551E-5983-4591-876E-A79AEAA3F28F}" destId="{7B2A27CA-2E1D-40A3-AE8C-EF7615A8D163}" srcOrd="2" destOrd="0" presId="urn:microsoft.com/office/officeart/2005/8/layout/hProcess9"/>
    <dgm:cxn modelId="{4CD593E9-771A-4781-B658-0A8E5AD56E8D}" type="presParOf" srcId="{890A551E-5983-4591-876E-A79AEAA3F28F}" destId="{DA0C2AF3-93D5-4324-B359-02476F7D91BE}" srcOrd="3" destOrd="0" presId="urn:microsoft.com/office/officeart/2005/8/layout/hProcess9"/>
    <dgm:cxn modelId="{895EFEC5-B491-47A5-9270-44964E11B771}" type="presParOf" srcId="{890A551E-5983-4591-876E-A79AEAA3F28F}" destId="{2F8D16DC-974E-4970-A330-B99F8470430A}" srcOrd="4"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D5984C3-F8C3-456A-AD0D-5D30EE5D0AF8}"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PK"/>
        </a:p>
      </dgm:t>
    </dgm:pt>
    <dgm:pt modelId="{3A6CE01A-4663-4A0E-973F-34C363D8C30A}">
      <dgm:prSet/>
      <dgm:spPr/>
      <dgm:t>
        <a:bodyPr/>
        <a:lstStyle/>
        <a:p>
          <a:r>
            <a:rPr lang="en-US" dirty="0"/>
            <a:t>Commit protocol is distributed into three types: </a:t>
          </a:r>
          <a:endParaRPr lang="en-PK" dirty="0"/>
        </a:p>
      </dgm:t>
    </dgm:pt>
    <dgm:pt modelId="{F25D22AD-3280-4244-9D50-918C5BA8E75E}" type="parTrans" cxnId="{375459CE-EAE5-455D-A570-00A2069ECBD0}">
      <dgm:prSet/>
      <dgm:spPr/>
      <dgm:t>
        <a:bodyPr/>
        <a:lstStyle/>
        <a:p>
          <a:endParaRPr lang="en-PK"/>
        </a:p>
      </dgm:t>
    </dgm:pt>
    <dgm:pt modelId="{3356B33A-1232-467B-AA77-543444204D78}" type="sibTrans" cxnId="{375459CE-EAE5-455D-A570-00A2069ECBD0}">
      <dgm:prSet/>
      <dgm:spPr/>
      <dgm:t>
        <a:bodyPr/>
        <a:lstStyle/>
        <a:p>
          <a:endParaRPr lang="en-PK"/>
        </a:p>
      </dgm:t>
    </dgm:pt>
    <dgm:pt modelId="{AC32581A-61AB-4D87-B17D-A8FB06CCE4A9}">
      <dgm:prSet/>
      <dgm:spPr/>
      <dgm:t>
        <a:bodyPr/>
        <a:lstStyle/>
        <a:p>
          <a:r>
            <a:rPr lang="en-US" dirty="0"/>
            <a:t>Single-phase commit</a:t>
          </a:r>
          <a:endParaRPr lang="en-PK" dirty="0"/>
        </a:p>
      </dgm:t>
    </dgm:pt>
    <dgm:pt modelId="{F98237E2-0D65-4B64-A9DE-DB5919BC00D2}" type="parTrans" cxnId="{9D97A1F6-826B-46C2-92E6-742D549830EE}">
      <dgm:prSet/>
      <dgm:spPr/>
      <dgm:t>
        <a:bodyPr/>
        <a:lstStyle/>
        <a:p>
          <a:endParaRPr lang="en-PK"/>
        </a:p>
      </dgm:t>
    </dgm:pt>
    <dgm:pt modelId="{E47977D2-28FF-42CD-81D4-439DB2F1445A}" type="sibTrans" cxnId="{9D97A1F6-826B-46C2-92E6-742D549830EE}">
      <dgm:prSet/>
      <dgm:spPr/>
      <dgm:t>
        <a:bodyPr/>
        <a:lstStyle/>
        <a:p>
          <a:endParaRPr lang="en-PK"/>
        </a:p>
      </dgm:t>
    </dgm:pt>
    <dgm:pt modelId="{C97BF00E-B578-4457-BA72-807590355D2E}">
      <dgm:prSet/>
      <dgm:spPr/>
      <dgm:t>
        <a:bodyPr/>
        <a:lstStyle/>
        <a:p>
          <a:r>
            <a:rPr lang="en-US" dirty="0"/>
            <a:t>Two-phase commit</a:t>
          </a:r>
          <a:endParaRPr lang="en-PK" dirty="0"/>
        </a:p>
      </dgm:t>
    </dgm:pt>
    <dgm:pt modelId="{B9134E7E-ADE0-4FA5-98DB-EF7B7032C1F3}" type="parTrans" cxnId="{DDF56C84-BF86-42EC-86A7-0AAB6FF4A41F}">
      <dgm:prSet/>
      <dgm:spPr/>
      <dgm:t>
        <a:bodyPr/>
        <a:lstStyle/>
        <a:p>
          <a:endParaRPr lang="en-PK"/>
        </a:p>
      </dgm:t>
    </dgm:pt>
    <dgm:pt modelId="{68CF23EE-F2CC-494F-BB72-1127CF9C084D}" type="sibTrans" cxnId="{DDF56C84-BF86-42EC-86A7-0AAB6FF4A41F}">
      <dgm:prSet/>
      <dgm:spPr/>
      <dgm:t>
        <a:bodyPr/>
        <a:lstStyle/>
        <a:p>
          <a:endParaRPr lang="en-PK"/>
        </a:p>
      </dgm:t>
    </dgm:pt>
    <dgm:pt modelId="{5A3E8A26-9C7F-4A2F-9B37-89235778C00B}">
      <dgm:prSet/>
      <dgm:spPr/>
      <dgm:t>
        <a:bodyPr/>
        <a:lstStyle/>
        <a:p>
          <a:r>
            <a:rPr lang="en-US" dirty="0"/>
            <a:t>Three-phase commit.</a:t>
          </a:r>
          <a:endParaRPr lang="en-PK" dirty="0"/>
        </a:p>
      </dgm:t>
    </dgm:pt>
    <dgm:pt modelId="{0C578935-A966-4145-8249-613FE54A0C4C}" type="parTrans" cxnId="{E77B4378-00F5-4B94-9725-7C508E7DEBC3}">
      <dgm:prSet/>
      <dgm:spPr/>
      <dgm:t>
        <a:bodyPr/>
        <a:lstStyle/>
        <a:p>
          <a:endParaRPr lang="en-PK"/>
        </a:p>
      </dgm:t>
    </dgm:pt>
    <dgm:pt modelId="{59CCBFD3-23E8-4D17-8900-59E126E8E218}" type="sibTrans" cxnId="{E77B4378-00F5-4B94-9725-7C508E7DEBC3}">
      <dgm:prSet/>
      <dgm:spPr/>
      <dgm:t>
        <a:bodyPr/>
        <a:lstStyle/>
        <a:p>
          <a:endParaRPr lang="en-PK"/>
        </a:p>
      </dgm:t>
    </dgm:pt>
    <dgm:pt modelId="{FAFA95CE-74E4-4AE6-8015-ED6AB17DF98F}" type="pres">
      <dgm:prSet presAssocID="{1D5984C3-F8C3-456A-AD0D-5D30EE5D0AF8}" presName="hierChild1" presStyleCnt="0">
        <dgm:presLayoutVars>
          <dgm:orgChart val="1"/>
          <dgm:chPref val="1"/>
          <dgm:dir/>
          <dgm:animOne val="branch"/>
          <dgm:animLvl val="lvl"/>
          <dgm:resizeHandles/>
        </dgm:presLayoutVars>
      </dgm:prSet>
      <dgm:spPr/>
    </dgm:pt>
    <dgm:pt modelId="{FCFB8D5D-DB66-432C-92CB-6AC01CE56E64}" type="pres">
      <dgm:prSet presAssocID="{3A6CE01A-4663-4A0E-973F-34C363D8C30A}" presName="hierRoot1" presStyleCnt="0">
        <dgm:presLayoutVars>
          <dgm:hierBranch val="init"/>
        </dgm:presLayoutVars>
      </dgm:prSet>
      <dgm:spPr/>
    </dgm:pt>
    <dgm:pt modelId="{68D469EB-BC6C-46D7-AE63-F29340A2BA11}" type="pres">
      <dgm:prSet presAssocID="{3A6CE01A-4663-4A0E-973F-34C363D8C30A}" presName="rootComposite1" presStyleCnt="0"/>
      <dgm:spPr/>
    </dgm:pt>
    <dgm:pt modelId="{820AA0EB-9C73-44C1-96AC-7B2E600501D8}" type="pres">
      <dgm:prSet presAssocID="{3A6CE01A-4663-4A0E-973F-34C363D8C30A}" presName="rootText1" presStyleLbl="node0" presStyleIdx="0" presStyleCnt="1">
        <dgm:presLayoutVars>
          <dgm:chPref val="3"/>
        </dgm:presLayoutVars>
      </dgm:prSet>
      <dgm:spPr>
        <a:prstGeom prst="flowChartAlternateProcess">
          <a:avLst/>
        </a:prstGeom>
      </dgm:spPr>
    </dgm:pt>
    <dgm:pt modelId="{F2166252-4B64-4FEB-9BC2-C63247D8A871}" type="pres">
      <dgm:prSet presAssocID="{3A6CE01A-4663-4A0E-973F-34C363D8C30A}" presName="rootConnector1" presStyleLbl="node1" presStyleIdx="0" presStyleCnt="0"/>
      <dgm:spPr/>
    </dgm:pt>
    <dgm:pt modelId="{F0989378-11D5-49E3-AD47-970610A94B40}" type="pres">
      <dgm:prSet presAssocID="{3A6CE01A-4663-4A0E-973F-34C363D8C30A}" presName="hierChild2" presStyleCnt="0"/>
      <dgm:spPr/>
    </dgm:pt>
    <dgm:pt modelId="{45F37E6C-A5B4-4009-8345-F5590BE79169}" type="pres">
      <dgm:prSet presAssocID="{F98237E2-0D65-4B64-A9DE-DB5919BC00D2}" presName="Name37" presStyleLbl="parChTrans1D2" presStyleIdx="0" presStyleCnt="3"/>
      <dgm:spPr/>
    </dgm:pt>
    <dgm:pt modelId="{F740460C-FBAD-425E-84CB-92F3AF89779D}" type="pres">
      <dgm:prSet presAssocID="{AC32581A-61AB-4D87-B17D-A8FB06CCE4A9}" presName="hierRoot2" presStyleCnt="0">
        <dgm:presLayoutVars>
          <dgm:hierBranch val="init"/>
        </dgm:presLayoutVars>
      </dgm:prSet>
      <dgm:spPr/>
    </dgm:pt>
    <dgm:pt modelId="{4FEA1E2D-5857-482B-B684-D5F4BCD8D05D}" type="pres">
      <dgm:prSet presAssocID="{AC32581A-61AB-4D87-B17D-A8FB06CCE4A9}" presName="rootComposite" presStyleCnt="0"/>
      <dgm:spPr/>
    </dgm:pt>
    <dgm:pt modelId="{F75F6EE3-F96B-44DA-BE97-448F662F2AB7}" type="pres">
      <dgm:prSet presAssocID="{AC32581A-61AB-4D87-B17D-A8FB06CCE4A9}" presName="rootText" presStyleLbl="node2" presStyleIdx="0" presStyleCnt="3">
        <dgm:presLayoutVars>
          <dgm:chPref val="3"/>
        </dgm:presLayoutVars>
      </dgm:prSet>
      <dgm:spPr>
        <a:prstGeom prst="flowChartAlternateProcess">
          <a:avLst/>
        </a:prstGeom>
      </dgm:spPr>
    </dgm:pt>
    <dgm:pt modelId="{42428FFD-6663-4456-B0A3-69C3AA548218}" type="pres">
      <dgm:prSet presAssocID="{AC32581A-61AB-4D87-B17D-A8FB06CCE4A9}" presName="rootConnector" presStyleLbl="node2" presStyleIdx="0" presStyleCnt="3"/>
      <dgm:spPr/>
    </dgm:pt>
    <dgm:pt modelId="{693E6E69-1D52-4B35-861E-F2BE7230D292}" type="pres">
      <dgm:prSet presAssocID="{AC32581A-61AB-4D87-B17D-A8FB06CCE4A9}" presName="hierChild4" presStyleCnt="0"/>
      <dgm:spPr/>
    </dgm:pt>
    <dgm:pt modelId="{8F97AF59-7659-4175-9A64-4E51515BD0E9}" type="pres">
      <dgm:prSet presAssocID="{AC32581A-61AB-4D87-B17D-A8FB06CCE4A9}" presName="hierChild5" presStyleCnt="0"/>
      <dgm:spPr/>
    </dgm:pt>
    <dgm:pt modelId="{B9D7B436-CF65-4041-BF72-AFAE27031F51}" type="pres">
      <dgm:prSet presAssocID="{B9134E7E-ADE0-4FA5-98DB-EF7B7032C1F3}" presName="Name37" presStyleLbl="parChTrans1D2" presStyleIdx="1" presStyleCnt="3"/>
      <dgm:spPr/>
    </dgm:pt>
    <dgm:pt modelId="{7BEFF332-E107-47B5-9DD9-2C14C1A31A5E}" type="pres">
      <dgm:prSet presAssocID="{C97BF00E-B578-4457-BA72-807590355D2E}" presName="hierRoot2" presStyleCnt="0">
        <dgm:presLayoutVars>
          <dgm:hierBranch val="init"/>
        </dgm:presLayoutVars>
      </dgm:prSet>
      <dgm:spPr/>
    </dgm:pt>
    <dgm:pt modelId="{74F0C1A9-17DD-4EFE-9F4E-72090BBB47A4}" type="pres">
      <dgm:prSet presAssocID="{C97BF00E-B578-4457-BA72-807590355D2E}" presName="rootComposite" presStyleCnt="0"/>
      <dgm:spPr/>
    </dgm:pt>
    <dgm:pt modelId="{3F205EBD-FF8C-41D7-BE58-777F4D3EEAC6}" type="pres">
      <dgm:prSet presAssocID="{C97BF00E-B578-4457-BA72-807590355D2E}" presName="rootText" presStyleLbl="node2" presStyleIdx="1" presStyleCnt="3">
        <dgm:presLayoutVars>
          <dgm:chPref val="3"/>
        </dgm:presLayoutVars>
      </dgm:prSet>
      <dgm:spPr>
        <a:prstGeom prst="flowChartAlternateProcess">
          <a:avLst/>
        </a:prstGeom>
      </dgm:spPr>
    </dgm:pt>
    <dgm:pt modelId="{34213DF0-A03F-4D15-88D5-015BAFD18686}" type="pres">
      <dgm:prSet presAssocID="{C97BF00E-B578-4457-BA72-807590355D2E}" presName="rootConnector" presStyleLbl="node2" presStyleIdx="1" presStyleCnt="3"/>
      <dgm:spPr/>
    </dgm:pt>
    <dgm:pt modelId="{062B75CC-4262-45FB-8906-A8F26DB1B176}" type="pres">
      <dgm:prSet presAssocID="{C97BF00E-B578-4457-BA72-807590355D2E}" presName="hierChild4" presStyleCnt="0"/>
      <dgm:spPr/>
    </dgm:pt>
    <dgm:pt modelId="{65CAE56C-EB4B-4E4F-B07C-912E257072AA}" type="pres">
      <dgm:prSet presAssocID="{C97BF00E-B578-4457-BA72-807590355D2E}" presName="hierChild5" presStyleCnt="0"/>
      <dgm:spPr/>
    </dgm:pt>
    <dgm:pt modelId="{6EC1A34B-E3BC-406D-8C47-48DC2C7FE406}" type="pres">
      <dgm:prSet presAssocID="{0C578935-A966-4145-8249-613FE54A0C4C}" presName="Name37" presStyleLbl="parChTrans1D2" presStyleIdx="2" presStyleCnt="3"/>
      <dgm:spPr/>
    </dgm:pt>
    <dgm:pt modelId="{09B8C0B1-CCBB-48C2-A8EA-4F5345786A9D}" type="pres">
      <dgm:prSet presAssocID="{5A3E8A26-9C7F-4A2F-9B37-89235778C00B}" presName="hierRoot2" presStyleCnt="0">
        <dgm:presLayoutVars>
          <dgm:hierBranch val="init"/>
        </dgm:presLayoutVars>
      </dgm:prSet>
      <dgm:spPr/>
    </dgm:pt>
    <dgm:pt modelId="{EDACA7AB-CC56-4019-9A90-FDCB0F995CDB}" type="pres">
      <dgm:prSet presAssocID="{5A3E8A26-9C7F-4A2F-9B37-89235778C00B}" presName="rootComposite" presStyleCnt="0"/>
      <dgm:spPr/>
    </dgm:pt>
    <dgm:pt modelId="{5BA76DF3-79E2-4D76-B05B-29A982B14F37}" type="pres">
      <dgm:prSet presAssocID="{5A3E8A26-9C7F-4A2F-9B37-89235778C00B}" presName="rootText" presStyleLbl="node2" presStyleIdx="2" presStyleCnt="3">
        <dgm:presLayoutVars>
          <dgm:chPref val="3"/>
        </dgm:presLayoutVars>
      </dgm:prSet>
      <dgm:spPr>
        <a:prstGeom prst="flowChartAlternateProcess">
          <a:avLst/>
        </a:prstGeom>
      </dgm:spPr>
    </dgm:pt>
    <dgm:pt modelId="{2BFE314B-7A70-4CB2-9BC0-5905009F0639}" type="pres">
      <dgm:prSet presAssocID="{5A3E8A26-9C7F-4A2F-9B37-89235778C00B}" presName="rootConnector" presStyleLbl="node2" presStyleIdx="2" presStyleCnt="3"/>
      <dgm:spPr/>
    </dgm:pt>
    <dgm:pt modelId="{83EE6A44-AFCF-4927-B4FB-3A227355891B}" type="pres">
      <dgm:prSet presAssocID="{5A3E8A26-9C7F-4A2F-9B37-89235778C00B}" presName="hierChild4" presStyleCnt="0"/>
      <dgm:spPr/>
    </dgm:pt>
    <dgm:pt modelId="{23402A03-B054-4AF7-85DB-658D5D6F268D}" type="pres">
      <dgm:prSet presAssocID="{5A3E8A26-9C7F-4A2F-9B37-89235778C00B}" presName="hierChild5" presStyleCnt="0"/>
      <dgm:spPr/>
    </dgm:pt>
    <dgm:pt modelId="{E3C580D9-CD21-4210-A140-88C338AE6475}" type="pres">
      <dgm:prSet presAssocID="{3A6CE01A-4663-4A0E-973F-34C363D8C30A}" presName="hierChild3" presStyleCnt="0"/>
      <dgm:spPr/>
    </dgm:pt>
  </dgm:ptLst>
  <dgm:cxnLst>
    <dgm:cxn modelId="{743E9B05-4605-4EA9-AA4B-DCE2523A50A5}" type="presOf" srcId="{1D5984C3-F8C3-456A-AD0D-5D30EE5D0AF8}" destId="{FAFA95CE-74E4-4AE6-8015-ED6AB17DF98F}" srcOrd="0" destOrd="0" presId="urn:microsoft.com/office/officeart/2005/8/layout/orgChart1"/>
    <dgm:cxn modelId="{07F1E606-F6CE-435E-BD43-36D6FAE7F29F}" type="presOf" srcId="{3A6CE01A-4663-4A0E-973F-34C363D8C30A}" destId="{820AA0EB-9C73-44C1-96AC-7B2E600501D8}" srcOrd="0" destOrd="0" presId="urn:microsoft.com/office/officeart/2005/8/layout/orgChart1"/>
    <dgm:cxn modelId="{CB11420D-5703-46E5-A18D-3BFD4DEB2791}" type="presOf" srcId="{3A6CE01A-4663-4A0E-973F-34C363D8C30A}" destId="{F2166252-4B64-4FEB-9BC2-C63247D8A871}" srcOrd="1" destOrd="0" presId="urn:microsoft.com/office/officeart/2005/8/layout/orgChart1"/>
    <dgm:cxn modelId="{83393318-C518-45DE-BB64-40347CAB9E64}" type="presOf" srcId="{0C578935-A966-4145-8249-613FE54A0C4C}" destId="{6EC1A34B-E3BC-406D-8C47-48DC2C7FE406}" srcOrd="0" destOrd="0" presId="urn:microsoft.com/office/officeart/2005/8/layout/orgChart1"/>
    <dgm:cxn modelId="{A5EC2330-83D2-4B4C-A70C-F21595F3AFB7}" type="presOf" srcId="{AC32581A-61AB-4D87-B17D-A8FB06CCE4A9}" destId="{42428FFD-6663-4456-B0A3-69C3AA548218}" srcOrd="1" destOrd="0" presId="urn:microsoft.com/office/officeart/2005/8/layout/orgChart1"/>
    <dgm:cxn modelId="{90A2E83B-353B-4441-B02A-C67FA2925B38}" type="presOf" srcId="{5A3E8A26-9C7F-4A2F-9B37-89235778C00B}" destId="{5BA76DF3-79E2-4D76-B05B-29A982B14F37}" srcOrd="0" destOrd="0" presId="urn:microsoft.com/office/officeart/2005/8/layout/orgChart1"/>
    <dgm:cxn modelId="{E77B4378-00F5-4B94-9725-7C508E7DEBC3}" srcId="{3A6CE01A-4663-4A0E-973F-34C363D8C30A}" destId="{5A3E8A26-9C7F-4A2F-9B37-89235778C00B}" srcOrd="2" destOrd="0" parTransId="{0C578935-A966-4145-8249-613FE54A0C4C}" sibTransId="{59CCBFD3-23E8-4D17-8900-59E126E8E218}"/>
    <dgm:cxn modelId="{CAABEA7A-B442-459C-8C0F-2530E0F6F2A6}" type="presOf" srcId="{AC32581A-61AB-4D87-B17D-A8FB06CCE4A9}" destId="{F75F6EE3-F96B-44DA-BE97-448F662F2AB7}" srcOrd="0" destOrd="0" presId="urn:microsoft.com/office/officeart/2005/8/layout/orgChart1"/>
    <dgm:cxn modelId="{2E4E017B-4B0C-41F8-BF31-6BB4E7376369}" type="presOf" srcId="{C97BF00E-B578-4457-BA72-807590355D2E}" destId="{34213DF0-A03F-4D15-88D5-015BAFD18686}" srcOrd="1" destOrd="0" presId="urn:microsoft.com/office/officeart/2005/8/layout/orgChart1"/>
    <dgm:cxn modelId="{DDF56C84-BF86-42EC-86A7-0AAB6FF4A41F}" srcId="{3A6CE01A-4663-4A0E-973F-34C363D8C30A}" destId="{C97BF00E-B578-4457-BA72-807590355D2E}" srcOrd="1" destOrd="0" parTransId="{B9134E7E-ADE0-4FA5-98DB-EF7B7032C1F3}" sibTransId="{68CF23EE-F2CC-494F-BB72-1127CF9C084D}"/>
    <dgm:cxn modelId="{315A528B-CA40-4DCD-8A9A-CA2D9D8E0890}" type="presOf" srcId="{5A3E8A26-9C7F-4A2F-9B37-89235778C00B}" destId="{2BFE314B-7A70-4CB2-9BC0-5905009F0639}" srcOrd="1" destOrd="0" presId="urn:microsoft.com/office/officeart/2005/8/layout/orgChart1"/>
    <dgm:cxn modelId="{4FCFDC96-B47D-41DB-8BB8-051F9267FA0E}" type="presOf" srcId="{B9134E7E-ADE0-4FA5-98DB-EF7B7032C1F3}" destId="{B9D7B436-CF65-4041-BF72-AFAE27031F51}" srcOrd="0" destOrd="0" presId="urn:microsoft.com/office/officeart/2005/8/layout/orgChart1"/>
    <dgm:cxn modelId="{F7B7DFBA-CBF5-4384-9058-B43BD1F92AE1}" type="presOf" srcId="{F98237E2-0D65-4B64-A9DE-DB5919BC00D2}" destId="{45F37E6C-A5B4-4009-8345-F5590BE79169}" srcOrd="0" destOrd="0" presId="urn:microsoft.com/office/officeart/2005/8/layout/orgChart1"/>
    <dgm:cxn modelId="{375459CE-EAE5-455D-A570-00A2069ECBD0}" srcId="{1D5984C3-F8C3-456A-AD0D-5D30EE5D0AF8}" destId="{3A6CE01A-4663-4A0E-973F-34C363D8C30A}" srcOrd="0" destOrd="0" parTransId="{F25D22AD-3280-4244-9D50-918C5BA8E75E}" sibTransId="{3356B33A-1232-467B-AA77-543444204D78}"/>
    <dgm:cxn modelId="{8D2199ED-07BB-4A7E-A58B-C546AFE990CF}" type="presOf" srcId="{C97BF00E-B578-4457-BA72-807590355D2E}" destId="{3F205EBD-FF8C-41D7-BE58-777F4D3EEAC6}" srcOrd="0" destOrd="0" presId="urn:microsoft.com/office/officeart/2005/8/layout/orgChart1"/>
    <dgm:cxn modelId="{9D97A1F6-826B-46C2-92E6-742D549830EE}" srcId="{3A6CE01A-4663-4A0E-973F-34C363D8C30A}" destId="{AC32581A-61AB-4D87-B17D-A8FB06CCE4A9}" srcOrd="0" destOrd="0" parTransId="{F98237E2-0D65-4B64-A9DE-DB5919BC00D2}" sibTransId="{E47977D2-28FF-42CD-81D4-439DB2F1445A}"/>
    <dgm:cxn modelId="{2AD11270-1C08-4FA9-AC13-B6687F015D77}" type="presParOf" srcId="{FAFA95CE-74E4-4AE6-8015-ED6AB17DF98F}" destId="{FCFB8D5D-DB66-432C-92CB-6AC01CE56E64}" srcOrd="0" destOrd="0" presId="urn:microsoft.com/office/officeart/2005/8/layout/orgChart1"/>
    <dgm:cxn modelId="{F136CF87-C9E3-44BF-B0B9-CA2B68346471}" type="presParOf" srcId="{FCFB8D5D-DB66-432C-92CB-6AC01CE56E64}" destId="{68D469EB-BC6C-46D7-AE63-F29340A2BA11}" srcOrd="0" destOrd="0" presId="urn:microsoft.com/office/officeart/2005/8/layout/orgChart1"/>
    <dgm:cxn modelId="{2433DEBD-362C-40FD-802C-FE7AB1140378}" type="presParOf" srcId="{68D469EB-BC6C-46D7-AE63-F29340A2BA11}" destId="{820AA0EB-9C73-44C1-96AC-7B2E600501D8}" srcOrd="0" destOrd="0" presId="urn:microsoft.com/office/officeart/2005/8/layout/orgChart1"/>
    <dgm:cxn modelId="{74D87460-36AF-4FC5-99C1-FD598C9D22A2}" type="presParOf" srcId="{68D469EB-BC6C-46D7-AE63-F29340A2BA11}" destId="{F2166252-4B64-4FEB-9BC2-C63247D8A871}" srcOrd="1" destOrd="0" presId="urn:microsoft.com/office/officeart/2005/8/layout/orgChart1"/>
    <dgm:cxn modelId="{2E508D0E-10FD-4C48-94EE-DE4FBFA9174C}" type="presParOf" srcId="{FCFB8D5D-DB66-432C-92CB-6AC01CE56E64}" destId="{F0989378-11D5-49E3-AD47-970610A94B40}" srcOrd="1" destOrd="0" presId="urn:microsoft.com/office/officeart/2005/8/layout/orgChart1"/>
    <dgm:cxn modelId="{EB2F4F63-85F7-4141-8267-4492DA34057B}" type="presParOf" srcId="{F0989378-11D5-49E3-AD47-970610A94B40}" destId="{45F37E6C-A5B4-4009-8345-F5590BE79169}" srcOrd="0" destOrd="0" presId="urn:microsoft.com/office/officeart/2005/8/layout/orgChart1"/>
    <dgm:cxn modelId="{98B0756A-CD9B-44A1-BEE4-735990547548}" type="presParOf" srcId="{F0989378-11D5-49E3-AD47-970610A94B40}" destId="{F740460C-FBAD-425E-84CB-92F3AF89779D}" srcOrd="1" destOrd="0" presId="urn:microsoft.com/office/officeart/2005/8/layout/orgChart1"/>
    <dgm:cxn modelId="{AA794A92-40A8-46EF-A2E2-D8D8B51BB126}" type="presParOf" srcId="{F740460C-FBAD-425E-84CB-92F3AF89779D}" destId="{4FEA1E2D-5857-482B-B684-D5F4BCD8D05D}" srcOrd="0" destOrd="0" presId="urn:microsoft.com/office/officeart/2005/8/layout/orgChart1"/>
    <dgm:cxn modelId="{F5366A4A-90C1-45F3-A2FA-E393A57F5277}" type="presParOf" srcId="{4FEA1E2D-5857-482B-B684-D5F4BCD8D05D}" destId="{F75F6EE3-F96B-44DA-BE97-448F662F2AB7}" srcOrd="0" destOrd="0" presId="urn:microsoft.com/office/officeart/2005/8/layout/orgChart1"/>
    <dgm:cxn modelId="{1F930180-EB14-4D35-A3C8-14EE0BED2F5F}" type="presParOf" srcId="{4FEA1E2D-5857-482B-B684-D5F4BCD8D05D}" destId="{42428FFD-6663-4456-B0A3-69C3AA548218}" srcOrd="1" destOrd="0" presId="urn:microsoft.com/office/officeart/2005/8/layout/orgChart1"/>
    <dgm:cxn modelId="{0EC21673-572F-46E6-BA24-469D6AFAD16A}" type="presParOf" srcId="{F740460C-FBAD-425E-84CB-92F3AF89779D}" destId="{693E6E69-1D52-4B35-861E-F2BE7230D292}" srcOrd="1" destOrd="0" presId="urn:microsoft.com/office/officeart/2005/8/layout/orgChart1"/>
    <dgm:cxn modelId="{C048FBF5-F694-42F0-BEB2-2CE806E3D22B}" type="presParOf" srcId="{F740460C-FBAD-425E-84CB-92F3AF89779D}" destId="{8F97AF59-7659-4175-9A64-4E51515BD0E9}" srcOrd="2" destOrd="0" presId="urn:microsoft.com/office/officeart/2005/8/layout/orgChart1"/>
    <dgm:cxn modelId="{4B3B3E86-599D-4536-85A4-D2B6A5763BAA}" type="presParOf" srcId="{F0989378-11D5-49E3-AD47-970610A94B40}" destId="{B9D7B436-CF65-4041-BF72-AFAE27031F51}" srcOrd="2" destOrd="0" presId="urn:microsoft.com/office/officeart/2005/8/layout/orgChart1"/>
    <dgm:cxn modelId="{AB9D570A-36CF-462D-A668-1E45BFE0B46F}" type="presParOf" srcId="{F0989378-11D5-49E3-AD47-970610A94B40}" destId="{7BEFF332-E107-47B5-9DD9-2C14C1A31A5E}" srcOrd="3" destOrd="0" presId="urn:microsoft.com/office/officeart/2005/8/layout/orgChart1"/>
    <dgm:cxn modelId="{2375A11F-88E6-4994-A113-988723474EF0}" type="presParOf" srcId="{7BEFF332-E107-47B5-9DD9-2C14C1A31A5E}" destId="{74F0C1A9-17DD-4EFE-9F4E-72090BBB47A4}" srcOrd="0" destOrd="0" presId="urn:microsoft.com/office/officeart/2005/8/layout/orgChart1"/>
    <dgm:cxn modelId="{44D83B18-6CF0-4E84-87B8-566EDF0CA998}" type="presParOf" srcId="{74F0C1A9-17DD-4EFE-9F4E-72090BBB47A4}" destId="{3F205EBD-FF8C-41D7-BE58-777F4D3EEAC6}" srcOrd="0" destOrd="0" presId="urn:microsoft.com/office/officeart/2005/8/layout/orgChart1"/>
    <dgm:cxn modelId="{76EB1822-06DB-42A8-AB51-9CBB85B88B98}" type="presParOf" srcId="{74F0C1A9-17DD-4EFE-9F4E-72090BBB47A4}" destId="{34213DF0-A03F-4D15-88D5-015BAFD18686}" srcOrd="1" destOrd="0" presId="urn:microsoft.com/office/officeart/2005/8/layout/orgChart1"/>
    <dgm:cxn modelId="{9CDB2EE0-A604-42C0-AB98-973F05D31644}" type="presParOf" srcId="{7BEFF332-E107-47B5-9DD9-2C14C1A31A5E}" destId="{062B75CC-4262-45FB-8906-A8F26DB1B176}" srcOrd="1" destOrd="0" presId="urn:microsoft.com/office/officeart/2005/8/layout/orgChart1"/>
    <dgm:cxn modelId="{DDC3CA27-0378-4CAA-9794-D3B69B137848}" type="presParOf" srcId="{7BEFF332-E107-47B5-9DD9-2C14C1A31A5E}" destId="{65CAE56C-EB4B-4E4F-B07C-912E257072AA}" srcOrd="2" destOrd="0" presId="urn:microsoft.com/office/officeart/2005/8/layout/orgChart1"/>
    <dgm:cxn modelId="{119D1B14-53FE-4109-8F70-CA4A3373224D}" type="presParOf" srcId="{F0989378-11D5-49E3-AD47-970610A94B40}" destId="{6EC1A34B-E3BC-406D-8C47-48DC2C7FE406}" srcOrd="4" destOrd="0" presId="urn:microsoft.com/office/officeart/2005/8/layout/orgChart1"/>
    <dgm:cxn modelId="{0249A4B9-E683-4D2A-AC07-67FC96A64EC7}" type="presParOf" srcId="{F0989378-11D5-49E3-AD47-970610A94B40}" destId="{09B8C0B1-CCBB-48C2-A8EA-4F5345786A9D}" srcOrd="5" destOrd="0" presId="urn:microsoft.com/office/officeart/2005/8/layout/orgChart1"/>
    <dgm:cxn modelId="{7EFCB1BD-D150-4E07-A7D0-38C8337F183C}" type="presParOf" srcId="{09B8C0B1-CCBB-48C2-A8EA-4F5345786A9D}" destId="{EDACA7AB-CC56-4019-9A90-FDCB0F995CDB}" srcOrd="0" destOrd="0" presId="urn:microsoft.com/office/officeart/2005/8/layout/orgChart1"/>
    <dgm:cxn modelId="{66905CF7-5EDD-41A0-B0F3-222846A5A2EC}" type="presParOf" srcId="{EDACA7AB-CC56-4019-9A90-FDCB0F995CDB}" destId="{5BA76DF3-79E2-4D76-B05B-29A982B14F37}" srcOrd="0" destOrd="0" presId="urn:microsoft.com/office/officeart/2005/8/layout/orgChart1"/>
    <dgm:cxn modelId="{77A95DA7-FD4C-4291-AE26-8AFE1C6E9D15}" type="presParOf" srcId="{EDACA7AB-CC56-4019-9A90-FDCB0F995CDB}" destId="{2BFE314B-7A70-4CB2-9BC0-5905009F0639}" srcOrd="1" destOrd="0" presId="urn:microsoft.com/office/officeart/2005/8/layout/orgChart1"/>
    <dgm:cxn modelId="{774B2E85-A632-468B-A510-276667DE9810}" type="presParOf" srcId="{09B8C0B1-CCBB-48C2-A8EA-4F5345786A9D}" destId="{83EE6A44-AFCF-4927-B4FB-3A227355891B}" srcOrd="1" destOrd="0" presId="urn:microsoft.com/office/officeart/2005/8/layout/orgChart1"/>
    <dgm:cxn modelId="{02DFB648-F5EE-4204-9016-BCFD0B79D2F1}" type="presParOf" srcId="{09B8C0B1-CCBB-48C2-A8EA-4F5345786A9D}" destId="{23402A03-B054-4AF7-85DB-658D5D6F268D}" srcOrd="2" destOrd="0" presId="urn:microsoft.com/office/officeart/2005/8/layout/orgChart1"/>
    <dgm:cxn modelId="{9D72F01F-45EA-4ED2-BD11-91C171E017C8}" type="presParOf" srcId="{FCFB8D5D-DB66-432C-92CB-6AC01CE56E64}" destId="{E3C580D9-CD21-4210-A140-88C338AE6475}"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99011B1-8CF6-4512-A82C-6DB6ECCDC83E}"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B9DD5B85-48DE-48A6-A8DB-68C01A3E9FC0}">
      <dgm:prSet custT="1"/>
      <dgm:spPr/>
      <dgm:t>
        <a:bodyPr/>
        <a:lstStyle/>
        <a:p>
          <a:pPr>
            <a:lnSpc>
              <a:spcPct val="100000"/>
            </a:lnSpc>
            <a:defRPr b="1"/>
          </a:pPr>
          <a:r>
            <a:rPr lang="en-US" sz="2000" b="0" dirty="0"/>
            <a:t>Coordinator tells all other processes that are also involved, called participants, whether to (locally) perform the operation in question.</a:t>
          </a:r>
        </a:p>
      </dgm:t>
    </dgm:pt>
    <dgm:pt modelId="{0C02BE5B-2635-4DD2-A07F-1D5F9F84E527}" type="parTrans" cxnId="{779AFB8A-CDE6-4193-BAF0-FAD5EA64EFCC}">
      <dgm:prSet/>
      <dgm:spPr/>
      <dgm:t>
        <a:bodyPr/>
        <a:lstStyle/>
        <a:p>
          <a:endParaRPr lang="en-US"/>
        </a:p>
      </dgm:t>
    </dgm:pt>
    <dgm:pt modelId="{874A8D58-7643-45D7-B8CE-82001FFE814A}" type="sibTrans" cxnId="{779AFB8A-CDE6-4193-BAF0-FAD5EA64EFCC}">
      <dgm:prSet/>
      <dgm:spPr/>
      <dgm:t>
        <a:bodyPr/>
        <a:lstStyle/>
        <a:p>
          <a:endParaRPr lang="en-US"/>
        </a:p>
      </dgm:t>
    </dgm:pt>
    <dgm:pt modelId="{FB73027B-5C32-4DAF-851D-5DEDE2B8F902}">
      <dgm:prSet custT="1"/>
      <dgm:spPr/>
      <dgm:t>
        <a:bodyPr/>
        <a:lstStyle/>
        <a:p>
          <a:pPr>
            <a:lnSpc>
              <a:spcPct val="100000"/>
            </a:lnSpc>
            <a:defRPr b="1"/>
          </a:pPr>
          <a:r>
            <a:rPr lang="en-US" sz="2000" b="0" dirty="0"/>
            <a:t>If one of the participants cannot perform the operation, there is no way to tell the coordinator.</a:t>
          </a:r>
        </a:p>
      </dgm:t>
    </dgm:pt>
    <dgm:pt modelId="{5B1379C4-688F-46C4-B045-65F23A6C90E5}" type="parTrans" cxnId="{74CCD65F-C3B4-4772-B785-E861784641B8}">
      <dgm:prSet/>
      <dgm:spPr/>
      <dgm:t>
        <a:bodyPr/>
        <a:lstStyle/>
        <a:p>
          <a:endParaRPr lang="en-US"/>
        </a:p>
      </dgm:t>
    </dgm:pt>
    <dgm:pt modelId="{F3596005-752C-4DD9-B864-87EB775D4B7A}" type="sibTrans" cxnId="{74CCD65F-C3B4-4772-B785-E861784641B8}">
      <dgm:prSet/>
      <dgm:spPr/>
      <dgm:t>
        <a:bodyPr/>
        <a:lstStyle/>
        <a:p>
          <a:endParaRPr lang="en-US"/>
        </a:p>
      </dgm:t>
    </dgm:pt>
    <dgm:pt modelId="{FB3E767D-328B-4352-98CF-DBAA7CD3A019}">
      <dgm:prSet custT="1"/>
      <dgm:spPr/>
      <dgm:t>
        <a:bodyPr/>
        <a:lstStyle/>
        <a:p>
          <a:pPr>
            <a:lnSpc>
              <a:spcPct val="100000"/>
            </a:lnSpc>
            <a:defRPr b="1"/>
          </a:pPr>
          <a:r>
            <a:rPr lang="en-US" sz="2000" b="0" dirty="0"/>
            <a:t>It cannot efficiently handle the failure of the coordinator. </a:t>
          </a:r>
        </a:p>
      </dgm:t>
    </dgm:pt>
    <dgm:pt modelId="{D57AE33F-BA28-4725-9401-A14F85B19E1A}" type="parTrans" cxnId="{83DD9953-90A1-4F9A-9CE5-677270DD6673}">
      <dgm:prSet/>
      <dgm:spPr/>
      <dgm:t>
        <a:bodyPr/>
        <a:lstStyle/>
        <a:p>
          <a:endParaRPr lang="en-US"/>
        </a:p>
      </dgm:t>
    </dgm:pt>
    <dgm:pt modelId="{7E49C1A4-D4ED-46C9-B84F-4ADC9D7A4CEC}" type="sibTrans" cxnId="{83DD9953-90A1-4F9A-9CE5-677270DD6673}">
      <dgm:prSet/>
      <dgm:spPr/>
      <dgm:t>
        <a:bodyPr/>
        <a:lstStyle/>
        <a:p>
          <a:endParaRPr lang="en-US"/>
        </a:p>
      </dgm:t>
    </dgm:pt>
    <dgm:pt modelId="{200F9F1D-466A-4F1B-A06E-DAEFF4A06241}">
      <dgm:prSet custT="1"/>
      <dgm:spPr/>
      <dgm:t>
        <a:bodyPr/>
        <a:lstStyle/>
        <a:p>
          <a:pPr>
            <a:lnSpc>
              <a:spcPct val="100000"/>
            </a:lnSpc>
          </a:pPr>
          <a:r>
            <a:rPr lang="en-US" sz="2000" b="0" dirty="0">
              <a:latin typeface="+mn-lt"/>
              <a:cs typeface="Arial" panose="020B0604020202020204" pitchFamily="34" charset="0"/>
            </a:rPr>
            <a:t>The solutions: </a:t>
          </a:r>
          <a:br>
            <a:rPr lang="en-US" sz="2000" b="0" dirty="0">
              <a:latin typeface="+mn-lt"/>
              <a:cs typeface="Arial" panose="020B0604020202020204" pitchFamily="34" charset="0"/>
            </a:rPr>
          </a:br>
          <a:r>
            <a:rPr lang="en-US" sz="2000" b="0" dirty="0">
              <a:latin typeface="+mn-lt"/>
              <a:cs typeface="Arial" panose="020B0604020202020204" pitchFamily="34" charset="0"/>
            </a:rPr>
            <a:t>Two-Phase and Three-Phase Commit Protocols</a:t>
          </a:r>
        </a:p>
      </dgm:t>
    </dgm:pt>
    <dgm:pt modelId="{9B9BF1B3-0EEC-4F8A-B44E-DB06B026BD39}" type="parTrans" cxnId="{A406EDEA-9F89-4423-AC45-BB06F0B90940}">
      <dgm:prSet/>
      <dgm:spPr/>
      <dgm:t>
        <a:bodyPr/>
        <a:lstStyle/>
        <a:p>
          <a:endParaRPr lang="en-US"/>
        </a:p>
      </dgm:t>
    </dgm:pt>
    <dgm:pt modelId="{4A6E8789-A71A-4A15-9CF5-1BDC83B70929}" type="sibTrans" cxnId="{A406EDEA-9F89-4423-AC45-BB06F0B90940}">
      <dgm:prSet/>
      <dgm:spPr/>
      <dgm:t>
        <a:bodyPr/>
        <a:lstStyle/>
        <a:p>
          <a:endParaRPr lang="en-US"/>
        </a:p>
      </dgm:t>
    </dgm:pt>
    <dgm:pt modelId="{3271C192-3A1C-4013-9456-E70D92AFAB6A}" type="pres">
      <dgm:prSet presAssocID="{E99011B1-8CF6-4512-A82C-6DB6ECCDC83E}" presName="root" presStyleCnt="0">
        <dgm:presLayoutVars>
          <dgm:dir/>
          <dgm:resizeHandles val="exact"/>
        </dgm:presLayoutVars>
      </dgm:prSet>
      <dgm:spPr/>
    </dgm:pt>
    <dgm:pt modelId="{CEE333AD-B959-4BD7-8AA7-786815E67C2E}" type="pres">
      <dgm:prSet presAssocID="{B9DD5B85-48DE-48A6-A8DB-68C01A3E9FC0}" presName="compNode" presStyleCnt="0"/>
      <dgm:spPr/>
    </dgm:pt>
    <dgm:pt modelId="{19916AE3-FB99-4459-AA12-2854DF13E6D3}" type="pres">
      <dgm:prSet presAssocID="{B9DD5B85-48DE-48A6-A8DB-68C01A3E9FC0}" presName="iconRect" presStyleLbl="node1" presStyleIdx="0" presStyleCnt="3" custLinFactNeighborX="563" custLinFactNeighborY="4734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ers"/>
        </a:ext>
      </dgm:extLst>
    </dgm:pt>
    <dgm:pt modelId="{4E865D04-B863-44B9-99B8-59BF9B45DA44}" type="pres">
      <dgm:prSet presAssocID="{B9DD5B85-48DE-48A6-A8DB-68C01A3E9FC0}" presName="iconSpace" presStyleCnt="0"/>
      <dgm:spPr/>
    </dgm:pt>
    <dgm:pt modelId="{8151EDBA-6F36-45DA-83BE-D70062B4FFEB}" type="pres">
      <dgm:prSet presAssocID="{B9DD5B85-48DE-48A6-A8DB-68C01A3E9FC0}" presName="parTx" presStyleLbl="revTx" presStyleIdx="0" presStyleCnt="6" custLinFactNeighborX="197" custLinFactNeighborY="13360">
        <dgm:presLayoutVars>
          <dgm:chMax val="0"/>
          <dgm:chPref val="0"/>
        </dgm:presLayoutVars>
      </dgm:prSet>
      <dgm:spPr/>
    </dgm:pt>
    <dgm:pt modelId="{08390DEA-7BA7-4BFE-B82F-41E48D4B5D69}" type="pres">
      <dgm:prSet presAssocID="{B9DD5B85-48DE-48A6-A8DB-68C01A3E9FC0}" presName="txSpace" presStyleCnt="0"/>
      <dgm:spPr/>
    </dgm:pt>
    <dgm:pt modelId="{AB672E9B-F66A-4C50-AE9B-FD1939A2CF90}" type="pres">
      <dgm:prSet presAssocID="{B9DD5B85-48DE-48A6-A8DB-68C01A3E9FC0}" presName="desTx" presStyleLbl="revTx" presStyleIdx="1" presStyleCnt="6">
        <dgm:presLayoutVars/>
      </dgm:prSet>
      <dgm:spPr/>
    </dgm:pt>
    <dgm:pt modelId="{850183B8-813A-4317-84DC-0E4758E0C106}" type="pres">
      <dgm:prSet presAssocID="{874A8D58-7643-45D7-B8CE-82001FFE814A}" presName="sibTrans" presStyleCnt="0"/>
      <dgm:spPr/>
    </dgm:pt>
    <dgm:pt modelId="{B1CB0E5F-18F7-48E5-8C5D-1984F2439D11}" type="pres">
      <dgm:prSet presAssocID="{FB73027B-5C32-4DAF-851D-5DEDE2B8F902}" presName="compNode" presStyleCnt="0"/>
      <dgm:spPr/>
    </dgm:pt>
    <dgm:pt modelId="{AD380678-4B61-405A-BC06-4DB30F313B22}" type="pres">
      <dgm:prSet presAssocID="{FB73027B-5C32-4DAF-851D-5DEDE2B8F902}" presName="iconRect" presStyleLbl="node1" presStyleIdx="1" presStyleCnt="3" custLinFactNeighborX="9060" custLinFactNeighborY="4416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are With Person"/>
        </a:ext>
      </dgm:extLst>
    </dgm:pt>
    <dgm:pt modelId="{3AC3CC6F-C178-425B-B8E2-CA5E3AA44500}" type="pres">
      <dgm:prSet presAssocID="{FB73027B-5C32-4DAF-851D-5DEDE2B8F902}" presName="iconSpace" presStyleCnt="0"/>
      <dgm:spPr/>
    </dgm:pt>
    <dgm:pt modelId="{8EF6B7BC-9938-43C1-997E-4C65BE4991B5}" type="pres">
      <dgm:prSet presAssocID="{FB73027B-5C32-4DAF-851D-5DEDE2B8F902}" presName="parTx" presStyleLbl="revTx" presStyleIdx="2" presStyleCnt="6" custLinFactNeighborX="396" custLinFactNeighborY="13360">
        <dgm:presLayoutVars>
          <dgm:chMax val="0"/>
          <dgm:chPref val="0"/>
        </dgm:presLayoutVars>
      </dgm:prSet>
      <dgm:spPr/>
    </dgm:pt>
    <dgm:pt modelId="{B30978BA-4D1C-4915-A777-770E81339ED6}" type="pres">
      <dgm:prSet presAssocID="{FB73027B-5C32-4DAF-851D-5DEDE2B8F902}" presName="txSpace" presStyleCnt="0"/>
      <dgm:spPr/>
    </dgm:pt>
    <dgm:pt modelId="{E201970D-8FFF-4AD7-951C-BE026813BFF7}" type="pres">
      <dgm:prSet presAssocID="{FB73027B-5C32-4DAF-851D-5DEDE2B8F902}" presName="desTx" presStyleLbl="revTx" presStyleIdx="3" presStyleCnt="6">
        <dgm:presLayoutVars/>
      </dgm:prSet>
      <dgm:spPr/>
    </dgm:pt>
    <dgm:pt modelId="{99571C69-6C38-4068-A2FA-A4338D71504A}" type="pres">
      <dgm:prSet presAssocID="{F3596005-752C-4DD9-B864-87EB775D4B7A}" presName="sibTrans" presStyleCnt="0"/>
      <dgm:spPr/>
    </dgm:pt>
    <dgm:pt modelId="{AC55DE32-E8B2-4159-85DD-BC8DFAF9128F}" type="pres">
      <dgm:prSet presAssocID="{FB3E767D-328B-4352-98CF-DBAA7CD3A019}" presName="compNode" presStyleCnt="0"/>
      <dgm:spPr/>
    </dgm:pt>
    <dgm:pt modelId="{42DC7B0B-1CC2-4B3E-B67C-9BBBF4484AD9}" type="pres">
      <dgm:prSet presAssocID="{FB3E767D-328B-4352-98CF-DBAA7CD3A019}" presName="iconRect" presStyleLbl="node1" presStyleIdx="2" presStyleCnt="3" custLinFactNeighborX="2267" custLinFactNeighborY="3866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ranching Diagram"/>
        </a:ext>
      </dgm:extLst>
    </dgm:pt>
    <dgm:pt modelId="{B0C8322A-37F6-484B-865F-1949783588D2}" type="pres">
      <dgm:prSet presAssocID="{FB3E767D-328B-4352-98CF-DBAA7CD3A019}" presName="iconSpace" presStyleCnt="0"/>
      <dgm:spPr/>
    </dgm:pt>
    <dgm:pt modelId="{BF619C30-E903-43D8-B9D3-2831EAB8560F}" type="pres">
      <dgm:prSet presAssocID="{FB3E767D-328B-4352-98CF-DBAA7CD3A019}" presName="parTx" presStyleLbl="revTx" presStyleIdx="4" presStyleCnt="6" custLinFactNeighborX="-397" custLinFactNeighborY="15110">
        <dgm:presLayoutVars>
          <dgm:chMax val="0"/>
          <dgm:chPref val="0"/>
        </dgm:presLayoutVars>
      </dgm:prSet>
      <dgm:spPr/>
    </dgm:pt>
    <dgm:pt modelId="{95E37D04-0856-494D-A11A-4B798DA8F84B}" type="pres">
      <dgm:prSet presAssocID="{FB3E767D-328B-4352-98CF-DBAA7CD3A019}" presName="txSpace" presStyleCnt="0"/>
      <dgm:spPr/>
    </dgm:pt>
    <dgm:pt modelId="{12F8EC58-D14B-4482-97D7-97F6E05EC945}" type="pres">
      <dgm:prSet presAssocID="{FB3E767D-328B-4352-98CF-DBAA7CD3A019}" presName="desTx" presStyleLbl="revTx" presStyleIdx="5" presStyleCnt="6" custLinFactY="-5319" custLinFactNeighborX="-772" custLinFactNeighborY="-100000">
        <dgm:presLayoutVars/>
      </dgm:prSet>
      <dgm:spPr/>
    </dgm:pt>
  </dgm:ptLst>
  <dgm:cxnLst>
    <dgm:cxn modelId="{BA5FAE26-4E19-492C-BAFD-6AFA70C6835A}" type="presOf" srcId="{E99011B1-8CF6-4512-A82C-6DB6ECCDC83E}" destId="{3271C192-3A1C-4013-9456-E70D92AFAB6A}" srcOrd="0" destOrd="0" presId="urn:microsoft.com/office/officeart/2018/2/layout/IconLabelDescriptionList"/>
    <dgm:cxn modelId="{862A1336-0FBB-4564-927A-4C84BB2F47E4}" type="presOf" srcId="{B9DD5B85-48DE-48A6-A8DB-68C01A3E9FC0}" destId="{8151EDBA-6F36-45DA-83BE-D70062B4FFEB}" srcOrd="0" destOrd="0" presId="urn:microsoft.com/office/officeart/2018/2/layout/IconLabelDescriptionList"/>
    <dgm:cxn modelId="{B51A9537-AF84-4302-A511-1935A1B2512C}" type="presOf" srcId="{FB73027B-5C32-4DAF-851D-5DEDE2B8F902}" destId="{8EF6B7BC-9938-43C1-997E-4C65BE4991B5}" srcOrd="0" destOrd="0" presId="urn:microsoft.com/office/officeart/2018/2/layout/IconLabelDescriptionList"/>
    <dgm:cxn modelId="{74CCD65F-C3B4-4772-B785-E861784641B8}" srcId="{E99011B1-8CF6-4512-A82C-6DB6ECCDC83E}" destId="{FB73027B-5C32-4DAF-851D-5DEDE2B8F902}" srcOrd="1" destOrd="0" parTransId="{5B1379C4-688F-46C4-B045-65F23A6C90E5}" sibTransId="{F3596005-752C-4DD9-B864-87EB775D4B7A}"/>
    <dgm:cxn modelId="{FDA20D43-ED16-4D6F-A51E-B94F22D3C729}" type="presOf" srcId="{200F9F1D-466A-4F1B-A06E-DAEFF4A06241}" destId="{12F8EC58-D14B-4482-97D7-97F6E05EC945}" srcOrd="0" destOrd="0" presId="urn:microsoft.com/office/officeart/2018/2/layout/IconLabelDescriptionList"/>
    <dgm:cxn modelId="{0A407263-8451-4494-89B9-E6CF4FFEA852}" type="presOf" srcId="{FB3E767D-328B-4352-98CF-DBAA7CD3A019}" destId="{BF619C30-E903-43D8-B9D3-2831EAB8560F}" srcOrd="0" destOrd="0" presId="urn:microsoft.com/office/officeart/2018/2/layout/IconLabelDescriptionList"/>
    <dgm:cxn modelId="{83DD9953-90A1-4F9A-9CE5-677270DD6673}" srcId="{E99011B1-8CF6-4512-A82C-6DB6ECCDC83E}" destId="{FB3E767D-328B-4352-98CF-DBAA7CD3A019}" srcOrd="2" destOrd="0" parTransId="{D57AE33F-BA28-4725-9401-A14F85B19E1A}" sibTransId="{7E49C1A4-D4ED-46C9-B84F-4ADC9D7A4CEC}"/>
    <dgm:cxn modelId="{779AFB8A-CDE6-4193-BAF0-FAD5EA64EFCC}" srcId="{E99011B1-8CF6-4512-A82C-6DB6ECCDC83E}" destId="{B9DD5B85-48DE-48A6-A8DB-68C01A3E9FC0}" srcOrd="0" destOrd="0" parTransId="{0C02BE5B-2635-4DD2-A07F-1D5F9F84E527}" sibTransId="{874A8D58-7643-45D7-B8CE-82001FFE814A}"/>
    <dgm:cxn modelId="{A406EDEA-9F89-4423-AC45-BB06F0B90940}" srcId="{FB3E767D-328B-4352-98CF-DBAA7CD3A019}" destId="{200F9F1D-466A-4F1B-A06E-DAEFF4A06241}" srcOrd="0" destOrd="0" parTransId="{9B9BF1B3-0EEC-4F8A-B44E-DB06B026BD39}" sibTransId="{4A6E8789-A71A-4A15-9CF5-1BDC83B70929}"/>
    <dgm:cxn modelId="{DC3AC37C-74D2-4C16-A900-DE560CAC8AB4}" type="presParOf" srcId="{3271C192-3A1C-4013-9456-E70D92AFAB6A}" destId="{CEE333AD-B959-4BD7-8AA7-786815E67C2E}" srcOrd="0" destOrd="0" presId="urn:microsoft.com/office/officeart/2018/2/layout/IconLabelDescriptionList"/>
    <dgm:cxn modelId="{9DBEAC21-1D17-4C09-94C9-FF1B24FDC578}" type="presParOf" srcId="{CEE333AD-B959-4BD7-8AA7-786815E67C2E}" destId="{19916AE3-FB99-4459-AA12-2854DF13E6D3}" srcOrd="0" destOrd="0" presId="urn:microsoft.com/office/officeart/2018/2/layout/IconLabelDescriptionList"/>
    <dgm:cxn modelId="{1FD44BAA-2139-409E-8DEC-ABEA40883703}" type="presParOf" srcId="{CEE333AD-B959-4BD7-8AA7-786815E67C2E}" destId="{4E865D04-B863-44B9-99B8-59BF9B45DA44}" srcOrd="1" destOrd="0" presId="urn:microsoft.com/office/officeart/2018/2/layout/IconLabelDescriptionList"/>
    <dgm:cxn modelId="{A978A7E9-694D-4BDE-A09E-A92178AD0DCC}" type="presParOf" srcId="{CEE333AD-B959-4BD7-8AA7-786815E67C2E}" destId="{8151EDBA-6F36-45DA-83BE-D70062B4FFEB}" srcOrd="2" destOrd="0" presId="urn:microsoft.com/office/officeart/2018/2/layout/IconLabelDescriptionList"/>
    <dgm:cxn modelId="{F351EDD1-22BE-44BB-91F2-379E9C2F60FF}" type="presParOf" srcId="{CEE333AD-B959-4BD7-8AA7-786815E67C2E}" destId="{08390DEA-7BA7-4BFE-B82F-41E48D4B5D69}" srcOrd="3" destOrd="0" presId="urn:microsoft.com/office/officeart/2018/2/layout/IconLabelDescriptionList"/>
    <dgm:cxn modelId="{141DBA56-8053-46B5-B236-FDE1E092BDA0}" type="presParOf" srcId="{CEE333AD-B959-4BD7-8AA7-786815E67C2E}" destId="{AB672E9B-F66A-4C50-AE9B-FD1939A2CF90}" srcOrd="4" destOrd="0" presId="urn:microsoft.com/office/officeart/2018/2/layout/IconLabelDescriptionList"/>
    <dgm:cxn modelId="{6BFAF639-55C1-49B7-A16A-AB514F0BC84F}" type="presParOf" srcId="{3271C192-3A1C-4013-9456-E70D92AFAB6A}" destId="{850183B8-813A-4317-84DC-0E4758E0C106}" srcOrd="1" destOrd="0" presId="urn:microsoft.com/office/officeart/2018/2/layout/IconLabelDescriptionList"/>
    <dgm:cxn modelId="{392AEEE5-D22D-4478-98ED-80CA824F47B7}" type="presParOf" srcId="{3271C192-3A1C-4013-9456-E70D92AFAB6A}" destId="{B1CB0E5F-18F7-48E5-8C5D-1984F2439D11}" srcOrd="2" destOrd="0" presId="urn:microsoft.com/office/officeart/2018/2/layout/IconLabelDescriptionList"/>
    <dgm:cxn modelId="{3147B736-EB98-44FF-A028-FCC4182B1C56}" type="presParOf" srcId="{B1CB0E5F-18F7-48E5-8C5D-1984F2439D11}" destId="{AD380678-4B61-405A-BC06-4DB30F313B22}" srcOrd="0" destOrd="0" presId="urn:microsoft.com/office/officeart/2018/2/layout/IconLabelDescriptionList"/>
    <dgm:cxn modelId="{611538DC-E3A6-4144-A86D-753983C1539E}" type="presParOf" srcId="{B1CB0E5F-18F7-48E5-8C5D-1984F2439D11}" destId="{3AC3CC6F-C178-425B-B8E2-CA5E3AA44500}" srcOrd="1" destOrd="0" presId="urn:microsoft.com/office/officeart/2018/2/layout/IconLabelDescriptionList"/>
    <dgm:cxn modelId="{CC1A408F-E729-47A1-8BD1-7FE4D62F53DE}" type="presParOf" srcId="{B1CB0E5F-18F7-48E5-8C5D-1984F2439D11}" destId="{8EF6B7BC-9938-43C1-997E-4C65BE4991B5}" srcOrd="2" destOrd="0" presId="urn:microsoft.com/office/officeart/2018/2/layout/IconLabelDescriptionList"/>
    <dgm:cxn modelId="{C8D374F0-3814-4E22-8D47-68D33239F529}" type="presParOf" srcId="{B1CB0E5F-18F7-48E5-8C5D-1984F2439D11}" destId="{B30978BA-4D1C-4915-A777-770E81339ED6}" srcOrd="3" destOrd="0" presId="urn:microsoft.com/office/officeart/2018/2/layout/IconLabelDescriptionList"/>
    <dgm:cxn modelId="{D14173ED-AAE9-4940-9914-0272E634D004}" type="presParOf" srcId="{B1CB0E5F-18F7-48E5-8C5D-1984F2439D11}" destId="{E201970D-8FFF-4AD7-951C-BE026813BFF7}" srcOrd="4" destOrd="0" presId="urn:microsoft.com/office/officeart/2018/2/layout/IconLabelDescriptionList"/>
    <dgm:cxn modelId="{59A9D1A7-1CFA-49B8-98CA-FAFB818EB925}" type="presParOf" srcId="{3271C192-3A1C-4013-9456-E70D92AFAB6A}" destId="{99571C69-6C38-4068-A2FA-A4338D71504A}" srcOrd="3" destOrd="0" presId="urn:microsoft.com/office/officeart/2018/2/layout/IconLabelDescriptionList"/>
    <dgm:cxn modelId="{264F1084-7429-428F-8EBF-8CD1F0F4C2AD}" type="presParOf" srcId="{3271C192-3A1C-4013-9456-E70D92AFAB6A}" destId="{AC55DE32-E8B2-4159-85DD-BC8DFAF9128F}" srcOrd="4" destOrd="0" presId="urn:microsoft.com/office/officeart/2018/2/layout/IconLabelDescriptionList"/>
    <dgm:cxn modelId="{7B3A7188-1AC1-476E-9782-5C7CE07EDCAB}" type="presParOf" srcId="{AC55DE32-E8B2-4159-85DD-BC8DFAF9128F}" destId="{42DC7B0B-1CC2-4B3E-B67C-9BBBF4484AD9}" srcOrd="0" destOrd="0" presId="urn:microsoft.com/office/officeart/2018/2/layout/IconLabelDescriptionList"/>
    <dgm:cxn modelId="{DB344459-8D53-4A9E-88BD-3086302A6394}" type="presParOf" srcId="{AC55DE32-E8B2-4159-85DD-BC8DFAF9128F}" destId="{B0C8322A-37F6-484B-865F-1949783588D2}" srcOrd="1" destOrd="0" presId="urn:microsoft.com/office/officeart/2018/2/layout/IconLabelDescriptionList"/>
    <dgm:cxn modelId="{F61A5185-442D-48C2-9299-E460ED628225}" type="presParOf" srcId="{AC55DE32-E8B2-4159-85DD-BC8DFAF9128F}" destId="{BF619C30-E903-43D8-B9D3-2831EAB8560F}" srcOrd="2" destOrd="0" presId="urn:microsoft.com/office/officeart/2018/2/layout/IconLabelDescriptionList"/>
    <dgm:cxn modelId="{7458C7D7-7E60-4F84-AAFE-156EFCBB667E}" type="presParOf" srcId="{AC55DE32-E8B2-4159-85DD-BC8DFAF9128F}" destId="{95E37D04-0856-494D-A11A-4B798DA8F84B}" srcOrd="3" destOrd="0" presId="urn:microsoft.com/office/officeart/2018/2/layout/IconLabelDescriptionList"/>
    <dgm:cxn modelId="{AF9CCF9C-EA0A-4C40-9FEC-70E7BA5EA018}" type="presParOf" srcId="{AC55DE32-E8B2-4159-85DD-BC8DFAF9128F}" destId="{12F8EC58-D14B-4482-97D7-97F6E05EC945}"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7168C23-2DBF-49DE-A441-4A7F2B4061F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PK"/>
        </a:p>
      </dgm:t>
    </dgm:pt>
    <dgm:pt modelId="{9823259A-AA15-4A1F-BACD-12C270CEDE15}">
      <dgm:prSet custT="1"/>
      <dgm:spPr/>
      <dgm:t>
        <a:bodyPr/>
        <a:lstStyle/>
        <a:p>
          <a:r>
            <a:rPr lang="en-US" sz="2000" dirty="0"/>
            <a:t>The coordinator sends a VOTE_REQUEST message to all participants.</a:t>
          </a:r>
          <a:endParaRPr lang="en-PK" sz="2000" dirty="0"/>
        </a:p>
      </dgm:t>
    </dgm:pt>
    <dgm:pt modelId="{222FED03-270F-46D5-9072-3A25F3F5F977}" type="parTrans" cxnId="{BD748E67-F3D4-45CF-B30A-F24DE6F1CEE7}">
      <dgm:prSet/>
      <dgm:spPr/>
      <dgm:t>
        <a:bodyPr/>
        <a:lstStyle/>
        <a:p>
          <a:endParaRPr lang="en-PK"/>
        </a:p>
      </dgm:t>
    </dgm:pt>
    <dgm:pt modelId="{304F09EF-F223-41BF-B047-C3856237C8FE}" type="sibTrans" cxnId="{BD748E67-F3D4-45CF-B30A-F24DE6F1CEE7}">
      <dgm:prSet/>
      <dgm:spPr/>
      <dgm:t>
        <a:bodyPr/>
        <a:lstStyle/>
        <a:p>
          <a:endParaRPr lang="en-PK"/>
        </a:p>
      </dgm:t>
    </dgm:pt>
    <dgm:pt modelId="{82630518-62FC-4A5D-B04E-6C2EA6CD7F81}">
      <dgm:prSet custT="1"/>
      <dgm:spPr/>
      <dgm:t>
        <a:bodyPr/>
        <a:lstStyle/>
        <a:p>
          <a:r>
            <a:rPr lang="en-US" sz="2000" dirty="0"/>
            <a:t>A group member returns VOTE_COMMIT if it can commit locally, otherwise VOTE_ABORT message.</a:t>
          </a:r>
          <a:endParaRPr lang="en-PK" sz="2000" dirty="0"/>
        </a:p>
      </dgm:t>
    </dgm:pt>
    <dgm:pt modelId="{43E00624-897B-48EE-B203-52C95B5B08DB}" type="parTrans" cxnId="{2CE95A89-EAE5-4C69-898F-8B4CD55B1443}">
      <dgm:prSet/>
      <dgm:spPr/>
      <dgm:t>
        <a:bodyPr/>
        <a:lstStyle/>
        <a:p>
          <a:endParaRPr lang="en-PK"/>
        </a:p>
      </dgm:t>
    </dgm:pt>
    <dgm:pt modelId="{B2A2FE83-8F54-4E54-87D8-0133A924F6AE}" type="sibTrans" cxnId="{2CE95A89-EAE5-4C69-898F-8B4CD55B1443}">
      <dgm:prSet/>
      <dgm:spPr/>
      <dgm:t>
        <a:bodyPr/>
        <a:lstStyle/>
        <a:p>
          <a:endParaRPr lang="en-PK"/>
        </a:p>
      </dgm:t>
    </dgm:pt>
    <dgm:pt modelId="{BCD5BD22-5522-4D58-A607-BE0619271024}">
      <dgm:prSet custT="1"/>
      <dgm:spPr/>
      <dgm:t>
        <a:bodyPr/>
        <a:lstStyle/>
        <a:p>
          <a:r>
            <a:rPr lang="en-US" sz="2000" dirty="0"/>
            <a:t>All votes are collected by the coordinator. </a:t>
          </a:r>
          <a:endParaRPr lang="en-PK" sz="2000" dirty="0"/>
        </a:p>
      </dgm:t>
    </dgm:pt>
    <dgm:pt modelId="{8A3E6E94-9350-421D-B4A2-0D32699E50C2}" type="parTrans" cxnId="{1318112A-EA16-47F4-BE95-2122292BA3B4}">
      <dgm:prSet/>
      <dgm:spPr/>
      <dgm:t>
        <a:bodyPr/>
        <a:lstStyle/>
        <a:p>
          <a:endParaRPr lang="en-PK"/>
        </a:p>
      </dgm:t>
    </dgm:pt>
    <dgm:pt modelId="{9ED4D512-38F4-48E2-9539-EF912F0B1F0C}" type="sibTrans" cxnId="{1318112A-EA16-47F4-BE95-2122292BA3B4}">
      <dgm:prSet/>
      <dgm:spPr/>
      <dgm:t>
        <a:bodyPr/>
        <a:lstStyle/>
        <a:p>
          <a:endParaRPr lang="en-PK"/>
        </a:p>
      </dgm:t>
    </dgm:pt>
    <dgm:pt modelId="{938F1059-D5A8-4B52-B66B-BA26138602B1}">
      <dgm:prSet custT="1"/>
      <dgm:spPr/>
      <dgm:t>
        <a:bodyPr/>
        <a:lstStyle/>
        <a:p>
          <a:r>
            <a:rPr lang="en-US" sz="2000" dirty="0"/>
            <a:t>A GLOBAL_COMMIT is sent if all the group members voted to commit. </a:t>
          </a:r>
          <a:endParaRPr lang="en-PK" sz="2000" dirty="0"/>
        </a:p>
      </dgm:t>
    </dgm:pt>
    <dgm:pt modelId="{5AF68D07-26B6-4494-97C4-6DA51F1C55D8}" type="parTrans" cxnId="{C5972D6A-9364-4F75-89EF-7D5D784B4D08}">
      <dgm:prSet/>
      <dgm:spPr/>
      <dgm:t>
        <a:bodyPr/>
        <a:lstStyle/>
        <a:p>
          <a:endParaRPr lang="en-PK"/>
        </a:p>
      </dgm:t>
    </dgm:pt>
    <dgm:pt modelId="{339CAF7E-E031-416D-96B3-84D7C27282CC}" type="sibTrans" cxnId="{C5972D6A-9364-4F75-89EF-7D5D784B4D08}">
      <dgm:prSet/>
      <dgm:spPr/>
      <dgm:t>
        <a:bodyPr/>
        <a:lstStyle/>
        <a:p>
          <a:endParaRPr lang="en-PK"/>
        </a:p>
      </dgm:t>
    </dgm:pt>
    <dgm:pt modelId="{C367A599-E068-4EF8-9AA0-CB8A32D2CCA1}">
      <dgm:prSet custT="1"/>
      <dgm:spPr/>
      <dgm:t>
        <a:bodyPr/>
        <a:lstStyle/>
        <a:p>
          <a:r>
            <a:rPr lang="en-US" sz="2000" dirty="0"/>
            <a:t>If one group member voted to abort, a GLOBAL_ABORT is sent.</a:t>
          </a:r>
          <a:endParaRPr lang="en-PK" sz="2000" dirty="0"/>
        </a:p>
      </dgm:t>
    </dgm:pt>
    <dgm:pt modelId="{008FDB37-831E-440A-8367-B25F1A18088F}" type="parTrans" cxnId="{1CC9305E-697E-4621-AA03-B93C5BD0E31F}">
      <dgm:prSet/>
      <dgm:spPr/>
      <dgm:t>
        <a:bodyPr/>
        <a:lstStyle/>
        <a:p>
          <a:endParaRPr lang="en-PK"/>
        </a:p>
      </dgm:t>
    </dgm:pt>
    <dgm:pt modelId="{264B19F1-203D-42F5-B7B0-4C6E445565ED}" type="sibTrans" cxnId="{1CC9305E-697E-4621-AA03-B93C5BD0E31F}">
      <dgm:prSet/>
      <dgm:spPr/>
      <dgm:t>
        <a:bodyPr/>
        <a:lstStyle/>
        <a:p>
          <a:endParaRPr lang="en-PK"/>
        </a:p>
      </dgm:t>
    </dgm:pt>
    <dgm:pt modelId="{65E7354C-65FC-4CA1-BBD4-95DEF91DD450}">
      <dgm:prSet custT="1"/>
      <dgm:spPr/>
      <dgm:t>
        <a:bodyPr/>
        <a:lstStyle/>
        <a:p>
          <a:r>
            <a:rPr lang="en-US" sz="2000" dirty="0"/>
            <a:t>Group members then COMMIT or ABORT based on the last message received from the coordinator.</a:t>
          </a:r>
          <a:endParaRPr lang="en-PK" sz="2000" dirty="0"/>
        </a:p>
      </dgm:t>
    </dgm:pt>
    <dgm:pt modelId="{7F4B805B-5262-4D56-8223-0CF840198441}" type="parTrans" cxnId="{94AB32A8-1F7D-4222-BE8B-E1137297D326}">
      <dgm:prSet/>
      <dgm:spPr/>
      <dgm:t>
        <a:bodyPr/>
        <a:lstStyle/>
        <a:p>
          <a:endParaRPr lang="en-PK"/>
        </a:p>
      </dgm:t>
    </dgm:pt>
    <dgm:pt modelId="{7D1A142C-8A6C-42A2-9CE6-419D0F110D79}" type="sibTrans" cxnId="{94AB32A8-1F7D-4222-BE8B-E1137297D326}">
      <dgm:prSet/>
      <dgm:spPr/>
      <dgm:t>
        <a:bodyPr/>
        <a:lstStyle/>
        <a:p>
          <a:endParaRPr lang="en-PK"/>
        </a:p>
      </dgm:t>
    </dgm:pt>
    <dgm:pt modelId="{867B5FB0-B88B-4D6E-95ED-E776886433D2}" type="pres">
      <dgm:prSet presAssocID="{17168C23-2DBF-49DE-A441-4A7F2B4061FD}" presName="Name0" presStyleCnt="0">
        <dgm:presLayoutVars>
          <dgm:dir/>
          <dgm:resizeHandles val="exact"/>
        </dgm:presLayoutVars>
      </dgm:prSet>
      <dgm:spPr/>
    </dgm:pt>
    <dgm:pt modelId="{F29BE08E-4D19-450A-B44F-CDEF77C561CE}" type="pres">
      <dgm:prSet presAssocID="{9823259A-AA15-4A1F-BACD-12C270CEDE15}" presName="node" presStyleLbl="node1" presStyleIdx="0" presStyleCnt="4" custScaleX="134667">
        <dgm:presLayoutVars>
          <dgm:bulletEnabled val="1"/>
        </dgm:presLayoutVars>
      </dgm:prSet>
      <dgm:spPr/>
    </dgm:pt>
    <dgm:pt modelId="{01A719CE-F069-4799-B36C-FB2FF81D439B}" type="pres">
      <dgm:prSet presAssocID="{304F09EF-F223-41BF-B047-C3856237C8FE}" presName="sibTrans" presStyleLbl="sibTrans2D1" presStyleIdx="0" presStyleCnt="3"/>
      <dgm:spPr/>
    </dgm:pt>
    <dgm:pt modelId="{B6D59628-49AD-4546-8E42-1C4016E65AAB}" type="pres">
      <dgm:prSet presAssocID="{304F09EF-F223-41BF-B047-C3856237C8FE}" presName="connectorText" presStyleLbl="sibTrans2D1" presStyleIdx="0" presStyleCnt="3"/>
      <dgm:spPr/>
    </dgm:pt>
    <dgm:pt modelId="{44589C3B-3F70-46EC-9BB1-6ADD3B3DE92C}" type="pres">
      <dgm:prSet presAssocID="{82630518-62FC-4A5D-B04E-6C2EA6CD7F81}" presName="node" presStyleLbl="node1" presStyleIdx="1" presStyleCnt="4" custScaleX="140521" custLinFactNeighborX="-27235">
        <dgm:presLayoutVars>
          <dgm:bulletEnabled val="1"/>
        </dgm:presLayoutVars>
      </dgm:prSet>
      <dgm:spPr/>
    </dgm:pt>
    <dgm:pt modelId="{69A41E2E-4172-4591-AE6A-98F2AC392C79}" type="pres">
      <dgm:prSet presAssocID="{B2A2FE83-8F54-4E54-87D8-0133A924F6AE}" presName="sibTrans" presStyleLbl="sibTrans2D1" presStyleIdx="1" presStyleCnt="3"/>
      <dgm:spPr/>
    </dgm:pt>
    <dgm:pt modelId="{7D110CAD-4F39-44C4-93AE-831220EF19BF}" type="pres">
      <dgm:prSet presAssocID="{B2A2FE83-8F54-4E54-87D8-0133A924F6AE}" presName="connectorText" presStyleLbl="sibTrans2D1" presStyleIdx="1" presStyleCnt="3"/>
      <dgm:spPr/>
    </dgm:pt>
    <dgm:pt modelId="{5D789F88-8564-4D53-959E-D31EDF1B7832}" type="pres">
      <dgm:prSet presAssocID="{BCD5BD22-5522-4D58-A607-BE0619271024}" presName="node" presStyleLbl="node1" presStyleIdx="2" presStyleCnt="4" custScaleX="179507" custLinFactNeighborX="-14240">
        <dgm:presLayoutVars>
          <dgm:bulletEnabled val="1"/>
        </dgm:presLayoutVars>
      </dgm:prSet>
      <dgm:spPr/>
    </dgm:pt>
    <dgm:pt modelId="{7F3719BA-4C35-40D6-A681-13699C816562}" type="pres">
      <dgm:prSet presAssocID="{9ED4D512-38F4-48E2-9539-EF912F0B1F0C}" presName="sibTrans" presStyleLbl="sibTrans2D1" presStyleIdx="2" presStyleCnt="3"/>
      <dgm:spPr/>
    </dgm:pt>
    <dgm:pt modelId="{83D0A76F-F1AD-49FC-BFD7-25F67B606814}" type="pres">
      <dgm:prSet presAssocID="{9ED4D512-38F4-48E2-9539-EF912F0B1F0C}" presName="connectorText" presStyleLbl="sibTrans2D1" presStyleIdx="2" presStyleCnt="3"/>
      <dgm:spPr/>
    </dgm:pt>
    <dgm:pt modelId="{F9963AA0-80DB-4A1B-883D-D93408F6E1A3}" type="pres">
      <dgm:prSet presAssocID="{65E7354C-65FC-4CA1-BBD4-95DEF91DD450}" presName="node" presStyleLbl="node1" presStyleIdx="3" presStyleCnt="4" custScaleX="112320" custLinFactNeighborX="-18512">
        <dgm:presLayoutVars>
          <dgm:bulletEnabled val="1"/>
        </dgm:presLayoutVars>
      </dgm:prSet>
      <dgm:spPr/>
    </dgm:pt>
  </dgm:ptLst>
  <dgm:cxnLst>
    <dgm:cxn modelId="{845E8D27-1FF3-4C5E-A029-ECB09E6B2FA4}" type="presOf" srcId="{82630518-62FC-4A5D-B04E-6C2EA6CD7F81}" destId="{44589C3B-3F70-46EC-9BB1-6ADD3B3DE92C}" srcOrd="0" destOrd="0" presId="urn:microsoft.com/office/officeart/2005/8/layout/process1"/>
    <dgm:cxn modelId="{1318112A-EA16-47F4-BE95-2122292BA3B4}" srcId="{17168C23-2DBF-49DE-A441-4A7F2B4061FD}" destId="{BCD5BD22-5522-4D58-A607-BE0619271024}" srcOrd="2" destOrd="0" parTransId="{8A3E6E94-9350-421D-B4A2-0D32699E50C2}" sibTransId="{9ED4D512-38F4-48E2-9539-EF912F0B1F0C}"/>
    <dgm:cxn modelId="{EC1E033E-B339-4018-9E9B-72731E61A0C6}" type="presOf" srcId="{304F09EF-F223-41BF-B047-C3856237C8FE}" destId="{01A719CE-F069-4799-B36C-FB2FF81D439B}" srcOrd="0" destOrd="0" presId="urn:microsoft.com/office/officeart/2005/8/layout/process1"/>
    <dgm:cxn modelId="{1CC9305E-697E-4621-AA03-B93C5BD0E31F}" srcId="{BCD5BD22-5522-4D58-A607-BE0619271024}" destId="{C367A599-E068-4EF8-9AA0-CB8A32D2CCA1}" srcOrd="1" destOrd="0" parTransId="{008FDB37-831E-440A-8367-B25F1A18088F}" sibTransId="{264B19F1-203D-42F5-B7B0-4C6E445565ED}"/>
    <dgm:cxn modelId="{576E0443-57F4-4C6B-BB00-9A45020498B5}" type="presOf" srcId="{BCD5BD22-5522-4D58-A607-BE0619271024}" destId="{5D789F88-8564-4D53-959E-D31EDF1B7832}" srcOrd="0" destOrd="0" presId="urn:microsoft.com/office/officeart/2005/8/layout/process1"/>
    <dgm:cxn modelId="{BD748E67-F3D4-45CF-B30A-F24DE6F1CEE7}" srcId="{17168C23-2DBF-49DE-A441-4A7F2B4061FD}" destId="{9823259A-AA15-4A1F-BACD-12C270CEDE15}" srcOrd="0" destOrd="0" parTransId="{222FED03-270F-46D5-9072-3A25F3F5F977}" sibTransId="{304F09EF-F223-41BF-B047-C3856237C8FE}"/>
    <dgm:cxn modelId="{C5972D6A-9364-4F75-89EF-7D5D784B4D08}" srcId="{BCD5BD22-5522-4D58-A607-BE0619271024}" destId="{938F1059-D5A8-4B52-B66B-BA26138602B1}" srcOrd="0" destOrd="0" parTransId="{5AF68D07-26B6-4494-97C4-6DA51F1C55D8}" sibTransId="{339CAF7E-E031-416D-96B3-84D7C27282CC}"/>
    <dgm:cxn modelId="{68B5EA71-4EB3-44CB-9B28-0A6E4C0E34D3}" type="presOf" srcId="{9ED4D512-38F4-48E2-9539-EF912F0B1F0C}" destId="{83D0A76F-F1AD-49FC-BFD7-25F67B606814}" srcOrd="1" destOrd="0" presId="urn:microsoft.com/office/officeart/2005/8/layout/process1"/>
    <dgm:cxn modelId="{2CE95A89-EAE5-4C69-898F-8B4CD55B1443}" srcId="{17168C23-2DBF-49DE-A441-4A7F2B4061FD}" destId="{82630518-62FC-4A5D-B04E-6C2EA6CD7F81}" srcOrd="1" destOrd="0" parTransId="{43E00624-897B-48EE-B203-52C95B5B08DB}" sibTransId="{B2A2FE83-8F54-4E54-87D8-0133A924F6AE}"/>
    <dgm:cxn modelId="{965E7A8B-EE59-4E5B-BD6D-3EEA5DA858C2}" type="presOf" srcId="{C367A599-E068-4EF8-9AA0-CB8A32D2CCA1}" destId="{5D789F88-8564-4D53-959E-D31EDF1B7832}" srcOrd="0" destOrd="2" presId="urn:microsoft.com/office/officeart/2005/8/layout/process1"/>
    <dgm:cxn modelId="{94AB32A8-1F7D-4222-BE8B-E1137297D326}" srcId="{17168C23-2DBF-49DE-A441-4A7F2B4061FD}" destId="{65E7354C-65FC-4CA1-BBD4-95DEF91DD450}" srcOrd="3" destOrd="0" parTransId="{7F4B805B-5262-4D56-8223-0CF840198441}" sibTransId="{7D1A142C-8A6C-42A2-9CE6-419D0F110D79}"/>
    <dgm:cxn modelId="{155B67BB-296C-48E9-AAB3-ECFCAE70CB69}" type="presOf" srcId="{17168C23-2DBF-49DE-A441-4A7F2B4061FD}" destId="{867B5FB0-B88B-4D6E-95ED-E776886433D2}" srcOrd="0" destOrd="0" presId="urn:microsoft.com/office/officeart/2005/8/layout/process1"/>
    <dgm:cxn modelId="{0B0B42C3-6DBA-4272-9F32-3DE6B8F503A0}" type="presOf" srcId="{B2A2FE83-8F54-4E54-87D8-0133A924F6AE}" destId="{7D110CAD-4F39-44C4-93AE-831220EF19BF}" srcOrd="1" destOrd="0" presId="urn:microsoft.com/office/officeart/2005/8/layout/process1"/>
    <dgm:cxn modelId="{FAD208C7-224D-4705-B02B-0995E1D69337}" type="presOf" srcId="{9ED4D512-38F4-48E2-9539-EF912F0B1F0C}" destId="{7F3719BA-4C35-40D6-A681-13699C816562}" srcOrd="0" destOrd="0" presId="urn:microsoft.com/office/officeart/2005/8/layout/process1"/>
    <dgm:cxn modelId="{CFE256D2-91A4-40C4-A959-3238A6CF0915}" type="presOf" srcId="{B2A2FE83-8F54-4E54-87D8-0133A924F6AE}" destId="{69A41E2E-4172-4591-AE6A-98F2AC392C79}" srcOrd="0" destOrd="0" presId="urn:microsoft.com/office/officeart/2005/8/layout/process1"/>
    <dgm:cxn modelId="{ED9868E2-DB0E-436C-B6AA-DD711FDCB5A6}" type="presOf" srcId="{304F09EF-F223-41BF-B047-C3856237C8FE}" destId="{B6D59628-49AD-4546-8E42-1C4016E65AAB}" srcOrd="1" destOrd="0" presId="urn:microsoft.com/office/officeart/2005/8/layout/process1"/>
    <dgm:cxn modelId="{0AB9ECEC-C6EC-4F2D-B0F8-06C43B957522}" type="presOf" srcId="{65E7354C-65FC-4CA1-BBD4-95DEF91DD450}" destId="{F9963AA0-80DB-4A1B-883D-D93408F6E1A3}" srcOrd="0" destOrd="0" presId="urn:microsoft.com/office/officeart/2005/8/layout/process1"/>
    <dgm:cxn modelId="{9A6C85F2-8202-4AE4-9AFF-56E99F7CAA78}" type="presOf" srcId="{9823259A-AA15-4A1F-BACD-12C270CEDE15}" destId="{F29BE08E-4D19-450A-B44F-CDEF77C561CE}" srcOrd="0" destOrd="0" presId="urn:microsoft.com/office/officeart/2005/8/layout/process1"/>
    <dgm:cxn modelId="{B0EA36F5-7D6C-4C7E-929C-6BE6C9D5296E}" type="presOf" srcId="{938F1059-D5A8-4B52-B66B-BA26138602B1}" destId="{5D789F88-8564-4D53-959E-D31EDF1B7832}" srcOrd="0" destOrd="1" presId="urn:microsoft.com/office/officeart/2005/8/layout/process1"/>
    <dgm:cxn modelId="{EABD4E93-E33B-48E3-8CF0-C586AAB3E2F1}" type="presParOf" srcId="{867B5FB0-B88B-4D6E-95ED-E776886433D2}" destId="{F29BE08E-4D19-450A-B44F-CDEF77C561CE}" srcOrd="0" destOrd="0" presId="urn:microsoft.com/office/officeart/2005/8/layout/process1"/>
    <dgm:cxn modelId="{B6FBAF3B-D1AD-4BAE-BFB6-8030B770BF14}" type="presParOf" srcId="{867B5FB0-B88B-4D6E-95ED-E776886433D2}" destId="{01A719CE-F069-4799-B36C-FB2FF81D439B}" srcOrd="1" destOrd="0" presId="urn:microsoft.com/office/officeart/2005/8/layout/process1"/>
    <dgm:cxn modelId="{E64566F6-DC5F-4EDE-998F-8F7AEC74107F}" type="presParOf" srcId="{01A719CE-F069-4799-B36C-FB2FF81D439B}" destId="{B6D59628-49AD-4546-8E42-1C4016E65AAB}" srcOrd="0" destOrd="0" presId="urn:microsoft.com/office/officeart/2005/8/layout/process1"/>
    <dgm:cxn modelId="{E9317D22-D29B-4CA7-9E92-F889DC3084B2}" type="presParOf" srcId="{867B5FB0-B88B-4D6E-95ED-E776886433D2}" destId="{44589C3B-3F70-46EC-9BB1-6ADD3B3DE92C}" srcOrd="2" destOrd="0" presId="urn:microsoft.com/office/officeart/2005/8/layout/process1"/>
    <dgm:cxn modelId="{312BFEB0-B9E1-4B17-9C63-D8008D95133E}" type="presParOf" srcId="{867B5FB0-B88B-4D6E-95ED-E776886433D2}" destId="{69A41E2E-4172-4591-AE6A-98F2AC392C79}" srcOrd="3" destOrd="0" presId="urn:microsoft.com/office/officeart/2005/8/layout/process1"/>
    <dgm:cxn modelId="{D89C6D05-343C-438D-8DA1-01050183E457}" type="presParOf" srcId="{69A41E2E-4172-4591-AE6A-98F2AC392C79}" destId="{7D110CAD-4F39-44C4-93AE-831220EF19BF}" srcOrd="0" destOrd="0" presId="urn:microsoft.com/office/officeart/2005/8/layout/process1"/>
    <dgm:cxn modelId="{0CEC42DC-6D93-4B70-9F7D-F2D47DC93DFE}" type="presParOf" srcId="{867B5FB0-B88B-4D6E-95ED-E776886433D2}" destId="{5D789F88-8564-4D53-959E-D31EDF1B7832}" srcOrd="4" destOrd="0" presId="urn:microsoft.com/office/officeart/2005/8/layout/process1"/>
    <dgm:cxn modelId="{FAB7AB93-75AF-4147-ACB8-6DA694CB04D5}" type="presParOf" srcId="{867B5FB0-B88B-4D6E-95ED-E776886433D2}" destId="{7F3719BA-4C35-40D6-A681-13699C816562}" srcOrd="5" destOrd="0" presId="urn:microsoft.com/office/officeart/2005/8/layout/process1"/>
    <dgm:cxn modelId="{C0D8A5C1-F7B2-409E-9223-525E1B65AC83}" type="presParOf" srcId="{7F3719BA-4C35-40D6-A681-13699C816562}" destId="{83D0A76F-F1AD-49FC-BFD7-25F67B606814}" srcOrd="0" destOrd="0" presId="urn:microsoft.com/office/officeart/2005/8/layout/process1"/>
    <dgm:cxn modelId="{D353A6D7-EE3E-4717-9ECE-56BFD21C3A7D}" type="presParOf" srcId="{867B5FB0-B88B-4D6E-95ED-E776886433D2}" destId="{F9963AA0-80DB-4A1B-883D-D93408F6E1A3}"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EFCB709-416F-410F-96DD-299B2756C15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PK"/>
        </a:p>
      </dgm:t>
    </dgm:pt>
    <dgm:pt modelId="{B9EDEAFF-8447-4C5E-9150-6E081AEED3EF}">
      <dgm:prSet custT="1"/>
      <dgm:spPr/>
      <dgm:t>
        <a:bodyPr/>
        <a:lstStyle/>
        <a:p>
          <a:r>
            <a:rPr lang="en-US" sz="2000" dirty="0"/>
            <a:t>It can lead to both the coordinator and the participants blocking, which may lead to the dreaded deadlock.</a:t>
          </a:r>
          <a:endParaRPr lang="en-PK" sz="2000" dirty="0"/>
        </a:p>
      </dgm:t>
    </dgm:pt>
    <dgm:pt modelId="{62B99657-2505-4EF7-A1F8-D244CED328D2}" type="parTrans" cxnId="{D1F93A82-BBBB-495B-9D2F-79D29BD582D3}">
      <dgm:prSet/>
      <dgm:spPr/>
      <dgm:t>
        <a:bodyPr/>
        <a:lstStyle/>
        <a:p>
          <a:endParaRPr lang="en-PK"/>
        </a:p>
      </dgm:t>
    </dgm:pt>
    <dgm:pt modelId="{F144ADA6-4153-49B5-8EAB-0387F7253A3C}" type="sibTrans" cxnId="{D1F93A82-BBBB-495B-9D2F-79D29BD582D3}">
      <dgm:prSet/>
      <dgm:spPr/>
      <dgm:t>
        <a:bodyPr/>
        <a:lstStyle/>
        <a:p>
          <a:endParaRPr lang="en-PK"/>
        </a:p>
      </dgm:t>
    </dgm:pt>
    <dgm:pt modelId="{7BE2B61B-1D80-4B19-AF7A-54C4E72CC37B}">
      <dgm:prSet custT="1"/>
      <dgm:spPr/>
      <dgm:t>
        <a:bodyPr/>
        <a:lstStyle/>
        <a:p>
          <a:r>
            <a:rPr lang="en-US" sz="2000" dirty="0"/>
            <a:t>If the coordinator crashes, the participants may not be able to reach a final decision, and they may, therefore, block until the coordinator recovers.</a:t>
          </a:r>
          <a:endParaRPr lang="en-PK" sz="2000" dirty="0"/>
        </a:p>
      </dgm:t>
    </dgm:pt>
    <dgm:pt modelId="{22BAE513-A5FE-47F4-B37B-2E00690720BD}" type="parTrans" cxnId="{828D0FCB-53A0-4612-8C6F-4EA32F951724}">
      <dgm:prSet/>
      <dgm:spPr/>
      <dgm:t>
        <a:bodyPr/>
        <a:lstStyle/>
        <a:p>
          <a:endParaRPr lang="en-PK"/>
        </a:p>
      </dgm:t>
    </dgm:pt>
    <dgm:pt modelId="{207B9841-E94A-42BB-B3F7-59FB90ED5E2D}" type="sibTrans" cxnId="{828D0FCB-53A0-4612-8C6F-4EA32F951724}">
      <dgm:prSet/>
      <dgm:spPr/>
      <dgm:t>
        <a:bodyPr/>
        <a:lstStyle/>
        <a:p>
          <a:endParaRPr lang="en-PK"/>
        </a:p>
      </dgm:t>
    </dgm:pt>
    <dgm:pt modelId="{C208111E-B81D-41C9-ADF8-187DD076BFC8}">
      <dgm:prSet custT="1"/>
      <dgm:spPr/>
      <dgm:t>
        <a:bodyPr/>
        <a:lstStyle/>
        <a:p>
          <a:r>
            <a:rPr lang="en-US" sz="2000" dirty="0"/>
            <a:t>Two-Phase Commit is known as a blocking-commit protocol for this reason.</a:t>
          </a:r>
          <a:endParaRPr lang="en-PK" sz="2000" dirty="0"/>
        </a:p>
      </dgm:t>
    </dgm:pt>
    <dgm:pt modelId="{2CCB8548-5D22-4D51-8029-97D28868F6A0}" type="parTrans" cxnId="{66FDF042-C309-4829-9E3B-314AB6787965}">
      <dgm:prSet/>
      <dgm:spPr/>
      <dgm:t>
        <a:bodyPr/>
        <a:lstStyle/>
        <a:p>
          <a:endParaRPr lang="en-PK"/>
        </a:p>
      </dgm:t>
    </dgm:pt>
    <dgm:pt modelId="{37E1C2C3-BDBB-44A1-BE3B-F1A3A0959063}" type="sibTrans" cxnId="{66FDF042-C309-4829-9E3B-314AB6787965}">
      <dgm:prSet/>
      <dgm:spPr/>
      <dgm:t>
        <a:bodyPr/>
        <a:lstStyle/>
        <a:p>
          <a:endParaRPr lang="en-PK"/>
        </a:p>
      </dgm:t>
    </dgm:pt>
    <dgm:pt modelId="{8E66D6A9-F774-4F0C-AF02-48FFF189784F}">
      <dgm:prSet custT="1"/>
      <dgm:spPr/>
      <dgm:t>
        <a:bodyPr/>
        <a:lstStyle/>
        <a:p>
          <a:r>
            <a:rPr lang="en-US" sz="2000" dirty="0"/>
            <a:t>The solution: Three-Phase Commit Protocol</a:t>
          </a:r>
          <a:endParaRPr lang="en-PK" sz="2000" dirty="0"/>
        </a:p>
      </dgm:t>
    </dgm:pt>
    <dgm:pt modelId="{7621EE38-EF4C-4D28-A5BA-A9A6CC171F8A}" type="parTrans" cxnId="{8457E811-DCCB-4761-BBC0-BD11DBAA77FA}">
      <dgm:prSet/>
      <dgm:spPr/>
      <dgm:t>
        <a:bodyPr/>
        <a:lstStyle/>
        <a:p>
          <a:endParaRPr lang="en-PK"/>
        </a:p>
      </dgm:t>
    </dgm:pt>
    <dgm:pt modelId="{16DCCAA4-0333-4CA8-BCBD-1EAFA9EBE4BA}" type="sibTrans" cxnId="{8457E811-DCCB-4761-BBC0-BD11DBAA77FA}">
      <dgm:prSet/>
      <dgm:spPr/>
      <dgm:t>
        <a:bodyPr/>
        <a:lstStyle/>
        <a:p>
          <a:endParaRPr lang="en-PK"/>
        </a:p>
      </dgm:t>
    </dgm:pt>
    <dgm:pt modelId="{C0EC6CFB-5D4A-485C-A1C1-0C6977CAE15D}" type="pres">
      <dgm:prSet presAssocID="{CEFCB709-416F-410F-96DD-299B2756C15D}" presName="Name0" presStyleCnt="0">
        <dgm:presLayoutVars>
          <dgm:chMax val="7"/>
          <dgm:dir/>
          <dgm:animLvl val="lvl"/>
          <dgm:resizeHandles val="exact"/>
        </dgm:presLayoutVars>
      </dgm:prSet>
      <dgm:spPr/>
    </dgm:pt>
    <dgm:pt modelId="{3C2B84DB-CFBB-44C5-AC31-9998E55F5B99}" type="pres">
      <dgm:prSet presAssocID="{B9EDEAFF-8447-4C5E-9150-6E081AEED3EF}" presName="circle1" presStyleLbl="node1" presStyleIdx="0" presStyleCnt="4"/>
      <dgm:spPr/>
    </dgm:pt>
    <dgm:pt modelId="{D6452BCF-123D-4D76-ACD6-86FB2D2C7E39}" type="pres">
      <dgm:prSet presAssocID="{B9EDEAFF-8447-4C5E-9150-6E081AEED3EF}" presName="space" presStyleCnt="0"/>
      <dgm:spPr/>
    </dgm:pt>
    <dgm:pt modelId="{0B2963CE-6466-4A4E-B84E-52881552424B}" type="pres">
      <dgm:prSet presAssocID="{B9EDEAFF-8447-4C5E-9150-6E081AEED3EF}" presName="rect1" presStyleLbl="alignAcc1" presStyleIdx="0" presStyleCnt="4"/>
      <dgm:spPr/>
    </dgm:pt>
    <dgm:pt modelId="{730805E4-4BCC-4DD3-927D-FAC51D859431}" type="pres">
      <dgm:prSet presAssocID="{7BE2B61B-1D80-4B19-AF7A-54C4E72CC37B}" presName="vertSpace2" presStyleLbl="node1" presStyleIdx="0" presStyleCnt="4"/>
      <dgm:spPr/>
    </dgm:pt>
    <dgm:pt modelId="{B747DBCF-5E34-46FB-8AE4-98DCFA4C62D9}" type="pres">
      <dgm:prSet presAssocID="{7BE2B61B-1D80-4B19-AF7A-54C4E72CC37B}" presName="circle2" presStyleLbl="node1" presStyleIdx="1" presStyleCnt="4"/>
      <dgm:spPr/>
    </dgm:pt>
    <dgm:pt modelId="{D5F7EEAD-8D3E-4BFB-A30A-CF13EE26A766}" type="pres">
      <dgm:prSet presAssocID="{7BE2B61B-1D80-4B19-AF7A-54C4E72CC37B}" presName="rect2" presStyleLbl="alignAcc1" presStyleIdx="1" presStyleCnt="4"/>
      <dgm:spPr/>
    </dgm:pt>
    <dgm:pt modelId="{B1626DDC-05F2-47F3-B80D-CFAD0DBDB473}" type="pres">
      <dgm:prSet presAssocID="{C208111E-B81D-41C9-ADF8-187DD076BFC8}" presName="vertSpace3" presStyleLbl="node1" presStyleIdx="1" presStyleCnt="4"/>
      <dgm:spPr/>
    </dgm:pt>
    <dgm:pt modelId="{BCAB9B40-5FF6-4FAC-BD6F-C7DE4CC3F6EF}" type="pres">
      <dgm:prSet presAssocID="{C208111E-B81D-41C9-ADF8-187DD076BFC8}" presName="circle3" presStyleLbl="node1" presStyleIdx="2" presStyleCnt="4"/>
      <dgm:spPr/>
    </dgm:pt>
    <dgm:pt modelId="{56572BF7-0985-482D-B123-80C5EA511561}" type="pres">
      <dgm:prSet presAssocID="{C208111E-B81D-41C9-ADF8-187DD076BFC8}" presName="rect3" presStyleLbl="alignAcc1" presStyleIdx="2" presStyleCnt="4"/>
      <dgm:spPr/>
    </dgm:pt>
    <dgm:pt modelId="{42311C36-A419-4357-A43F-BCD5CC058420}" type="pres">
      <dgm:prSet presAssocID="{8E66D6A9-F774-4F0C-AF02-48FFF189784F}" presName="vertSpace4" presStyleLbl="node1" presStyleIdx="2" presStyleCnt="4"/>
      <dgm:spPr/>
    </dgm:pt>
    <dgm:pt modelId="{58E032F0-E841-4247-97D0-DA932B42BEED}" type="pres">
      <dgm:prSet presAssocID="{8E66D6A9-F774-4F0C-AF02-48FFF189784F}" presName="circle4" presStyleLbl="node1" presStyleIdx="3" presStyleCnt="4"/>
      <dgm:spPr/>
    </dgm:pt>
    <dgm:pt modelId="{CD14EC6C-EE2F-4C1B-99B1-7B5A699A4625}" type="pres">
      <dgm:prSet presAssocID="{8E66D6A9-F774-4F0C-AF02-48FFF189784F}" presName="rect4" presStyleLbl="alignAcc1" presStyleIdx="3" presStyleCnt="4"/>
      <dgm:spPr/>
    </dgm:pt>
    <dgm:pt modelId="{0836DD6C-280E-46BF-8892-24E9DA96D141}" type="pres">
      <dgm:prSet presAssocID="{B9EDEAFF-8447-4C5E-9150-6E081AEED3EF}" presName="rect1ParTxNoCh" presStyleLbl="alignAcc1" presStyleIdx="3" presStyleCnt="4">
        <dgm:presLayoutVars>
          <dgm:chMax val="1"/>
          <dgm:bulletEnabled val="1"/>
        </dgm:presLayoutVars>
      </dgm:prSet>
      <dgm:spPr/>
    </dgm:pt>
    <dgm:pt modelId="{A08BBFA7-C76D-4865-8E43-90CF72373146}" type="pres">
      <dgm:prSet presAssocID="{7BE2B61B-1D80-4B19-AF7A-54C4E72CC37B}" presName="rect2ParTxNoCh" presStyleLbl="alignAcc1" presStyleIdx="3" presStyleCnt="4">
        <dgm:presLayoutVars>
          <dgm:chMax val="1"/>
          <dgm:bulletEnabled val="1"/>
        </dgm:presLayoutVars>
      </dgm:prSet>
      <dgm:spPr/>
    </dgm:pt>
    <dgm:pt modelId="{99664427-1615-402A-BF8E-C572A0A23936}" type="pres">
      <dgm:prSet presAssocID="{C208111E-B81D-41C9-ADF8-187DD076BFC8}" presName="rect3ParTxNoCh" presStyleLbl="alignAcc1" presStyleIdx="3" presStyleCnt="4">
        <dgm:presLayoutVars>
          <dgm:chMax val="1"/>
          <dgm:bulletEnabled val="1"/>
        </dgm:presLayoutVars>
      </dgm:prSet>
      <dgm:spPr/>
    </dgm:pt>
    <dgm:pt modelId="{64C88BF6-816C-4BD4-AF8F-D390EA65CEE3}" type="pres">
      <dgm:prSet presAssocID="{8E66D6A9-F774-4F0C-AF02-48FFF189784F}" presName="rect4ParTxNoCh" presStyleLbl="alignAcc1" presStyleIdx="3" presStyleCnt="4">
        <dgm:presLayoutVars>
          <dgm:chMax val="1"/>
          <dgm:bulletEnabled val="1"/>
        </dgm:presLayoutVars>
      </dgm:prSet>
      <dgm:spPr/>
    </dgm:pt>
  </dgm:ptLst>
  <dgm:cxnLst>
    <dgm:cxn modelId="{C9A04C0B-4FFD-444A-A90D-85C9B33D6E51}" type="presOf" srcId="{C208111E-B81D-41C9-ADF8-187DD076BFC8}" destId="{56572BF7-0985-482D-B123-80C5EA511561}" srcOrd="0" destOrd="0" presId="urn:microsoft.com/office/officeart/2005/8/layout/target3"/>
    <dgm:cxn modelId="{8457E811-DCCB-4761-BBC0-BD11DBAA77FA}" srcId="{CEFCB709-416F-410F-96DD-299B2756C15D}" destId="{8E66D6A9-F774-4F0C-AF02-48FFF189784F}" srcOrd="3" destOrd="0" parTransId="{7621EE38-EF4C-4D28-A5BA-A9A6CC171F8A}" sibTransId="{16DCCAA4-0333-4CA8-BCBD-1EAFA9EBE4BA}"/>
    <dgm:cxn modelId="{138E9D1F-CBC9-46CA-8D96-EB103B4100D5}" type="presOf" srcId="{8E66D6A9-F774-4F0C-AF02-48FFF189784F}" destId="{CD14EC6C-EE2F-4C1B-99B1-7B5A699A4625}" srcOrd="0" destOrd="0" presId="urn:microsoft.com/office/officeart/2005/8/layout/target3"/>
    <dgm:cxn modelId="{4EB3E32E-696F-4AF8-ABB4-E04478543771}" type="presOf" srcId="{B9EDEAFF-8447-4C5E-9150-6E081AEED3EF}" destId="{0B2963CE-6466-4A4E-B84E-52881552424B}" srcOrd="0" destOrd="0" presId="urn:microsoft.com/office/officeart/2005/8/layout/target3"/>
    <dgm:cxn modelId="{02C28438-ADB1-4AC4-895C-20F37EEDB865}" type="presOf" srcId="{B9EDEAFF-8447-4C5E-9150-6E081AEED3EF}" destId="{0836DD6C-280E-46BF-8892-24E9DA96D141}" srcOrd="1" destOrd="0" presId="urn:microsoft.com/office/officeart/2005/8/layout/target3"/>
    <dgm:cxn modelId="{D8D7C43F-0B35-4C81-A16F-E530004F351B}" type="presOf" srcId="{C208111E-B81D-41C9-ADF8-187DD076BFC8}" destId="{99664427-1615-402A-BF8E-C572A0A23936}" srcOrd="1" destOrd="0" presId="urn:microsoft.com/office/officeart/2005/8/layout/target3"/>
    <dgm:cxn modelId="{66FDF042-C309-4829-9E3B-314AB6787965}" srcId="{CEFCB709-416F-410F-96DD-299B2756C15D}" destId="{C208111E-B81D-41C9-ADF8-187DD076BFC8}" srcOrd="2" destOrd="0" parTransId="{2CCB8548-5D22-4D51-8029-97D28868F6A0}" sibTransId="{37E1C2C3-BDBB-44A1-BE3B-F1A3A0959063}"/>
    <dgm:cxn modelId="{1CEE826C-5A8B-4FA2-9F22-D330644541CA}" type="presOf" srcId="{8E66D6A9-F774-4F0C-AF02-48FFF189784F}" destId="{64C88BF6-816C-4BD4-AF8F-D390EA65CEE3}" srcOrd="1" destOrd="0" presId="urn:microsoft.com/office/officeart/2005/8/layout/target3"/>
    <dgm:cxn modelId="{B021E371-C4A5-4CFF-81BC-488A23E72A1A}" type="presOf" srcId="{7BE2B61B-1D80-4B19-AF7A-54C4E72CC37B}" destId="{A08BBFA7-C76D-4865-8E43-90CF72373146}" srcOrd="1" destOrd="0" presId="urn:microsoft.com/office/officeart/2005/8/layout/target3"/>
    <dgm:cxn modelId="{D1F93A82-BBBB-495B-9D2F-79D29BD582D3}" srcId="{CEFCB709-416F-410F-96DD-299B2756C15D}" destId="{B9EDEAFF-8447-4C5E-9150-6E081AEED3EF}" srcOrd="0" destOrd="0" parTransId="{62B99657-2505-4EF7-A1F8-D244CED328D2}" sibTransId="{F144ADA6-4153-49B5-8EAB-0387F7253A3C}"/>
    <dgm:cxn modelId="{7510A38A-9A33-4A4B-8AAC-B48F7B5FFB7C}" type="presOf" srcId="{7BE2B61B-1D80-4B19-AF7A-54C4E72CC37B}" destId="{D5F7EEAD-8D3E-4BFB-A30A-CF13EE26A766}" srcOrd="0" destOrd="0" presId="urn:microsoft.com/office/officeart/2005/8/layout/target3"/>
    <dgm:cxn modelId="{EE67DD9B-98A7-4A9E-9950-59AB48C440CD}" type="presOf" srcId="{CEFCB709-416F-410F-96DD-299B2756C15D}" destId="{C0EC6CFB-5D4A-485C-A1C1-0C6977CAE15D}" srcOrd="0" destOrd="0" presId="urn:microsoft.com/office/officeart/2005/8/layout/target3"/>
    <dgm:cxn modelId="{828D0FCB-53A0-4612-8C6F-4EA32F951724}" srcId="{CEFCB709-416F-410F-96DD-299B2756C15D}" destId="{7BE2B61B-1D80-4B19-AF7A-54C4E72CC37B}" srcOrd="1" destOrd="0" parTransId="{22BAE513-A5FE-47F4-B37B-2E00690720BD}" sibTransId="{207B9841-E94A-42BB-B3F7-59FB90ED5E2D}"/>
    <dgm:cxn modelId="{29EE49E8-C1D0-4E2B-B654-D610A515E952}" type="presParOf" srcId="{C0EC6CFB-5D4A-485C-A1C1-0C6977CAE15D}" destId="{3C2B84DB-CFBB-44C5-AC31-9998E55F5B99}" srcOrd="0" destOrd="0" presId="urn:microsoft.com/office/officeart/2005/8/layout/target3"/>
    <dgm:cxn modelId="{CDBF94D9-F0B6-4BC8-9E91-D00F4A1B742B}" type="presParOf" srcId="{C0EC6CFB-5D4A-485C-A1C1-0C6977CAE15D}" destId="{D6452BCF-123D-4D76-ACD6-86FB2D2C7E39}" srcOrd="1" destOrd="0" presId="urn:microsoft.com/office/officeart/2005/8/layout/target3"/>
    <dgm:cxn modelId="{976CB21E-1BA4-46BA-8AD1-4FC9176215E2}" type="presParOf" srcId="{C0EC6CFB-5D4A-485C-A1C1-0C6977CAE15D}" destId="{0B2963CE-6466-4A4E-B84E-52881552424B}" srcOrd="2" destOrd="0" presId="urn:microsoft.com/office/officeart/2005/8/layout/target3"/>
    <dgm:cxn modelId="{7317E12B-F5BE-4277-8ADF-0CEF569D5896}" type="presParOf" srcId="{C0EC6CFB-5D4A-485C-A1C1-0C6977CAE15D}" destId="{730805E4-4BCC-4DD3-927D-FAC51D859431}" srcOrd="3" destOrd="0" presId="urn:microsoft.com/office/officeart/2005/8/layout/target3"/>
    <dgm:cxn modelId="{4301B0CB-3E1E-496D-9F6E-FCEE2F14FCA8}" type="presParOf" srcId="{C0EC6CFB-5D4A-485C-A1C1-0C6977CAE15D}" destId="{B747DBCF-5E34-46FB-8AE4-98DCFA4C62D9}" srcOrd="4" destOrd="0" presId="urn:microsoft.com/office/officeart/2005/8/layout/target3"/>
    <dgm:cxn modelId="{E013D2A9-D0A2-4D9C-BB47-98627E9776CC}" type="presParOf" srcId="{C0EC6CFB-5D4A-485C-A1C1-0C6977CAE15D}" destId="{D5F7EEAD-8D3E-4BFB-A30A-CF13EE26A766}" srcOrd="5" destOrd="0" presId="urn:microsoft.com/office/officeart/2005/8/layout/target3"/>
    <dgm:cxn modelId="{3BC953B8-1B2D-4F4F-90D2-C021DCF104EA}" type="presParOf" srcId="{C0EC6CFB-5D4A-485C-A1C1-0C6977CAE15D}" destId="{B1626DDC-05F2-47F3-B80D-CFAD0DBDB473}" srcOrd="6" destOrd="0" presId="urn:microsoft.com/office/officeart/2005/8/layout/target3"/>
    <dgm:cxn modelId="{46F0E3C9-D51D-4D48-935A-0C6720339B19}" type="presParOf" srcId="{C0EC6CFB-5D4A-485C-A1C1-0C6977CAE15D}" destId="{BCAB9B40-5FF6-4FAC-BD6F-C7DE4CC3F6EF}" srcOrd="7" destOrd="0" presId="urn:microsoft.com/office/officeart/2005/8/layout/target3"/>
    <dgm:cxn modelId="{6E435EBD-6166-4356-A00C-E423B1E77043}" type="presParOf" srcId="{C0EC6CFB-5D4A-485C-A1C1-0C6977CAE15D}" destId="{56572BF7-0985-482D-B123-80C5EA511561}" srcOrd="8" destOrd="0" presId="urn:microsoft.com/office/officeart/2005/8/layout/target3"/>
    <dgm:cxn modelId="{4D09E6F3-1349-4406-8672-D27DF57154F3}" type="presParOf" srcId="{C0EC6CFB-5D4A-485C-A1C1-0C6977CAE15D}" destId="{42311C36-A419-4357-A43F-BCD5CC058420}" srcOrd="9" destOrd="0" presId="urn:microsoft.com/office/officeart/2005/8/layout/target3"/>
    <dgm:cxn modelId="{2B615E8E-D1A2-4B2D-A19E-D1E91DA9E3C7}" type="presParOf" srcId="{C0EC6CFB-5D4A-485C-A1C1-0C6977CAE15D}" destId="{58E032F0-E841-4247-97D0-DA932B42BEED}" srcOrd="10" destOrd="0" presId="urn:microsoft.com/office/officeart/2005/8/layout/target3"/>
    <dgm:cxn modelId="{E78A9365-E167-47E8-A4C5-F3651CB8B324}" type="presParOf" srcId="{C0EC6CFB-5D4A-485C-A1C1-0C6977CAE15D}" destId="{CD14EC6C-EE2F-4C1B-99B1-7B5A699A4625}" srcOrd="11" destOrd="0" presId="urn:microsoft.com/office/officeart/2005/8/layout/target3"/>
    <dgm:cxn modelId="{5385E9C1-594B-49B6-A60C-22D4397A56BA}" type="presParOf" srcId="{C0EC6CFB-5D4A-485C-A1C1-0C6977CAE15D}" destId="{0836DD6C-280E-46BF-8892-24E9DA96D141}" srcOrd="12" destOrd="0" presId="urn:microsoft.com/office/officeart/2005/8/layout/target3"/>
    <dgm:cxn modelId="{244BB1C3-8292-46C5-B09F-A7D09E2BBF1D}" type="presParOf" srcId="{C0EC6CFB-5D4A-485C-A1C1-0C6977CAE15D}" destId="{A08BBFA7-C76D-4865-8E43-90CF72373146}" srcOrd="13" destOrd="0" presId="urn:microsoft.com/office/officeart/2005/8/layout/target3"/>
    <dgm:cxn modelId="{0D0CFADF-687F-44D5-B5D4-FD05E16DA5D8}" type="presParOf" srcId="{C0EC6CFB-5D4A-485C-A1C1-0C6977CAE15D}" destId="{99664427-1615-402A-BF8E-C572A0A23936}" srcOrd="14" destOrd="0" presId="urn:microsoft.com/office/officeart/2005/8/layout/target3"/>
    <dgm:cxn modelId="{9F7E3FE4-EB1E-44D4-BCFE-E843B207D621}" type="presParOf" srcId="{C0EC6CFB-5D4A-485C-A1C1-0C6977CAE15D}" destId="{64C88BF6-816C-4BD4-AF8F-D390EA65CEE3}" srcOrd="15"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71A69C4-BE7D-4DCD-AC8B-945598F59216}"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PK"/>
        </a:p>
      </dgm:t>
    </dgm:pt>
    <dgm:pt modelId="{EFECFDC4-3D25-473C-8EC5-005CCBCB4194}">
      <dgm:prSet custT="1"/>
      <dgm:spPr/>
      <dgm:t>
        <a:bodyPr/>
        <a:lstStyle/>
        <a:p>
          <a:r>
            <a:rPr lang="en-US" sz="2000" dirty="0">
              <a:latin typeface="+mn-lt"/>
              <a:cs typeface="Arial" panose="020B0604020202020204" pitchFamily="34" charset="0"/>
            </a:rPr>
            <a:t>Skeen (1981) developed a variant of 2PC, called the three-phase commit protocol (3PC), that avoids blocking processes in the presence of fail-stop crashes.</a:t>
          </a:r>
          <a:endParaRPr lang="en-PK" sz="2000" dirty="0">
            <a:latin typeface="+mn-lt"/>
            <a:cs typeface="Arial" panose="020B0604020202020204" pitchFamily="34" charset="0"/>
          </a:endParaRPr>
        </a:p>
      </dgm:t>
    </dgm:pt>
    <dgm:pt modelId="{D6B918AA-76A4-4160-BAAC-1A5BCADF37FD}" type="parTrans" cxnId="{0854617F-5126-4472-9A0A-91C77B286A64}">
      <dgm:prSet/>
      <dgm:spPr/>
      <dgm:t>
        <a:bodyPr/>
        <a:lstStyle/>
        <a:p>
          <a:endParaRPr lang="en-PK"/>
        </a:p>
      </dgm:t>
    </dgm:pt>
    <dgm:pt modelId="{A5DDA1C8-84B0-47FA-B801-719F551744B8}" type="sibTrans" cxnId="{0854617F-5126-4472-9A0A-91C77B286A64}">
      <dgm:prSet/>
      <dgm:spPr/>
      <dgm:t>
        <a:bodyPr/>
        <a:lstStyle/>
        <a:p>
          <a:endParaRPr lang="en-PK"/>
        </a:p>
      </dgm:t>
    </dgm:pt>
    <dgm:pt modelId="{5A8E7916-8E29-4C6D-B3F3-DC00C13E0435}">
      <dgm:prSet custT="1"/>
      <dgm:spPr/>
      <dgm:t>
        <a:bodyPr/>
        <a:lstStyle/>
        <a:p>
          <a:r>
            <a:rPr lang="en-US" sz="2000" dirty="0">
              <a:latin typeface="+mn-lt"/>
              <a:cs typeface="Arial" panose="020B0604020202020204" pitchFamily="34" charset="0"/>
            </a:rPr>
            <a:t>The states of the coordinator and each participant satisfy the following two conditions:</a:t>
          </a:r>
          <a:endParaRPr lang="en-PK" sz="2000" dirty="0">
            <a:latin typeface="+mn-lt"/>
            <a:cs typeface="Arial" panose="020B0604020202020204" pitchFamily="34" charset="0"/>
          </a:endParaRPr>
        </a:p>
      </dgm:t>
    </dgm:pt>
    <dgm:pt modelId="{B6117FC9-B8B8-48E0-94B5-E70D7F07BC52}" type="parTrans" cxnId="{70A16CD2-238B-49D0-9484-6D5F9CCB62A1}">
      <dgm:prSet/>
      <dgm:spPr/>
      <dgm:t>
        <a:bodyPr/>
        <a:lstStyle/>
        <a:p>
          <a:endParaRPr lang="en-PK"/>
        </a:p>
      </dgm:t>
    </dgm:pt>
    <dgm:pt modelId="{68852971-FF8B-403D-A18A-FA571652E474}" type="sibTrans" cxnId="{70A16CD2-238B-49D0-9484-6D5F9CCB62A1}">
      <dgm:prSet/>
      <dgm:spPr/>
      <dgm:t>
        <a:bodyPr/>
        <a:lstStyle/>
        <a:p>
          <a:endParaRPr lang="en-PK"/>
        </a:p>
      </dgm:t>
    </dgm:pt>
    <dgm:pt modelId="{00356F8D-960D-4D5B-9BEF-55CEC95BD1C5}">
      <dgm:prSet custT="1"/>
      <dgm:spPr/>
      <dgm:t>
        <a:bodyPr/>
        <a:lstStyle/>
        <a:p>
          <a:r>
            <a:rPr lang="en-US" sz="2000" dirty="0">
              <a:latin typeface="+mn-lt"/>
              <a:cs typeface="Arial" panose="020B0604020202020204" pitchFamily="34" charset="0"/>
            </a:rPr>
            <a:t>There is no single state from which it is possible to make a transition directly to either a COMMIT or an ABORT state.</a:t>
          </a:r>
          <a:endParaRPr lang="en-PK" sz="2000" dirty="0">
            <a:latin typeface="+mn-lt"/>
            <a:cs typeface="Arial" panose="020B0604020202020204" pitchFamily="34" charset="0"/>
          </a:endParaRPr>
        </a:p>
      </dgm:t>
    </dgm:pt>
    <dgm:pt modelId="{1F9DB5ED-0FEE-4A57-A74B-98F586272D70}" type="parTrans" cxnId="{577DCF30-03DD-47CA-9D0E-B34E703EF5F8}">
      <dgm:prSet/>
      <dgm:spPr/>
      <dgm:t>
        <a:bodyPr/>
        <a:lstStyle/>
        <a:p>
          <a:endParaRPr lang="en-PK"/>
        </a:p>
      </dgm:t>
    </dgm:pt>
    <dgm:pt modelId="{E488BFE8-265F-4148-ADC3-9C7E21B10E3F}" type="sibTrans" cxnId="{577DCF30-03DD-47CA-9D0E-B34E703EF5F8}">
      <dgm:prSet/>
      <dgm:spPr/>
      <dgm:t>
        <a:bodyPr/>
        <a:lstStyle/>
        <a:p>
          <a:endParaRPr lang="en-PK"/>
        </a:p>
      </dgm:t>
    </dgm:pt>
    <dgm:pt modelId="{A8E23248-89F6-483F-9860-CF79B08B17FA}">
      <dgm:prSet custT="1"/>
      <dgm:spPr/>
      <dgm:t>
        <a:bodyPr/>
        <a:lstStyle/>
        <a:p>
          <a:r>
            <a:rPr lang="en-US" sz="2000" dirty="0">
              <a:latin typeface="+mn-lt"/>
              <a:cs typeface="Arial" panose="020B0604020202020204" pitchFamily="34" charset="0"/>
            </a:rPr>
            <a:t>There is no state in which it is not possible to make a final decision, and from which a transition to a COMMIT state can be made.</a:t>
          </a:r>
          <a:endParaRPr lang="en-PK" sz="2000" dirty="0">
            <a:latin typeface="+mn-lt"/>
            <a:cs typeface="Arial" panose="020B0604020202020204" pitchFamily="34" charset="0"/>
          </a:endParaRPr>
        </a:p>
      </dgm:t>
    </dgm:pt>
    <dgm:pt modelId="{21E65BCE-6924-4119-826E-83AA92A7D734}" type="parTrans" cxnId="{050438D6-4D09-4FD9-B347-7931092F6BC7}">
      <dgm:prSet/>
      <dgm:spPr/>
      <dgm:t>
        <a:bodyPr/>
        <a:lstStyle/>
        <a:p>
          <a:endParaRPr lang="en-PK"/>
        </a:p>
      </dgm:t>
    </dgm:pt>
    <dgm:pt modelId="{9142C1F1-FD9E-4874-A8B7-D28E0203B2CA}" type="sibTrans" cxnId="{050438D6-4D09-4FD9-B347-7931092F6BC7}">
      <dgm:prSet/>
      <dgm:spPr/>
      <dgm:t>
        <a:bodyPr/>
        <a:lstStyle/>
        <a:p>
          <a:endParaRPr lang="en-PK"/>
        </a:p>
      </dgm:t>
    </dgm:pt>
    <dgm:pt modelId="{68EDDE96-2E07-4B30-9D47-F2237BD6DCDF}" type="pres">
      <dgm:prSet presAssocID="{A71A69C4-BE7D-4DCD-AC8B-945598F59216}" presName="Name0" presStyleCnt="0">
        <dgm:presLayoutVars>
          <dgm:dir/>
          <dgm:resizeHandles val="exact"/>
        </dgm:presLayoutVars>
      </dgm:prSet>
      <dgm:spPr/>
    </dgm:pt>
    <dgm:pt modelId="{ED548311-20B3-4AC9-88AC-654828262CE7}" type="pres">
      <dgm:prSet presAssocID="{EFECFDC4-3D25-473C-8EC5-005CCBCB4194}" presName="node" presStyleLbl="node1" presStyleIdx="0" presStyleCnt="2">
        <dgm:presLayoutVars>
          <dgm:bulletEnabled val="1"/>
        </dgm:presLayoutVars>
      </dgm:prSet>
      <dgm:spPr/>
    </dgm:pt>
    <dgm:pt modelId="{82D560B1-BF78-414E-9EFC-844CC2320A2E}" type="pres">
      <dgm:prSet presAssocID="{A5DDA1C8-84B0-47FA-B801-719F551744B8}" presName="sibTrans" presStyleLbl="sibTrans2D1" presStyleIdx="0" presStyleCnt="1"/>
      <dgm:spPr/>
    </dgm:pt>
    <dgm:pt modelId="{BB387FFD-90CD-40B5-B843-C8669D4F4BBB}" type="pres">
      <dgm:prSet presAssocID="{A5DDA1C8-84B0-47FA-B801-719F551744B8}" presName="connectorText" presStyleLbl="sibTrans2D1" presStyleIdx="0" presStyleCnt="1"/>
      <dgm:spPr/>
    </dgm:pt>
    <dgm:pt modelId="{5F70F814-0E84-418F-8092-C8A6A7BEF7A9}" type="pres">
      <dgm:prSet presAssocID="{5A8E7916-8E29-4C6D-B3F3-DC00C13E0435}" presName="node" presStyleLbl="node1" presStyleIdx="1" presStyleCnt="2">
        <dgm:presLayoutVars>
          <dgm:bulletEnabled val="1"/>
        </dgm:presLayoutVars>
      </dgm:prSet>
      <dgm:spPr/>
    </dgm:pt>
  </dgm:ptLst>
  <dgm:cxnLst>
    <dgm:cxn modelId="{FE97600A-F7C4-468B-85C9-924A605F6FFD}" type="presOf" srcId="{A5DDA1C8-84B0-47FA-B801-719F551744B8}" destId="{BB387FFD-90CD-40B5-B843-C8669D4F4BBB}" srcOrd="1" destOrd="0" presId="urn:microsoft.com/office/officeart/2005/8/layout/process1"/>
    <dgm:cxn modelId="{8DFF2711-109E-4D4B-9582-BC9E08227E84}" type="presOf" srcId="{00356F8D-960D-4D5B-9BEF-55CEC95BD1C5}" destId="{5F70F814-0E84-418F-8092-C8A6A7BEF7A9}" srcOrd="0" destOrd="1" presId="urn:microsoft.com/office/officeart/2005/8/layout/process1"/>
    <dgm:cxn modelId="{577DCF30-03DD-47CA-9D0E-B34E703EF5F8}" srcId="{5A8E7916-8E29-4C6D-B3F3-DC00C13E0435}" destId="{00356F8D-960D-4D5B-9BEF-55CEC95BD1C5}" srcOrd="0" destOrd="0" parTransId="{1F9DB5ED-0FEE-4A57-A74B-98F586272D70}" sibTransId="{E488BFE8-265F-4148-ADC3-9C7E21B10E3F}"/>
    <dgm:cxn modelId="{A99B8752-50F9-4D28-B660-D655AA607CE7}" type="presOf" srcId="{A8E23248-89F6-483F-9860-CF79B08B17FA}" destId="{5F70F814-0E84-418F-8092-C8A6A7BEF7A9}" srcOrd="0" destOrd="2" presId="urn:microsoft.com/office/officeart/2005/8/layout/process1"/>
    <dgm:cxn modelId="{0854617F-5126-4472-9A0A-91C77B286A64}" srcId="{A71A69C4-BE7D-4DCD-AC8B-945598F59216}" destId="{EFECFDC4-3D25-473C-8EC5-005CCBCB4194}" srcOrd="0" destOrd="0" parTransId="{D6B918AA-76A4-4160-BAAC-1A5BCADF37FD}" sibTransId="{A5DDA1C8-84B0-47FA-B801-719F551744B8}"/>
    <dgm:cxn modelId="{35E3E895-8186-48E9-8B4D-39BA7D3526D1}" type="presOf" srcId="{5A8E7916-8E29-4C6D-B3F3-DC00C13E0435}" destId="{5F70F814-0E84-418F-8092-C8A6A7BEF7A9}" srcOrd="0" destOrd="0" presId="urn:microsoft.com/office/officeart/2005/8/layout/process1"/>
    <dgm:cxn modelId="{920C589E-0177-4233-9AA1-7C7B13D34C4E}" type="presOf" srcId="{A5DDA1C8-84B0-47FA-B801-719F551744B8}" destId="{82D560B1-BF78-414E-9EFC-844CC2320A2E}" srcOrd="0" destOrd="0" presId="urn:microsoft.com/office/officeart/2005/8/layout/process1"/>
    <dgm:cxn modelId="{6F2B89B7-8C33-4843-A489-A340DEF61AA2}" type="presOf" srcId="{EFECFDC4-3D25-473C-8EC5-005CCBCB4194}" destId="{ED548311-20B3-4AC9-88AC-654828262CE7}" srcOrd="0" destOrd="0" presId="urn:microsoft.com/office/officeart/2005/8/layout/process1"/>
    <dgm:cxn modelId="{CD394ECC-A42C-46F9-90FE-542F5A5C5B1C}" type="presOf" srcId="{A71A69C4-BE7D-4DCD-AC8B-945598F59216}" destId="{68EDDE96-2E07-4B30-9D47-F2237BD6DCDF}" srcOrd="0" destOrd="0" presId="urn:microsoft.com/office/officeart/2005/8/layout/process1"/>
    <dgm:cxn modelId="{70A16CD2-238B-49D0-9484-6D5F9CCB62A1}" srcId="{A71A69C4-BE7D-4DCD-AC8B-945598F59216}" destId="{5A8E7916-8E29-4C6D-B3F3-DC00C13E0435}" srcOrd="1" destOrd="0" parTransId="{B6117FC9-B8B8-48E0-94B5-E70D7F07BC52}" sibTransId="{68852971-FF8B-403D-A18A-FA571652E474}"/>
    <dgm:cxn modelId="{050438D6-4D09-4FD9-B347-7931092F6BC7}" srcId="{5A8E7916-8E29-4C6D-B3F3-DC00C13E0435}" destId="{A8E23248-89F6-483F-9860-CF79B08B17FA}" srcOrd="1" destOrd="0" parTransId="{21E65BCE-6924-4119-826E-83AA92A7D734}" sibTransId="{9142C1F1-FD9E-4874-A8B7-D28E0203B2CA}"/>
    <dgm:cxn modelId="{2C72E4DF-E725-4655-9041-9D223FE6B094}" type="presParOf" srcId="{68EDDE96-2E07-4B30-9D47-F2237BD6DCDF}" destId="{ED548311-20B3-4AC9-88AC-654828262CE7}" srcOrd="0" destOrd="0" presId="urn:microsoft.com/office/officeart/2005/8/layout/process1"/>
    <dgm:cxn modelId="{F2AEC60C-4FDC-4351-86E0-257FE17085C2}" type="presParOf" srcId="{68EDDE96-2E07-4B30-9D47-F2237BD6DCDF}" destId="{82D560B1-BF78-414E-9EFC-844CC2320A2E}" srcOrd="1" destOrd="0" presId="urn:microsoft.com/office/officeart/2005/8/layout/process1"/>
    <dgm:cxn modelId="{67C2296C-56AB-4DBA-A429-2B217DD42ACB}" type="presParOf" srcId="{82D560B1-BF78-414E-9EFC-844CC2320A2E}" destId="{BB387FFD-90CD-40B5-B843-C8669D4F4BBB}" srcOrd="0" destOrd="0" presId="urn:microsoft.com/office/officeart/2005/8/layout/process1"/>
    <dgm:cxn modelId="{51C6E344-F2FA-4F68-B85E-C8E1DEC6865C}" type="presParOf" srcId="{68EDDE96-2E07-4B30-9D47-F2237BD6DCDF}" destId="{5F70F814-0E84-418F-8092-C8A6A7BEF7A9}" srcOrd="2"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Basic Concept of Recovery.</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Types of Recovery.</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70AEF43-AEB8-463A-828F-247C875CA5B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751A2F08-197C-4786-B4AC-5EED58CE6084}">
      <dgm:prSet/>
      <dgm:spPr/>
      <dgm:t>
        <a:bodyPr/>
        <a:lstStyle/>
        <a:p>
          <a:r>
            <a:rPr lang="en-US" dirty="0"/>
            <a:t>Recovery from an error is fundamental to fault tolerance. Two main forms of recovery are:</a:t>
          </a:r>
          <a:endParaRPr lang="en-PK" dirty="0"/>
        </a:p>
      </dgm:t>
    </dgm:pt>
    <dgm:pt modelId="{07862CF6-4765-49A8-8CF4-106BC203D289}" type="parTrans" cxnId="{3A6BE391-FBCE-4D3C-A687-1EEA68EB6388}">
      <dgm:prSet/>
      <dgm:spPr/>
      <dgm:t>
        <a:bodyPr/>
        <a:lstStyle/>
        <a:p>
          <a:endParaRPr lang="en-PK"/>
        </a:p>
      </dgm:t>
    </dgm:pt>
    <dgm:pt modelId="{74952697-DC9C-44AB-91AB-F4DB42D89560}" type="sibTrans" cxnId="{3A6BE391-FBCE-4D3C-A687-1EEA68EB6388}">
      <dgm:prSet/>
      <dgm:spPr/>
      <dgm:t>
        <a:bodyPr/>
        <a:lstStyle/>
        <a:p>
          <a:endParaRPr lang="en-PK"/>
        </a:p>
      </dgm:t>
    </dgm:pt>
    <dgm:pt modelId="{E9E6A4CE-D254-4681-A78A-4BDEF338FC85}">
      <dgm:prSet custT="1"/>
      <dgm:spPr/>
      <dgm:t>
        <a:bodyPr/>
        <a:lstStyle/>
        <a:p>
          <a:r>
            <a:rPr lang="en-US" sz="2000" b="1" dirty="0"/>
            <a:t>Backward Recovery: </a:t>
          </a:r>
          <a:r>
            <a:rPr lang="en-US" sz="2000" dirty="0"/>
            <a:t>Return the system to some previous correct state (using checkpoints), then continue executing.</a:t>
          </a:r>
          <a:br>
            <a:rPr lang="en-US" sz="2000" dirty="0"/>
          </a:br>
          <a:endParaRPr lang="en-PK" sz="2000" dirty="0"/>
        </a:p>
      </dgm:t>
    </dgm:pt>
    <dgm:pt modelId="{44DCF713-1F58-47C3-BC83-82A8A4D6EAB3}" type="parTrans" cxnId="{22D85462-4199-42E3-B7A1-C44B2AA2C7E2}">
      <dgm:prSet/>
      <dgm:spPr/>
      <dgm:t>
        <a:bodyPr/>
        <a:lstStyle/>
        <a:p>
          <a:endParaRPr lang="en-PK"/>
        </a:p>
      </dgm:t>
    </dgm:pt>
    <dgm:pt modelId="{6C23D22D-63C3-4391-B21C-59C6A4959C3D}" type="sibTrans" cxnId="{22D85462-4199-42E3-B7A1-C44B2AA2C7E2}">
      <dgm:prSet/>
      <dgm:spPr/>
      <dgm:t>
        <a:bodyPr/>
        <a:lstStyle/>
        <a:p>
          <a:endParaRPr lang="en-PK"/>
        </a:p>
      </dgm:t>
    </dgm:pt>
    <dgm:pt modelId="{ACD28A4D-24D9-4261-85DD-AA32320F37C0}">
      <dgm:prSet custT="1"/>
      <dgm:spPr/>
      <dgm:t>
        <a:bodyPr/>
        <a:lstStyle/>
        <a:p>
          <a:r>
            <a:rPr lang="en-US" sz="2000" b="1" dirty="0"/>
            <a:t>Forward Recovery: </a:t>
          </a:r>
          <a:r>
            <a:rPr lang="en-US" sz="2000" dirty="0"/>
            <a:t>When the system has entered an erroneous state, instead of moving back to a previous, checkpointed state, an attempt is made to bring the system in a correct new state from which it can continue to execute. </a:t>
          </a:r>
          <a:endParaRPr lang="en-PK" sz="2000" dirty="0"/>
        </a:p>
      </dgm:t>
    </dgm:pt>
    <dgm:pt modelId="{E260ACD0-6228-47B7-BE1A-6904CD03C0D5}" type="parTrans" cxnId="{8B83D35E-1CFB-4C1A-AA39-BE0AB2E2D8A1}">
      <dgm:prSet/>
      <dgm:spPr/>
      <dgm:t>
        <a:bodyPr/>
        <a:lstStyle/>
        <a:p>
          <a:endParaRPr lang="en-PK"/>
        </a:p>
      </dgm:t>
    </dgm:pt>
    <dgm:pt modelId="{9F4F78DA-A292-4C07-94FB-7772CBB9808C}" type="sibTrans" cxnId="{8B83D35E-1CFB-4C1A-AA39-BE0AB2E2D8A1}">
      <dgm:prSet/>
      <dgm:spPr/>
      <dgm:t>
        <a:bodyPr/>
        <a:lstStyle/>
        <a:p>
          <a:endParaRPr lang="en-PK"/>
        </a:p>
      </dgm:t>
    </dgm:pt>
    <dgm:pt modelId="{E9F5BC88-E109-4571-9345-CF0982B56837}" type="pres">
      <dgm:prSet presAssocID="{970AEF43-AEB8-463A-828F-247C875CA5BF}" presName="Name0" presStyleCnt="0">
        <dgm:presLayoutVars>
          <dgm:dir/>
          <dgm:animLvl val="lvl"/>
          <dgm:resizeHandles val="exact"/>
        </dgm:presLayoutVars>
      </dgm:prSet>
      <dgm:spPr/>
    </dgm:pt>
    <dgm:pt modelId="{41B9D073-BAA6-4192-9D65-A8A7931EB4D7}" type="pres">
      <dgm:prSet presAssocID="{751A2F08-197C-4786-B4AC-5EED58CE6084}" presName="linNode" presStyleCnt="0"/>
      <dgm:spPr/>
    </dgm:pt>
    <dgm:pt modelId="{DFAC0FA7-512F-4F5E-AA0C-ED885A82276C}" type="pres">
      <dgm:prSet presAssocID="{751A2F08-197C-4786-B4AC-5EED58CE6084}" presName="parentText" presStyleLbl="node1" presStyleIdx="0" presStyleCnt="1">
        <dgm:presLayoutVars>
          <dgm:chMax val="1"/>
          <dgm:bulletEnabled val="1"/>
        </dgm:presLayoutVars>
      </dgm:prSet>
      <dgm:spPr/>
    </dgm:pt>
    <dgm:pt modelId="{1A080A65-EF31-4E8C-9AB5-F5B86A1CBC50}" type="pres">
      <dgm:prSet presAssocID="{751A2F08-197C-4786-B4AC-5EED58CE6084}" presName="descendantText" presStyleLbl="alignAccFollowNode1" presStyleIdx="0" presStyleCnt="1">
        <dgm:presLayoutVars>
          <dgm:bulletEnabled val="1"/>
        </dgm:presLayoutVars>
      </dgm:prSet>
      <dgm:spPr/>
    </dgm:pt>
  </dgm:ptLst>
  <dgm:cxnLst>
    <dgm:cxn modelId="{8B83D35E-1CFB-4C1A-AA39-BE0AB2E2D8A1}" srcId="{751A2F08-197C-4786-B4AC-5EED58CE6084}" destId="{ACD28A4D-24D9-4261-85DD-AA32320F37C0}" srcOrd="1" destOrd="0" parTransId="{E260ACD0-6228-47B7-BE1A-6904CD03C0D5}" sibTransId="{9F4F78DA-A292-4C07-94FB-7772CBB9808C}"/>
    <dgm:cxn modelId="{22D85462-4199-42E3-B7A1-C44B2AA2C7E2}" srcId="{751A2F08-197C-4786-B4AC-5EED58CE6084}" destId="{E9E6A4CE-D254-4681-A78A-4BDEF338FC85}" srcOrd="0" destOrd="0" parTransId="{44DCF713-1F58-47C3-BC83-82A8A4D6EAB3}" sibTransId="{6C23D22D-63C3-4391-B21C-59C6A4959C3D}"/>
    <dgm:cxn modelId="{1F27FE4C-DFF7-4B73-ACA5-2721A1083D1B}" type="presOf" srcId="{ACD28A4D-24D9-4261-85DD-AA32320F37C0}" destId="{1A080A65-EF31-4E8C-9AB5-F5B86A1CBC50}" srcOrd="0" destOrd="1" presId="urn:microsoft.com/office/officeart/2005/8/layout/vList5"/>
    <dgm:cxn modelId="{FA4C3E8A-E15B-4949-BD81-8D7D03E5E09D}" type="presOf" srcId="{751A2F08-197C-4786-B4AC-5EED58CE6084}" destId="{DFAC0FA7-512F-4F5E-AA0C-ED885A82276C}" srcOrd="0" destOrd="0" presId="urn:microsoft.com/office/officeart/2005/8/layout/vList5"/>
    <dgm:cxn modelId="{3A6BE391-FBCE-4D3C-A687-1EEA68EB6388}" srcId="{970AEF43-AEB8-463A-828F-247C875CA5BF}" destId="{751A2F08-197C-4786-B4AC-5EED58CE6084}" srcOrd="0" destOrd="0" parTransId="{07862CF6-4765-49A8-8CF4-106BC203D289}" sibTransId="{74952697-DC9C-44AB-91AB-F4DB42D89560}"/>
    <dgm:cxn modelId="{7E609796-5522-4150-A6BF-D07F6B270EED}" type="presOf" srcId="{E9E6A4CE-D254-4681-A78A-4BDEF338FC85}" destId="{1A080A65-EF31-4E8C-9AB5-F5B86A1CBC50}" srcOrd="0" destOrd="0" presId="urn:microsoft.com/office/officeart/2005/8/layout/vList5"/>
    <dgm:cxn modelId="{4FAEFAEB-565C-438E-A943-1C0C43F64B11}" type="presOf" srcId="{970AEF43-AEB8-463A-828F-247C875CA5BF}" destId="{E9F5BC88-E109-4571-9345-CF0982B56837}" srcOrd="0" destOrd="0" presId="urn:microsoft.com/office/officeart/2005/8/layout/vList5"/>
    <dgm:cxn modelId="{08ED9A3D-BE2F-436A-A543-368102E410C1}" type="presParOf" srcId="{E9F5BC88-E109-4571-9345-CF0982B56837}" destId="{41B9D073-BAA6-4192-9D65-A8A7931EB4D7}" srcOrd="0" destOrd="0" presId="urn:microsoft.com/office/officeart/2005/8/layout/vList5"/>
    <dgm:cxn modelId="{EDD8C9E4-6E2C-40E6-8D0A-9165BCBAED98}" type="presParOf" srcId="{41B9D073-BAA6-4192-9D65-A8A7931EB4D7}" destId="{DFAC0FA7-512F-4F5E-AA0C-ED885A82276C}" srcOrd="0" destOrd="0" presId="urn:microsoft.com/office/officeart/2005/8/layout/vList5"/>
    <dgm:cxn modelId="{4790BAC6-769F-442C-9F71-AE3E41A3707C}" type="presParOf" srcId="{41B9D073-BAA6-4192-9D65-A8A7931EB4D7}" destId="{1A080A65-EF31-4E8C-9AB5-F5B86A1CBC50}"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A7B928E-2A3A-4FB3-BE6C-E6DF156D9B9F}"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17F92AA4-7359-43DF-BC9B-CE6A80222A1C}">
      <dgm:prSet/>
      <dgm:spPr/>
      <dgm:t>
        <a:bodyPr/>
        <a:lstStyle/>
        <a:p>
          <a:r>
            <a:rPr lang="en-US"/>
            <a:t>Advantages:</a:t>
          </a:r>
        </a:p>
      </dgm:t>
    </dgm:pt>
    <dgm:pt modelId="{7B59E7A0-C93C-4975-A036-2F6922549F29}" type="parTrans" cxnId="{C8B1D56B-E68E-4D4B-9E58-B3D307630CAC}">
      <dgm:prSet/>
      <dgm:spPr/>
      <dgm:t>
        <a:bodyPr/>
        <a:lstStyle/>
        <a:p>
          <a:endParaRPr lang="en-US"/>
        </a:p>
      </dgm:t>
    </dgm:pt>
    <dgm:pt modelId="{AABAF72C-F640-4617-81A8-E4E079BAE49F}" type="sibTrans" cxnId="{C8B1D56B-E68E-4D4B-9E58-B3D307630CAC}">
      <dgm:prSet/>
      <dgm:spPr/>
      <dgm:t>
        <a:bodyPr/>
        <a:lstStyle/>
        <a:p>
          <a:endParaRPr lang="en-US"/>
        </a:p>
      </dgm:t>
    </dgm:pt>
    <dgm:pt modelId="{8948C2E4-4A32-45EF-B55C-49FAF1D61025}">
      <dgm:prSet/>
      <dgm:spPr/>
      <dgm:t>
        <a:bodyPr/>
        <a:lstStyle/>
        <a:p>
          <a:r>
            <a:rPr lang="en-US" dirty="0"/>
            <a:t>Generally applicable method independent of any specific system or process.</a:t>
          </a:r>
        </a:p>
      </dgm:t>
    </dgm:pt>
    <dgm:pt modelId="{6CE9B055-0602-4838-A4A8-D5E80CC0DCC2}" type="parTrans" cxnId="{F5C9CE5E-1E19-427D-BBA4-D62A8E72EECF}">
      <dgm:prSet/>
      <dgm:spPr/>
      <dgm:t>
        <a:bodyPr/>
        <a:lstStyle/>
        <a:p>
          <a:endParaRPr lang="en-US"/>
        </a:p>
      </dgm:t>
    </dgm:pt>
    <dgm:pt modelId="{93A713C9-CA07-4CE7-8C5D-1767FD642C58}" type="sibTrans" cxnId="{F5C9CE5E-1E19-427D-BBA4-D62A8E72EECF}">
      <dgm:prSet/>
      <dgm:spPr/>
      <dgm:t>
        <a:bodyPr/>
        <a:lstStyle/>
        <a:p>
          <a:endParaRPr lang="en-US"/>
        </a:p>
      </dgm:t>
    </dgm:pt>
    <dgm:pt modelId="{84CB98AD-1452-49F3-B587-9C78C6F7C35E}">
      <dgm:prSet/>
      <dgm:spPr/>
      <dgm:t>
        <a:bodyPr/>
        <a:lstStyle/>
        <a:p>
          <a:r>
            <a:rPr lang="en-US" dirty="0"/>
            <a:t>It can be integrated into (the middleware layer) of a distributed system as a general-purpose service.</a:t>
          </a:r>
        </a:p>
      </dgm:t>
    </dgm:pt>
    <dgm:pt modelId="{B5DCBC84-967E-4600-9CE0-BCD83533CD9B}" type="parTrans" cxnId="{2FA51DF8-25AB-4AF7-9819-489D7912A3F3}">
      <dgm:prSet/>
      <dgm:spPr/>
      <dgm:t>
        <a:bodyPr/>
        <a:lstStyle/>
        <a:p>
          <a:endParaRPr lang="en-US"/>
        </a:p>
      </dgm:t>
    </dgm:pt>
    <dgm:pt modelId="{F4EF3117-C2DD-4EB7-9311-F84A2B8F30DB}" type="sibTrans" cxnId="{2FA51DF8-25AB-4AF7-9819-489D7912A3F3}">
      <dgm:prSet/>
      <dgm:spPr/>
      <dgm:t>
        <a:bodyPr/>
        <a:lstStyle/>
        <a:p>
          <a:endParaRPr lang="en-US"/>
        </a:p>
      </dgm:t>
    </dgm:pt>
    <dgm:pt modelId="{7C7BDB33-9301-4FD4-9CC9-0CCD569C06C2}">
      <dgm:prSet/>
      <dgm:spPr/>
      <dgm:t>
        <a:bodyPr/>
        <a:lstStyle/>
        <a:p>
          <a:r>
            <a:rPr lang="en-US" dirty="0"/>
            <a:t>Disadvantages:</a:t>
          </a:r>
        </a:p>
      </dgm:t>
    </dgm:pt>
    <dgm:pt modelId="{34BB6CB7-BA22-41CD-BA73-167BCF333D5C}" type="parTrans" cxnId="{31379306-ABDE-43E8-BBF6-0B31FBC26464}">
      <dgm:prSet/>
      <dgm:spPr/>
      <dgm:t>
        <a:bodyPr/>
        <a:lstStyle/>
        <a:p>
          <a:endParaRPr lang="en-US"/>
        </a:p>
      </dgm:t>
    </dgm:pt>
    <dgm:pt modelId="{7CC47454-E440-4B4F-AEBA-C44DF6FD64A5}" type="sibTrans" cxnId="{31379306-ABDE-43E8-BBF6-0B31FBC26464}">
      <dgm:prSet/>
      <dgm:spPr/>
      <dgm:t>
        <a:bodyPr/>
        <a:lstStyle/>
        <a:p>
          <a:endParaRPr lang="en-US"/>
        </a:p>
      </dgm:t>
    </dgm:pt>
    <dgm:pt modelId="{387105CD-8FCF-4611-AEF7-B2D327455CB7}">
      <dgm:prSet/>
      <dgm:spPr/>
      <dgm:t>
        <a:bodyPr/>
        <a:lstStyle/>
        <a:p>
          <a:r>
            <a:rPr lang="en-US" dirty="0"/>
            <a:t>Restoring a system or process to a previous state is generally a relatively costly operation in terms of performance.</a:t>
          </a:r>
        </a:p>
      </dgm:t>
    </dgm:pt>
    <dgm:pt modelId="{4231306D-AD5A-4E8A-A6A0-C9045C4A30CD}" type="parTrans" cxnId="{D79BD262-1D4C-4CD7-9AE9-D0535A108CC4}">
      <dgm:prSet/>
      <dgm:spPr/>
      <dgm:t>
        <a:bodyPr/>
        <a:lstStyle/>
        <a:p>
          <a:endParaRPr lang="en-US"/>
        </a:p>
      </dgm:t>
    </dgm:pt>
    <dgm:pt modelId="{67E7A66F-2C9A-40C8-A86F-0D13BB8FBAAA}" type="sibTrans" cxnId="{D79BD262-1D4C-4CD7-9AE9-D0535A108CC4}">
      <dgm:prSet/>
      <dgm:spPr/>
      <dgm:t>
        <a:bodyPr/>
        <a:lstStyle/>
        <a:p>
          <a:endParaRPr lang="en-US"/>
        </a:p>
      </dgm:t>
    </dgm:pt>
    <dgm:pt modelId="{F065571D-7382-4946-896C-83B4F052602B}">
      <dgm:prSet/>
      <dgm:spPr/>
      <dgm:t>
        <a:bodyPr/>
        <a:lstStyle/>
        <a:p>
          <a:r>
            <a:rPr lang="en-US" dirty="0"/>
            <a:t>Backward error recovery mechanisms are independent of the distributed application for which they are actually used, no guarantees can be given that once recovery has taken place, the same or similar failure will not happen again. </a:t>
          </a:r>
        </a:p>
      </dgm:t>
    </dgm:pt>
    <dgm:pt modelId="{8C357224-9D2A-4368-BA83-7934B72D73D7}" type="parTrans" cxnId="{1139036C-7003-4D3C-B61C-6EC073D9FC76}">
      <dgm:prSet/>
      <dgm:spPr/>
      <dgm:t>
        <a:bodyPr/>
        <a:lstStyle/>
        <a:p>
          <a:endParaRPr lang="en-US"/>
        </a:p>
      </dgm:t>
    </dgm:pt>
    <dgm:pt modelId="{560EC6B8-DB02-4A9F-86BA-60D7A5185A6E}" type="sibTrans" cxnId="{1139036C-7003-4D3C-B61C-6EC073D9FC76}">
      <dgm:prSet/>
      <dgm:spPr/>
      <dgm:t>
        <a:bodyPr/>
        <a:lstStyle/>
        <a:p>
          <a:endParaRPr lang="en-US"/>
        </a:p>
      </dgm:t>
    </dgm:pt>
    <dgm:pt modelId="{99BEB723-C5D5-4B75-8D1D-A695BAB24543}" type="pres">
      <dgm:prSet presAssocID="{AA7B928E-2A3A-4FB3-BE6C-E6DF156D9B9F}" presName="linear" presStyleCnt="0">
        <dgm:presLayoutVars>
          <dgm:dir/>
          <dgm:animLvl val="lvl"/>
          <dgm:resizeHandles val="exact"/>
        </dgm:presLayoutVars>
      </dgm:prSet>
      <dgm:spPr/>
    </dgm:pt>
    <dgm:pt modelId="{95547E0F-A497-46D3-A37D-1E89E54C09CE}" type="pres">
      <dgm:prSet presAssocID="{17F92AA4-7359-43DF-BC9B-CE6A80222A1C}" presName="parentLin" presStyleCnt="0"/>
      <dgm:spPr/>
    </dgm:pt>
    <dgm:pt modelId="{6861FE33-267A-418E-94F9-91337B28674F}" type="pres">
      <dgm:prSet presAssocID="{17F92AA4-7359-43DF-BC9B-CE6A80222A1C}" presName="parentLeftMargin" presStyleLbl="node1" presStyleIdx="0" presStyleCnt="2"/>
      <dgm:spPr/>
    </dgm:pt>
    <dgm:pt modelId="{C7C0B7AA-D971-4BD6-B8F9-EF0C7DC9EDEE}" type="pres">
      <dgm:prSet presAssocID="{17F92AA4-7359-43DF-BC9B-CE6A80222A1C}" presName="parentText" presStyleLbl="node1" presStyleIdx="0" presStyleCnt="2">
        <dgm:presLayoutVars>
          <dgm:chMax val="0"/>
          <dgm:bulletEnabled val="1"/>
        </dgm:presLayoutVars>
      </dgm:prSet>
      <dgm:spPr/>
    </dgm:pt>
    <dgm:pt modelId="{93313718-EB29-4510-A8EF-A854025FED37}" type="pres">
      <dgm:prSet presAssocID="{17F92AA4-7359-43DF-BC9B-CE6A80222A1C}" presName="negativeSpace" presStyleCnt="0"/>
      <dgm:spPr/>
    </dgm:pt>
    <dgm:pt modelId="{1AA282AA-0C6D-42B9-BCA3-449C74A89116}" type="pres">
      <dgm:prSet presAssocID="{17F92AA4-7359-43DF-BC9B-CE6A80222A1C}" presName="childText" presStyleLbl="conFgAcc1" presStyleIdx="0" presStyleCnt="2">
        <dgm:presLayoutVars>
          <dgm:bulletEnabled val="1"/>
        </dgm:presLayoutVars>
      </dgm:prSet>
      <dgm:spPr/>
    </dgm:pt>
    <dgm:pt modelId="{2668EA64-DE71-47C3-A66A-B631AAB5B6A3}" type="pres">
      <dgm:prSet presAssocID="{AABAF72C-F640-4617-81A8-E4E079BAE49F}" presName="spaceBetweenRectangles" presStyleCnt="0"/>
      <dgm:spPr/>
    </dgm:pt>
    <dgm:pt modelId="{AC5E23FB-743E-4E5F-B61F-D4CE909823B1}" type="pres">
      <dgm:prSet presAssocID="{7C7BDB33-9301-4FD4-9CC9-0CCD569C06C2}" presName="parentLin" presStyleCnt="0"/>
      <dgm:spPr/>
    </dgm:pt>
    <dgm:pt modelId="{409F4103-8853-410A-8BF0-E18C69626FA3}" type="pres">
      <dgm:prSet presAssocID="{7C7BDB33-9301-4FD4-9CC9-0CCD569C06C2}" presName="parentLeftMargin" presStyleLbl="node1" presStyleIdx="0" presStyleCnt="2"/>
      <dgm:spPr/>
    </dgm:pt>
    <dgm:pt modelId="{44E0969A-8FCC-4925-8416-4EE438D4FE28}" type="pres">
      <dgm:prSet presAssocID="{7C7BDB33-9301-4FD4-9CC9-0CCD569C06C2}" presName="parentText" presStyleLbl="node1" presStyleIdx="1" presStyleCnt="2">
        <dgm:presLayoutVars>
          <dgm:chMax val="0"/>
          <dgm:bulletEnabled val="1"/>
        </dgm:presLayoutVars>
      </dgm:prSet>
      <dgm:spPr/>
    </dgm:pt>
    <dgm:pt modelId="{29984768-D73E-4B31-BAAA-6767BABBA99C}" type="pres">
      <dgm:prSet presAssocID="{7C7BDB33-9301-4FD4-9CC9-0CCD569C06C2}" presName="negativeSpace" presStyleCnt="0"/>
      <dgm:spPr/>
    </dgm:pt>
    <dgm:pt modelId="{8E59B853-7327-44DF-B0CF-D28DA66384AA}" type="pres">
      <dgm:prSet presAssocID="{7C7BDB33-9301-4FD4-9CC9-0CCD569C06C2}" presName="childText" presStyleLbl="conFgAcc1" presStyleIdx="1" presStyleCnt="2">
        <dgm:presLayoutVars>
          <dgm:bulletEnabled val="1"/>
        </dgm:presLayoutVars>
      </dgm:prSet>
      <dgm:spPr/>
    </dgm:pt>
  </dgm:ptLst>
  <dgm:cxnLst>
    <dgm:cxn modelId="{31379306-ABDE-43E8-BBF6-0B31FBC26464}" srcId="{AA7B928E-2A3A-4FB3-BE6C-E6DF156D9B9F}" destId="{7C7BDB33-9301-4FD4-9CC9-0CCD569C06C2}" srcOrd="1" destOrd="0" parTransId="{34BB6CB7-BA22-41CD-BA73-167BCF333D5C}" sibTransId="{7CC47454-E440-4B4F-AEBA-C44DF6FD64A5}"/>
    <dgm:cxn modelId="{7F8D620D-67D8-4DC9-9A89-66274816D469}" type="presOf" srcId="{17F92AA4-7359-43DF-BC9B-CE6A80222A1C}" destId="{6861FE33-267A-418E-94F9-91337B28674F}" srcOrd="0" destOrd="0" presId="urn:microsoft.com/office/officeart/2005/8/layout/list1"/>
    <dgm:cxn modelId="{F5C9CE5E-1E19-427D-BBA4-D62A8E72EECF}" srcId="{17F92AA4-7359-43DF-BC9B-CE6A80222A1C}" destId="{8948C2E4-4A32-45EF-B55C-49FAF1D61025}" srcOrd="0" destOrd="0" parTransId="{6CE9B055-0602-4838-A4A8-D5E80CC0DCC2}" sibTransId="{93A713C9-CA07-4CE7-8C5D-1767FD642C58}"/>
    <dgm:cxn modelId="{D79BD262-1D4C-4CD7-9AE9-D0535A108CC4}" srcId="{7C7BDB33-9301-4FD4-9CC9-0CCD569C06C2}" destId="{387105CD-8FCF-4611-AEF7-B2D327455CB7}" srcOrd="0" destOrd="0" parTransId="{4231306D-AD5A-4E8A-A6A0-C9045C4A30CD}" sibTransId="{67E7A66F-2C9A-40C8-A86F-0D13BB8FBAAA}"/>
    <dgm:cxn modelId="{1653386A-B227-4AAE-B960-D3AA317129F5}" type="presOf" srcId="{AA7B928E-2A3A-4FB3-BE6C-E6DF156D9B9F}" destId="{99BEB723-C5D5-4B75-8D1D-A695BAB24543}" srcOrd="0" destOrd="0" presId="urn:microsoft.com/office/officeart/2005/8/layout/list1"/>
    <dgm:cxn modelId="{C8B1D56B-E68E-4D4B-9E58-B3D307630CAC}" srcId="{AA7B928E-2A3A-4FB3-BE6C-E6DF156D9B9F}" destId="{17F92AA4-7359-43DF-BC9B-CE6A80222A1C}" srcOrd="0" destOrd="0" parTransId="{7B59E7A0-C93C-4975-A036-2F6922549F29}" sibTransId="{AABAF72C-F640-4617-81A8-E4E079BAE49F}"/>
    <dgm:cxn modelId="{1139036C-7003-4D3C-B61C-6EC073D9FC76}" srcId="{7C7BDB33-9301-4FD4-9CC9-0CCD569C06C2}" destId="{F065571D-7382-4946-896C-83B4F052602B}" srcOrd="1" destOrd="0" parTransId="{8C357224-9D2A-4368-BA83-7934B72D73D7}" sibTransId="{560EC6B8-DB02-4A9F-86BA-60D7A5185A6E}"/>
    <dgm:cxn modelId="{B65A928A-19F4-4784-BD6E-F63BA9720C20}" type="presOf" srcId="{F065571D-7382-4946-896C-83B4F052602B}" destId="{8E59B853-7327-44DF-B0CF-D28DA66384AA}" srcOrd="0" destOrd="1" presId="urn:microsoft.com/office/officeart/2005/8/layout/list1"/>
    <dgm:cxn modelId="{773EFA96-3176-4838-A1D8-6A8FC1CEC093}" type="presOf" srcId="{7C7BDB33-9301-4FD4-9CC9-0CCD569C06C2}" destId="{409F4103-8853-410A-8BF0-E18C69626FA3}" srcOrd="0" destOrd="0" presId="urn:microsoft.com/office/officeart/2005/8/layout/list1"/>
    <dgm:cxn modelId="{158EDCA7-7C6C-45FC-A35A-833CB564C00E}" type="presOf" srcId="{7C7BDB33-9301-4FD4-9CC9-0CCD569C06C2}" destId="{44E0969A-8FCC-4925-8416-4EE438D4FE28}" srcOrd="1" destOrd="0" presId="urn:microsoft.com/office/officeart/2005/8/layout/list1"/>
    <dgm:cxn modelId="{C4DAE4D8-A645-4D9F-8F3E-3C5E4504750F}" type="presOf" srcId="{84CB98AD-1452-49F3-B587-9C78C6F7C35E}" destId="{1AA282AA-0C6D-42B9-BCA3-449C74A89116}" srcOrd="0" destOrd="1" presId="urn:microsoft.com/office/officeart/2005/8/layout/list1"/>
    <dgm:cxn modelId="{A8783EDF-7A9F-4C7F-A07E-91169D4778B9}" type="presOf" srcId="{387105CD-8FCF-4611-AEF7-B2D327455CB7}" destId="{8E59B853-7327-44DF-B0CF-D28DA66384AA}" srcOrd="0" destOrd="0" presId="urn:microsoft.com/office/officeart/2005/8/layout/list1"/>
    <dgm:cxn modelId="{167650E3-31DD-467E-8E3E-68500908F27B}" type="presOf" srcId="{8948C2E4-4A32-45EF-B55C-49FAF1D61025}" destId="{1AA282AA-0C6D-42B9-BCA3-449C74A89116}" srcOrd="0" destOrd="0" presId="urn:microsoft.com/office/officeart/2005/8/layout/list1"/>
    <dgm:cxn modelId="{2FA51DF8-25AB-4AF7-9819-489D7912A3F3}" srcId="{17F92AA4-7359-43DF-BC9B-CE6A80222A1C}" destId="{84CB98AD-1452-49F3-B587-9C78C6F7C35E}" srcOrd="1" destOrd="0" parTransId="{B5DCBC84-967E-4600-9CE0-BCD83533CD9B}" sibTransId="{F4EF3117-C2DD-4EB7-9311-F84A2B8F30DB}"/>
    <dgm:cxn modelId="{176203FD-ED78-4F25-9B1C-475B3226FE59}" type="presOf" srcId="{17F92AA4-7359-43DF-BC9B-CE6A80222A1C}" destId="{C7C0B7AA-D971-4BD6-B8F9-EF0C7DC9EDEE}" srcOrd="1" destOrd="0" presId="urn:microsoft.com/office/officeart/2005/8/layout/list1"/>
    <dgm:cxn modelId="{CBABF440-6981-4CE1-8F93-A3E116B384C9}" type="presParOf" srcId="{99BEB723-C5D5-4B75-8D1D-A695BAB24543}" destId="{95547E0F-A497-46D3-A37D-1E89E54C09CE}" srcOrd="0" destOrd="0" presId="urn:microsoft.com/office/officeart/2005/8/layout/list1"/>
    <dgm:cxn modelId="{F0BAE9A5-75AA-4ADD-B736-AB9764ED540D}" type="presParOf" srcId="{95547E0F-A497-46D3-A37D-1E89E54C09CE}" destId="{6861FE33-267A-418E-94F9-91337B28674F}" srcOrd="0" destOrd="0" presId="urn:microsoft.com/office/officeart/2005/8/layout/list1"/>
    <dgm:cxn modelId="{A9D1E0B5-323F-477C-B7AD-3CAFDF755198}" type="presParOf" srcId="{95547E0F-A497-46D3-A37D-1E89E54C09CE}" destId="{C7C0B7AA-D971-4BD6-B8F9-EF0C7DC9EDEE}" srcOrd="1" destOrd="0" presId="urn:microsoft.com/office/officeart/2005/8/layout/list1"/>
    <dgm:cxn modelId="{6C451ED0-313F-4170-9794-23E9A941D433}" type="presParOf" srcId="{99BEB723-C5D5-4B75-8D1D-A695BAB24543}" destId="{93313718-EB29-4510-A8EF-A854025FED37}" srcOrd="1" destOrd="0" presId="urn:microsoft.com/office/officeart/2005/8/layout/list1"/>
    <dgm:cxn modelId="{AE02AB0C-2510-49B1-B6DF-7A1FCF8E5314}" type="presParOf" srcId="{99BEB723-C5D5-4B75-8D1D-A695BAB24543}" destId="{1AA282AA-0C6D-42B9-BCA3-449C74A89116}" srcOrd="2" destOrd="0" presId="urn:microsoft.com/office/officeart/2005/8/layout/list1"/>
    <dgm:cxn modelId="{212704FB-4100-471A-BBE1-9A063331BC3E}" type="presParOf" srcId="{99BEB723-C5D5-4B75-8D1D-A695BAB24543}" destId="{2668EA64-DE71-47C3-A66A-B631AAB5B6A3}" srcOrd="3" destOrd="0" presId="urn:microsoft.com/office/officeart/2005/8/layout/list1"/>
    <dgm:cxn modelId="{153D3109-8953-4786-96B8-B31139DBC688}" type="presParOf" srcId="{99BEB723-C5D5-4B75-8D1D-A695BAB24543}" destId="{AC5E23FB-743E-4E5F-B61F-D4CE909823B1}" srcOrd="4" destOrd="0" presId="urn:microsoft.com/office/officeart/2005/8/layout/list1"/>
    <dgm:cxn modelId="{EFB5E187-01AD-4A42-A152-92F4E70690C3}" type="presParOf" srcId="{AC5E23FB-743E-4E5F-B61F-D4CE909823B1}" destId="{409F4103-8853-410A-8BF0-E18C69626FA3}" srcOrd="0" destOrd="0" presId="urn:microsoft.com/office/officeart/2005/8/layout/list1"/>
    <dgm:cxn modelId="{650A41F3-BA96-4C99-BABF-3F9642C85A9C}" type="presParOf" srcId="{AC5E23FB-743E-4E5F-B61F-D4CE909823B1}" destId="{44E0969A-8FCC-4925-8416-4EE438D4FE28}" srcOrd="1" destOrd="0" presId="urn:microsoft.com/office/officeart/2005/8/layout/list1"/>
    <dgm:cxn modelId="{DD323384-B803-47D4-8AC0-BA5FE0EC6BF1}" type="presParOf" srcId="{99BEB723-C5D5-4B75-8D1D-A695BAB24543}" destId="{29984768-D73E-4B31-BAAA-6767BABBA99C}" srcOrd="5" destOrd="0" presId="urn:microsoft.com/office/officeart/2005/8/layout/list1"/>
    <dgm:cxn modelId="{5ECB25FD-8247-4E1F-9FDC-D4DDA02E9895}" type="presParOf" srcId="{99BEB723-C5D5-4B75-8D1D-A695BAB24543}" destId="{8E59B853-7327-44DF-B0CF-D28DA66384AA}"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A7B928E-2A3A-4FB3-BE6C-E6DF156D9B9F}"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17F92AA4-7359-43DF-BC9B-CE6A80222A1C}">
      <dgm:prSet/>
      <dgm:spPr/>
      <dgm:t>
        <a:bodyPr/>
        <a:lstStyle/>
        <a:p>
          <a:r>
            <a:rPr lang="en-US"/>
            <a:t>Advantages:</a:t>
          </a:r>
        </a:p>
      </dgm:t>
    </dgm:pt>
    <dgm:pt modelId="{7B59E7A0-C93C-4975-A036-2F6922549F29}" type="parTrans" cxnId="{C8B1D56B-E68E-4D4B-9E58-B3D307630CAC}">
      <dgm:prSet/>
      <dgm:spPr/>
      <dgm:t>
        <a:bodyPr/>
        <a:lstStyle/>
        <a:p>
          <a:endParaRPr lang="en-US"/>
        </a:p>
      </dgm:t>
    </dgm:pt>
    <dgm:pt modelId="{AABAF72C-F640-4617-81A8-E4E079BAE49F}" type="sibTrans" cxnId="{C8B1D56B-E68E-4D4B-9E58-B3D307630CAC}">
      <dgm:prSet/>
      <dgm:spPr/>
      <dgm:t>
        <a:bodyPr/>
        <a:lstStyle/>
        <a:p>
          <a:endParaRPr lang="en-US"/>
        </a:p>
      </dgm:t>
    </dgm:pt>
    <dgm:pt modelId="{8948C2E4-4A32-45EF-B55C-49FAF1D61025}">
      <dgm:prSet custT="1"/>
      <dgm:spPr/>
      <dgm:t>
        <a:bodyPr/>
        <a:lstStyle/>
        <a:p>
          <a:r>
            <a:rPr lang="en-US" sz="2000" dirty="0"/>
            <a:t>Generally, have low overhead.</a:t>
          </a:r>
        </a:p>
      </dgm:t>
    </dgm:pt>
    <dgm:pt modelId="{6CE9B055-0602-4838-A4A8-D5E80CC0DCC2}" type="parTrans" cxnId="{F5C9CE5E-1E19-427D-BBA4-D62A8E72EECF}">
      <dgm:prSet/>
      <dgm:spPr/>
      <dgm:t>
        <a:bodyPr/>
        <a:lstStyle/>
        <a:p>
          <a:endParaRPr lang="en-US"/>
        </a:p>
      </dgm:t>
    </dgm:pt>
    <dgm:pt modelId="{93A713C9-CA07-4CE7-8C5D-1767FD642C58}" type="sibTrans" cxnId="{F5C9CE5E-1E19-427D-BBA4-D62A8E72EECF}">
      <dgm:prSet/>
      <dgm:spPr/>
      <dgm:t>
        <a:bodyPr/>
        <a:lstStyle/>
        <a:p>
          <a:endParaRPr lang="en-US"/>
        </a:p>
      </dgm:t>
    </dgm:pt>
    <dgm:pt modelId="{7C7BDB33-9301-4FD4-9CC9-0CCD569C06C2}">
      <dgm:prSet/>
      <dgm:spPr/>
      <dgm:t>
        <a:bodyPr/>
        <a:lstStyle/>
        <a:p>
          <a:r>
            <a:rPr lang="en-US"/>
            <a:t>Disadvantages:</a:t>
          </a:r>
        </a:p>
      </dgm:t>
    </dgm:pt>
    <dgm:pt modelId="{34BB6CB7-BA22-41CD-BA73-167BCF333D5C}" type="parTrans" cxnId="{31379306-ABDE-43E8-BBF6-0B31FBC26464}">
      <dgm:prSet/>
      <dgm:spPr/>
      <dgm:t>
        <a:bodyPr/>
        <a:lstStyle/>
        <a:p>
          <a:endParaRPr lang="en-US"/>
        </a:p>
      </dgm:t>
    </dgm:pt>
    <dgm:pt modelId="{7CC47454-E440-4B4F-AEBA-C44DF6FD64A5}" type="sibTrans" cxnId="{31379306-ABDE-43E8-BBF6-0B31FBC26464}">
      <dgm:prSet/>
      <dgm:spPr/>
      <dgm:t>
        <a:bodyPr/>
        <a:lstStyle/>
        <a:p>
          <a:endParaRPr lang="en-US"/>
        </a:p>
      </dgm:t>
    </dgm:pt>
    <dgm:pt modelId="{387105CD-8FCF-4611-AEF7-B2D327455CB7}">
      <dgm:prSet custT="1"/>
      <dgm:spPr/>
      <dgm:t>
        <a:bodyPr/>
        <a:lstStyle/>
        <a:p>
          <a:r>
            <a:rPr lang="en-US" sz="2000" dirty="0"/>
            <a:t>It has to be known in advance which errors may occur. Only in that case is it possible to correct those errors and move to a new state.</a:t>
          </a:r>
        </a:p>
      </dgm:t>
    </dgm:pt>
    <dgm:pt modelId="{4231306D-AD5A-4E8A-A6A0-C9045C4A30CD}" type="parTrans" cxnId="{D79BD262-1D4C-4CD7-9AE9-D0535A108CC4}">
      <dgm:prSet/>
      <dgm:spPr/>
      <dgm:t>
        <a:bodyPr/>
        <a:lstStyle/>
        <a:p>
          <a:endParaRPr lang="en-US"/>
        </a:p>
      </dgm:t>
    </dgm:pt>
    <dgm:pt modelId="{67E7A66F-2C9A-40C8-A86F-0D13BB8FBAAA}" type="sibTrans" cxnId="{D79BD262-1D4C-4CD7-9AE9-D0535A108CC4}">
      <dgm:prSet/>
      <dgm:spPr/>
      <dgm:t>
        <a:bodyPr/>
        <a:lstStyle/>
        <a:p>
          <a:endParaRPr lang="en-US"/>
        </a:p>
      </dgm:t>
    </dgm:pt>
    <dgm:pt modelId="{41F30EC1-7FCA-463C-93FC-381A5B741D18}">
      <dgm:prSet/>
      <dgm:spPr/>
      <dgm:t>
        <a:bodyPr/>
        <a:lstStyle/>
        <a:p>
          <a:endParaRPr lang="en-US" sz="2400" dirty="0"/>
        </a:p>
      </dgm:t>
    </dgm:pt>
    <dgm:pt modelId="{5141E6D3-4291-4408-8854-179D86E535E0}" type="parTrans" cxnId="{725880CF-D6DB-4145-A29C-2FE7E8C54B5C}">
      <dgm:prSet/>
      <dgm:spPr/>
      <dgm:t>
        <a:bodyPr/>
        <a:lstStyle/>
        <a:p>
          <a:endParaRPr lang="en-PK"/>
        </a:p>
      </dgm:t>
    </dgm:pt>
    <dgm:pt modelId="{E56F59D4-18D9-4252-B728-AE20B7A979D8}" type="sibTrans" cxnId="{725880CF-D6DB-4145-A29C-2FE7E8C54B5C}">
      <dgm:prSet/>
      <dgm:spPr/>
      <dgm:t>
        <a:bodyPr/>
        <a:lstStyle/>
        <a:p>
          <a:endParaRPr lang="en-PK"/>
        </a:p>
      </dgm:t>
    </dgm:pt>
    <dgm:pt modelId="{F948E5EC-D7D5-4AF6-9DEC-3E672ACB596E}">
      <dgm:prSet custT="1"/>
      <dgm:spPr/>
      <dgm:t>
        <a:bodyPr/>
        <a:lstStyle/>
        <a:p>
          <a:r>
            <a:rPr lang="en-US" sz="2000" dirty="0"/>
            <a:t>When an error occurs, the recovery mechanism then knows what to do to bring the system forward to a correct state.</a:t>
          </a:r>
        </a:p>
      </dgm:t>
    </dgm:pt>
    <dgm:pt modelId="{75FB7A26-67DB-44CE-86E8-9582DFA6B89E}" type="parTrans" cxnId="{B9F5DDFB-F995-4028-91AC-83E0DE229435}">
      <dgm:prSet/>
      <dgm:spPr/>
      <dgm:t>
        <a:bodyPr/>
        <a:lstStyle/>
        <a:p>
          <a:endParaRPr lang="en-PK"/>
        </a:p>
      </dgm:t>
    </dgm:pt>
    <dgm:pt modelId="{0A57E2F4-0474-4C72-9F15-DA4D7D5A61C6}" type="sibTrans" cxnId="{B9F5DDFB-F995-4028-91AC-83E0DE229435}">
      <dgm:prSet/>
      <dgm:spPr/>
      <dgm:t>
        <a:bodyPr/>
        <a:lstStyle/>
        <a:p>
          <a:endParaRPr lang="en-PK"/>
        </a:p>
      </dgm:t>
    </dgm:pt>
    <dgm:pt modelId="{99BEB723-C5D5-4B75-8D1D-A695BAB24543}" type="pres">
      <dgm:prSet presAssocID="{AA7B928E-2A3A-4FB3-BE6C-E6DF156D9B9F}" presName="linear" presStyleCnt="0">
        <dgm:presLayoutVars>
          <dgm:dir/>
          <dgm:animLvl val="lvl"/>
          <dgm:resizeHandles val="exact"/>
        </dgm:presLayoutVars>
      </dgm:prSet>
      <dgm:spPr/>
    </dgm:pt>
    <dgm:pt modelId="{95547E0F-A497-46D3-A37D-1E89E54C09CE}" type="pres">
      <dgm:prSet presAssocID="{17F92AA4-7359-43DF-BC9B-CE6A80222A1C}" presName="parentLin" presStyleCnt="0"/>
      <dgm:spPr/>
    </dgm:pt>
    <dgm:pt modelId="{6861FE33-267A-418E-94F9-91337B28674F}" type="pres">
      <dgm:prSet presAssocID="{17F92AA4-7359-43DF-BC9B-CE6A80222A1C}" presName="parentLeftMargin" presStyleLbl="node1" presStyleIdx="0" presStyleCnt="2"/>
      <dgm:spPr/>
    </dgm:pt>
    <dgm:pt modelId="{C7C0B7AA-D971-4BD6-B8F9-EF0C7DC9EDEE}" type="pres">
      <dgm:prSet presAssocID="{17F92AA4-7359-43DF-BC9B-CE6A80222A1C}" presName="parentText" presStyleLbl="node1" presStyleIdx="0" presStyleCnt="2">
        <dgm:presLayoutVars>
          <dgm:chMax val="0"/>
          <dgm:bulletEnabled val="1"/>
        </dgm:presLayoutVars>
      </dgm:prSet>
      <dgm:spPr/>
    </dgm:pt>
    <dgm:pt modelId="{93313718-EB29-4510-A8EF-A854025FED37}" type="pres">
      <dgm:prSet presAssocID="{17F92AA4-7359-43DF-BC9B-CE6A80222A1C}" presName="negativeSpace" presStyleCnt="0"/>
      <dgm:spPr/>
    </dgm:pt>
    <dgm:pt modelId="{1AA282AA-0C6D-42B9-BCA3-449C74A89116}" type="pres">
      <dgm:prSet presAssocID="{17F92AA4-7359-43DF-BC9B-CE6A80222A1C}" presName="childText" presStyleLbl="conFgAcc1" presStyleIdx="0" presStyleCnt="2">
        <dgm:presLayoutVars>
          <dgm:bulletEnabled val="1"/>
        </dgm:presLayoutVars>
      </dgm:prSet>
      <dgm:spPr/>
    </dgm:pt>
    <dgm:pt modelId="{2668EA64-DE71-47C3-A66A-B631AAB5B6A3}" type="pres">
      <dgm:prSet presAssocID="{AABAF72C-F640-4617-81A8-E4E079BAE49F}" presName="spaceBetweenRectangles" presStyleCnt="0"/>
      <dgm:spPr/>
    </dgm:pt>
    <dgm:pt modelId="{AC5E23FB-743E-4E5F-B61F-D4CE909823B1}" type="pres">
      <dgm:prSet presAssocID="{7C7BDB33-9301-4FD4-9CC9-0CCD569C06C2}" presName="parentLin" presStyleCnt="0"/>
      <dgm:spPr/>
    </dgm:pt>
    <dgm:pt modelId="{409F4103-8853-410A-8BF0-E18C69626FA3}" type="pres">
      <dgm:prSet presAssocID="{7C7BDB33-9301-4FD4-9CC9-0CCD569C06C2}" presName="parentLeftMargin" presStyleLbl="node1" presStyleIdx="0" presStyleCnt="2"/>
      <dgm:spPr/>
    </dgm:pt>
    <dgm:pt modelId="{44E0969A-8FCC-4925-8416-4EE438D4FE28}" type="pres">
      <dgm:prSet presAssocID="{7C7BDB33-9301-4FD4-9CC9-0CCD569C06C2}" presName="parentText" presStyleLbl="node1" presStyleIdx="1" presStyleCnt="2">
        <dgm:presLayoutVars>
          <dgm:chMax val="0"/>
          <dgm:bulletEnabled val="1"/>
        </dgm:presLayoutVars>
      </dgm:prSet>
      <dgm:spPr/>
    </dgm:pt>
    <dgm:pt modelId="{29984768-D73E-4B31-BAAA-6767BABBA99C}" type="pres">
      <dgm:prSet presAssocID="{7C7BDB33-9301-4FD4-9CC9-0CCD569C06C2}" presName="negativeSpace" presStyleCnt="0"/>
      <dgm:spPr/>
    </dgm:pt>
    <dgm:pt modelId="{8E59B853-7327-44DF-B0CF-D28DA66384AA}" type="pres">
      <dgm:prSet presAssocID="{7C7BDB33-9301-4FD4-9CC9-0CCD569C06C2}" presName="childText" presStyleLbl="conFgAcc1" presStyleIdx="1" presStyleCnt="2">
        <dgm:presLayoutVars>
          <dgm:bulletEnabled val="1"/>
        </dgm:presLayoutVars>
      </dgm:prSet>
      <dgm:spPr/>
    </dgm:pt>
  </dgm:ptLst>
  <dgm:cxnLst>
    <dgm:cxn modelId="{31379306-ABDE-43E8-BBF6-0B31FBC26464}" srcId="{AA7B928E-2A3A-4FB3-BE6C-E6DF156D9B9F}" destId="{7C7BDB33-9301-4FD4-9CC9-0CCD569C06C2}" srcOrd="1" destOrd="0" parTransId="{34BB6CB7-BA22-41CD-BA73-167BCF333D5C}" sibTransId="{7CC47454-E440-4B4F-AEBA-C44DF6FD64A5}"/>
    <dgm:cxn modelId="{7F8D620D-67D8-4DC9-9A89-66274816D469}" type="presOf" srcId="{17F92AA4-7359-43DF-BC9B-CE6A80222A1C}" destId="{6861FE33-267A-418E-94F9-91337B28674F}" srcOrd="0" destOrd="0" presId="urn:microsoft.com/office/officeart/2005/8/layout/list1"/>
    <dgm:cxn modelId="{077FF01C-2D18-4414-94C6-6347E438E0B9}" type="presOf" srcId="{F948E5EC-D7D5-4AF6-9DEC-3E672ACB596E}" destId="{8E59B853-7327-44DF-B0CF-D28DA66384AA}" srcOrd="0" destOrd="1" presId="urn:microsoft.com/office/officeart/2005/8/layout/list1"/>
    <dgm:cxn modelId="{F5C9CE5E-1E19-427D-BBA4-D62A8E72EECF}" srcId="{17F92AA4-7359-43DF-BC9B-CE6A80222A1C}" destId="{8948C2E4-4A32-45EF-B55C-49FAF1D61025}" srcOrd="0" destOrd="0" parTransId="{6CE9B055-0602-4838-A4A8-D5E80CC0DCC2}" sibTransId="{93A713C9-CA07-4CE7-8C5D-1767FD642C58}"/>
    <dgm:cxn modelId="{D79BD262-1D4C-4CD7-9AE9-D0535A108CC4}" srcId="{7C7BDB33-9301-4FD4-9CC9-0CCD569C06C2}" destId="{387105CD-8FCF-4611-AEF7-B2D327455CB7}" srcOrd="0" destOrd="0" parTransId="{4231306D-AD5A-4E8A-A6A0-C9045C4A30CD}" sibTransId="{67E7A66F-2C9A-40C8-A86F-0D13BB8FBAAA}"/>
    <dgm:cxn modelId="{1653386A-B227-4AAE-B960-D3AA317129F5}" type="presOf" srcId="{AA7B928E-2A3A-4FB3-BE6C-E6DF156D9B9F}" destId="{99BEB723-C5D5-4B75-8D1D-A695BAB24543}" srcOrd="0" destOrd="0" presId="urn:microsoft.com/office/officeart/2005/8/layout/list1"/>
    <dgm:cxn modelId="{C8B1D56B-E68E-4D4B-9E58-B3D307630CAC}" srcId="{AA7B928E-2A3A-4FB3-BE6C-E6DF156D9B9F}" destId="{17F92AA4-7359-43DF-BC9B-CE6A80222A1C}" srcOrd="0" destOrd="0" parTransId="{7B59E7A0-C93C-4975-A036-2F6922549F29}" sibTransId="{AABAF72C-F640-4617-81A8-E4E079BAE49F}"/>
    <dgm:cxn modelId="{773EFA96-3176-4838-A1D8-6A8FC1CEC093}" type="presOf" srcId="{7C7BDB33-9301-4FD4-9CC9-0CCD569C06C2}" destId="{409F4103-8853-410A-8BF0-E18C69626FA3}" srcOrd="0" destOrd="0" presId="urn:microsoft.com/office/officeart/2005/8/layout/list1"/>
    <dgm:cxn modelId="{158EDCA7-7C6C-45FC-A35A-833CB564C00E}" type="presOf" srcId="{7C7BDB33-9301-4FD4-9CC9-0CCD569C06C2}" destId="{44E0969A-8FCC-4925-8416-4EE438D4FE28}" srcOrd="1" destOrd="0" presId="urn:microsoft.com/office/officeart/2005/8/layout/list1"/>
    <dgm:cxn modelId="{A520A2CB-9318-4277-BF9B-E2C7B8270D10}" type="presOf" srcId="{41F30EC1-7FCA-463C-93FC-381A5B741D18}" destId="{8E59B853-7327-44DF-B0CF-D28DA66384AA}" srcOrd="0" destOrd="2" presId="urn:microsoft.com/office/officeart/2005/8/layout/list1"/>
    <dgm:cxn modelId="{725880CF-D6DB-4145-A29C-2FE7E8C54B5C}" srcId="{7C7BDB33-9301-4FD4-9CC9-0CCD569C06C2}" destId="{41F30EC1-7FCA-463C-93FC-381A5B741D18}" srcOrd="2" destOrd="0" parTransId="{5141E6D3-4291-4408-8854-179D86E535E0}" sibTransId="{E56F59D4-18D9-4252-B728-AE20B7A979D8}"/>
    <dgm:cxn modelId="{A8783EDF-7A9F-4C7F-A07E-91169D4778B9}" type="presOf" srcId="{387105CD-8FCF-4611-AEF7-B2D327455CB7}" destId="{8E59B853-7327-44DF-B0CF-D28DA66384AA}" srcOrd="0" destOrd="0" presId="urn:microsoft.com/office/officeart/2005/8/layout/list1"/>
    <dgm:cxn modelId="{167650E3-31DD-467E-8E3E-68500908F27B}" type="presOf" srcId="{8948C2E4-4A32-45EF-B55C-49FAF1D61025}" destId="{1AA282AA-0C6D-42B9-BCA3-449C74A89116}" srcOrd="0" destOrd="0" presId="urn:microsoft.com/office/officeart/2005/8/layout/list1"/>
    <dgm:cxn modelId="{B9F5DDFB-F995-4028-91AC-83E0DE229435}" srcId="{7C7BDB33-9301-4FD4-9CC9-0CCD569C06C2}" destId="{F948E5EC-D7D5-4AF6-9DEC-3E672ACB596E}" srcOrd="1" destOrd="0" parTransId="{75FB7A26-67DB-44CE-86E8-9582DFA6B89E}" sibTransId="{0A57E2F4-0474-4C72-9F15-DA4D7D5A61C6}"/>
    <dgm:cxn modelId="{176203FD-ED78-4F25-9B1C-475B3226FE59}" type="presOf" srcId="{17F92AA4-7359-43DF-BC9B-CE6A80222A1C}" destId="{C7C0B7AA-D971-4BD6-B8F9-EF0C7DC9EDEE}" srcOrd="1" destOrd="0" presId="urn:microsoft.com/office/officeart/2005/8/layout/list1"/>
    <dgm:cxn modelId="{CBABF440-6981-4CE1-8F93-A3E116B384C9}" type="presParOf" srcId="{99BEB723-C5D5-4B75-8D1D-A695BAB24543}" destId="{95547E0F-A497-46D3-A37D-1E89E54C09CE}" srcOrd="0" destOrd="0" presId="urn:microsoft.com/office/officeart/2005/8/layout/list1"/>
    <dgm:cxn modelId="{F0BAE9A5-75AA-4ADD-B736-AB9764ED540D}" type="presParOf" srcId="{95547E0F-A497-46D3-A37D-1E89E54C09CE}" destId="{6861FE33-267A-418E-94F9-91337B28674F}" srcOrd="0" destOrd="0" presId="urn:microsoft.com/office/officeart/2005/8/layout/list1"/>
    <dgm:cxn modelId="{A9D1E0B5-323F-477C-B7AD-3CAFDF755198}" type="presParOf" srcId="{95547E0F-A497-46D3-A37D-1E89E54C09CE}" destId="{C7C0B7AA-D971-4BD6-B8F9-EF0C7DC9EDEE}" srcOrd="1" destOrd="0" presId="urn:microsoft.com/office/officeart/2005/8/layout/list1"/>
    <dgm:cxn modelId="{6C451ED0-313F-4170-9794-23E9A941D433}" type="presParOf" srcId="{99BEB723-C5D5-4B75-8D1D-A695BAB24543}" destId="{93313718-EB29-4510-A8EF-A854025FED37}" srcOrd="1" destOrd="0" presId="urn:microsoft.com/office/officeart/2005/8/layout/list1"/>
    <dgm:cxn modelId="{AE02AB0C-2510-49B1-B6DF-7A1FCF8E5314}" type="presParOf" srcId="{99BEB723-C5D5-4B75-8D1D-A695BAB24543}" destId="{1AA282AA-0C6D-42B9-BCA3-449C74A89116}" srcOrd="2" destOrd="0" presId="urn:microsoft.com/office/officeart/2005/8/layout/list1"/>
    <dgm:cxn modelId="{212704FB-4100-471A-BBE1-9A063331BC3E}" type="presParOf" srcId="{99BEB723-C5D5-4B75-8D1D-A695BAB24543}" destId="{2668EA64-DE71-47C3-A66A-B631AAB5B6A3}" srcOrd="3" destOrd="0" presId="urn:microsoft.com/office/officeart/2005/8/layout/list1"/>
    <dgm:cxn modelId="{153D3109-8953-4786-96B8-B31139DBC688}" type="presParOf" srcId="{99BEB723-C5D5-4B75-8D1D-A695BAB24543}" destId="{AC5E23FB-743E-4E5F-B61F-D4CE909823B1}" srcOrd="4" destOrd="0" presId="urn:microsoft.com/office/officeart/2005/8/layout/list1"/>
    <dgm:cxn modelId="{EFB5E187-01AD-4A42-A152-92F4E70690C3}" type="presParOf" srcId="{AC5E23FB-743E-4E5F-B61F-D4CE909823B1}" destId="{409F4103-8853-410A-8BF0-E18C69626FA3}" srcOrd="0" destOrd="0" presId="urn:microsoft.com/office/officeart/2005/8/layout/list1"/>
    <dgm:cxn modelId="{650A41F3-BA96-4C99-BABF-3F9642C85A9C}" type="presParOf" srcId="{AC5E23FB-743E-4E5F-B61F-D4CE909823B1}" destId="{44E0969A-8FCC-4925-8416-4EE438D4FE28}" srcOrd="1" destOrd="0" presId="urn:microsoft.com/office/officeart/2005/8/layout/list1"/>
    <dgm:cxn modelId="{DD323384-B803-47D4-8AC0-BA5FE0EC6BF1}" type="presParOf" srcId="{99BEB723-C5D5-4B75-8D1D-A695BAB24543}" destId="{29984768-D73E-4B31-BAAA-6767BABBA99C}" srcOrd="5" destOrd="0" presId="urn:microsoft.com/office/officeart/2005/8/layout/list1"/>
    <dgm:cxn modelId="{5ECB25FD-8247-4E1F-9FDC-D4DDA02E9895}" type="presParOf" srcId="{99BEB723-C5D5-4B75-8D1D-A695BAB24543}" destId="{8E59B853-7327-44DF-B0CF-D28DA66384AA}"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2425"/>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371836" y="278997"/>
          <a:ext cx="676066" cy="6760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419739" y="2425"/>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Introduction of Fault Tolerance.</a:t>
          </a:r>
          <a:endParaRPr lang="en-PK" sz="2200" kern="1200" dirty="0"/>
        </a:p>
      </dsp:txBody>
      <dsp:txXfrm>
        <a:off x="1419739" y="2425"/>
        <a:ext cx="5584037" cy="1229211"/>
      </dsp:txXfrm>
    </dsp:sp>
    <dsp:sp modelId="{86AFC238-F655-46AB-B4B9-6CFAB4EEE339}">
      <dsp:nvSpPr>
        <dsp:cNvPr id="0" name=""/>
        <dsp:cNvSpPr/>
      </dsp:nvSpPr>
      <dsp:spPr>
        <a:xfrm>
          <a:off x="0" y="1538939"/>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371836" y="1815512"/>
          <a:ext cx="676066" cy="676066"/>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419739" y="1538939"/>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Fault Classification.</a:t>
          </a:r>
          <a:endParaRPr lang="en-PK" sz="2200" kern="1200" dirty="0"/>
        </a:p>
      </dsp:txBody>
      <dsp:txXfrm>
        <a:off x="1419739" y="1538939"/>
        <a:ext cx="5584037" cy="1229211"/>
      </dsp:txXfrm>
    </dsp:sp>
    <dsp:sp modelId="{F83670AA-A35D-4B83-B995-7890FF58E34F}">
      <dsp:nvSpPr>
        <dsp:cNvPr id="0" name=""/>
        <dsp:cNvSpPr/>
      </dsp:nvSpPr>
      <dsp:spPr>
        <a:xfrm>
          <a:off x="0" y="3075453"/>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5AB21A-36D9-401A-9CB5-EC00550E49EA}">
      <dsp:nvSpPr>
        <dsp:cNvPr id="0" name=""/>
        <dsp:cNvSpPr/>
      </dsp:nvSpPr>
      <dsp:spPr>
        <a:xfrm>
          <a:off x="371836" y="3352026"/>
          <a:ext cx="676066" cy="676066"/>
        </a:xfrm>
        <a:prstGeom prst="rect">
          <a:avLst/>
        </a:prstGeom>
        <a:blipFill>
          <a:blip xmlns:r="http://schemas.openxmlformats.org/officeDocument/2006/relationships" r:embed="rId5"/>
          <a:srcRect/>
          <a:stretch>
            <a:fillRect l="-19000" r="-19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51490F-692F-49BA-B3FB-F58F09177CCD}">
      <dsp:nvSpPr>
        <dsp:cNvPr id="0" name=""/>
        <dsp:cNvSpPr/>
      </dsp:nvSpPr>
      <dsp:spPr>
        <a:xfrm>
          <a:off x="1419739" y="3065927"/>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Failure Classification.</a:t>
          </a:r>
          <a:endParaRPr lang="en-PK" sz="2200" kern="1200" dirty="0"/>
        </a:p>
      </dsp:txBody>
      <dsp:txXfrm>
        <a:off x="1419739" y="3065927"/>
        <a:ext cx="5584037" cy="1229211"/>
      </dsp:txXfrm>
    </dsp:sp>
    <dsp:sp modelId="{D49CD649-114A-4301-899A-7AB712C48F82}">
      <dsp:nvSpPr>
        <dsp:cNvPr id="0" name=""/>
        <dsp:cNvSpPr/>
      </dsp:nvSpPr>
      <dsp:spPr>
        <a:xfrm>
          <a:off x="0" y="4611968"/>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3E142-0DF4-49A1-B939-883B8F6C6A69}">
      <dsp:nvSpPr>
        <dsp:cNvPr id="0" name=""/>
        <dsp:cNvSpPr/>
      </dsp:nvSpPr>
      <dsp:spPr>
        <a:xfrm>
          <a:off x="371836" y="4888540"/>
          <a:ext cx="676066" cy="676066"/>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8D50D3-A939-446E-9D71-966B0D8C8EA9}">
      <dsp:nvSpPr>
        <dsp:cNvPr id="0" name=""/>
        <dsp:cNvSpPr/>
      </dsp:nvSpPr>
      <dsp:spPr>
        <a:xfrm>
          <a:off x="1419739" y="4611968"/>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Failure Masking.</a:t>
          </a:r>
          <a:endParaRPr lang="en-PK" sz="2200" kern="1200" dirty="0"/>
        </a:p>
      </dsp:txBody>
      <dsp:txXfrm>
        <a:off x="1419739" y="4611968"/>
        <a:ext cx="5584037" cy="12292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A9D39-C6BB-4395-9481-7D11F4C6909F}">
      <dsp:nvSpPr>
        <dsp:cNvPr id="0" name=""/>
        <dsp:cNvSpPr/>
      </dsp:nvSpPr>
      <dsp:spPr>
        <a:xfrm>
          <a:off x="769020" y="0"/>
          <a:ext cx="8715567" cy="445911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7A4F0A-0B8D-48BA-9910-E99A2C2A8EFF}">
      <dsp:nvSpPr>
        <dsp:cNvPr id="0" name=""/>
        <dsp:cNvSpPr/>
      </dsp:nvSpPr>
      <dsp:spPr>
        <a:xfrm>
          <a:off x="549" y="739053"/>
          <a:ext cx="5109872" cy="29810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mn-lt"/>
              <a:cs typeface="Arial" panose="020B0604020202020204" pitchFamily="34" charset="0"/>
            </a:rPr>
            <a:t>A characteristic feature of distributed systems is the notion of partial failure:</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kern="1200" dirty="0">
              <a:latin typeface="+mn-lt"/>
              <a:cs typeface="Arial" panose="020B0604020202020204" pitchFamily="34" charset="0"/>
            </a:rPr>
            <a:t> A partial failure may happen when one component in a distributed system fails. </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kern="1200" dirty="0">
              <a:latin typeface="+mn-lt"/>
              <a:cs typeface="Arial" panose="020B0604020202020204" pitchFamily="34" charset="0"/>
            </a:rPr>
            <a:t>This failure may affect the proper operation of other components, while at the same time leaving yet other components totally unaffected.</a:t>
          </a:r>
          <a:endParaRPr lang="en-PK" sz="2000" kern="1200" dirty="0">
            <a:latin typeface="+mn-lt"/>
            <a:cs typeface="Arial" panose="020B0604020202020204" pitchFamily="34" charset="0"/>
          </a:endParaRPr>
        </a:p>
      </dsp:txBody>
      <dsp:txXfrm>
        <a:off x="146070" y="884574"/>
        <a:ext cx="4818830" cy="2689963"/>
      </dsp:txXfrm>
    </dsp:sp>
    <dsp:sp modelId="{418CB92C-366C-4FF8-97AC-66FBD22B220C}">
      <dsp:nvSpPr>
        <dsp:cNvPr id="0" name=""/>
        <dsp:cNvSpPr/>
      </dsp:nvSpPr>
      <dsp:spPr>
        <a:xfrm>
          <a:off x="5562521" y="727486"/>
          <a:ext cx="4690537" cy="30041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An important goal in distributed systems design is to construct the system in such a way that it can automatically recover from partial failures without seriously affecting the overall performance</a:t>
          </a:r>
          <a:r>
            <a:rPr lang="en-US" sz="1500" kern="1200" dirty="0">
              <a:latin typeface="Arial" panose="020B0604020202020204" pitchFamily="34" charset="0"/>
              <a:cs typeface="Arial" panose="020B0604020202020204" pitchFamily="34" charset="0"/>
            </a:rPr>
            <a:t>. </a:t>
          </a:r>
          <a:endParaRPr lang="en-PK" sz="1500" kern="1200" dirty="0">
            <a:latin typeface="Arial" panose="020B0604020202020204" pitchFamily="34" charset="0"/>
            <a:cs typeface="Arial" panose="020B0604020202020204" pitchFamily="34" charset="0"/>
          </a:endParaRPr>
        </a:p>
      </dsp:txBody>
      <dsp:txXfrm>
        <a:off x="5709171" y="874136"/>
        <a:ext cx="4397237" cy="27108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676BA-F013-48D5-AD15-62CE0451E6C3}">
      <dsp:nvSpPr>
        <dsp:cNvPr id="0" name=""/>
        <dsp:cNvSpPr/>
      </dsp:nvSpPr>
      <dsp:spPr>
        <a:xfrm rot="5400000">
          <a:off x="-634841" y="634841"/>
          <a:ext cx="4232275" cy="296259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bg1"/>
              </a:solidFill>
              <a:latin typeface="Arial" panose="020B0604020202020204" pitchFamily="34" charset="0"/>
              <a:cs typeface="Arial" panose="020B0604020202020204" pitchFamily="34" charset="0"/>
            </a:rPr>
            <a:t>Faults are generally classified as transient, intermittent, or permanent</a:t>
          </a:r>
          <a:r>
            <a:rPr lang="en-US" sz="2300" kern="1200" dirty="0">
              <a:solidFill>
                <a:schemeClr val="bg1"/>
              </a:solidFill>
            </a:rPr>
            <a:t>: </a:t>
          </a:r>
          <a:endParaRPr lang="en-PK" sz="2300" kern="1200" dirty="0">
            <a:solidFill>
              <a:schemeClr val="bg1"/>
            </a:solidFill>
          </a:endParaRPr>
        </a:p>
      </dsp:txBody>
      <dsp:txXfrm rot="-5400000">
        <a:off x="1" y="1481295"/>
        <a:ext cx="2962592" cy="1269683"/>
      </dsp:txXfrm>
    </dsp:sp>
    <dsp:sp modelId="{2E2D3930-9034-48AA-9262-13608BCB0882}">
      <dsp:nvSpPr>
        <dsp:cNvPr id="0" name=""/>
        <dsp:cNvSpPr/>
      </dsp:nvSpPr>
      <dsp:spPr>
        <a:xfrm rot="5400000">
          <a:off x="5363606" y="-2401014"/>
          <a:ext cx="2750978" cy="755300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l" defTabSz="844550">
            <a:lnSpc>
              <a:spcPct val="90000"/>
            </a:lnSpc>
            <a:spcBef>
              <a:spcPct val="0"/>
            </a:spcBef>
            <a:spcAft>
              <a:spcPct val="15000"/>
            </a:spcAft>
            <a:buChar char="•"/>
          </a:pPr>
          <a:r>
            <a:rPr lang="en-US" sz="1900" b="1" kern="1200" dirty="0">
              <a:solidFill>
                <a:schemeClr val="tx1"/>
              </a:solidFill>
              <a:latin typeface="+mn-lt"/>
              <a:cs typeface="Arial" panose="020B0604020202020204" pitchFamily="34" charset="0"/>
            </a:rPr>
            <a:t>Transient fault: </a:t>
          </a:r>
          <a:r>
            <a:rPr lang="en-US" sz="1900" kern="1200" dirty="0">
              <a:solidFill>
                <a:schemeClr val="tx1"/>
              </a:solidFill>
              <a:latin typeface="+mn-lt"/>
              <a:cs typeface="Arial" panose="020B0604020202020204" pitchFamily="34" charset="0"/>
            </a:rPr>
            <a:t>Occurs once and then disappear. If the operation is repeated, the fault goes away.</a:t>
          </a:r>
          <a:endParaRPr lang="en-PK" sz="1900" kern="1200" dirty="0">
            <a:latin typeface="+mn-lt"/>
            <a:cs typeface="Arial" panose="020B0604020202020204" pitchFamily="34" charset="0"/>
          </a:endParaRPr>
        </a:p>
        <a:p>
          <a:pPr marL="171450" lvl="1" indent="-171450" algn="l" defTabSz="844550">
            <a:lnSpc>
              <a:spcPct val="90000"/>
            </a:lnSpc>
            <a:spcBef>
              <a:spcPct val="0"/>
            </a:spcBef>
            <a:spcAft>
              <a:spcPct val="15000"/>
            </a:spcAft>
            <a:buChar char="•"/>
          </a:pPr>
          <a:r>
            <a:rPr lang="en-US" sz="1900" b="1" kern="1200" dirty="0">
              <a:solidFill>
                <a:schemeClr val="tx1"/>
              </a:solidFill>
              <a:latin typeface="+mn-lt"/>
              <a:cs typeface="Arial" panose="020B0604020202020204" pitchFamily="34" charset="0"/>
            </a:rPr>
            <a:t>Intermittent fault: </a:t>
          </a:r>
          <a:r>
            <a:rPr lang="en-US" sz="1900" kern="1200" dirty="0">
              <a:solidFill>
                <a:schemeClr val="tx1"/>
              </a:solidFill>
              <a:latin typeface="+mn-lt"/>
              <a:cs typeface="Arial" panose="020B0604020202020204" pitchFamily="34" charset="0"/>
            </a:rPr>
            <a:t>Occurs, then vanishes of its own accord, then reappears, and so on. A loose contact on a connector will often cause an intermittent fault.</a:t>
          </a:r>
        </a:p>
        <a:p>
          <a:pPr marL="171450" lvl="1" indent="-171450" algn="l" defTabSz="844550">
            <a:lnSpc>
              <a:spcPct val="90000"/>
            </a:lnSpc>
            <a:spcBef>
              <a:spcPct val="0"/>
            </a:spcBef>
            <a:spcAft>
              <a:spcPct val="15000"/>
            </a:spcAft>
            <a:buChar char="•"/>
          </a:pPr>
          <a:r>
            <a:rPr lang="en-US" sz="1900" b="1" kern="1200" dirty="0">
              <a:solidFill>
                <a:schemeClr val="tx1"/>
              </a:solidFill>
              <a:latin typeface="+mn-lt"/>
              <a:cs typeface="Arial" panose="020B0604020202020204" pitchFamily="34" charset="0"/>
            </a:rPr>
            <a:t>Permanent fault: </a:t>
          </a:r>
          <a:r>
            <a:rPr lang="en-US" sz="1900" kern="1200" dirty="0">
              <a:solidFill>
                <a:schemeClr val="tx1"/>
              </a:solidFill>
              <a:latin typeface="+mn-lt"/>
              <a:cs typeface="Arial" panose="020B0604020202020204" pitchFamily="34" charset="0"/>
            </a:rPr>
            <a:t>Is one that continues to exist until the faulty component is replaced. Burnt-out chips, software bugs, and disk head crashes are examples of permanent faults.</a:t>
          </a:r>
          <a:endParaRPr lang="en-PK" sz="1900" kern="1200" dirty="0">
            <a:solidFill>
              <a:schemeClr val="tx1"/>
            </a:solidFill>
            <a:latin typeface="+mn-lt"/>
            <a:cs typeface="Arial" panose="020B0604020202020204" pitchFamily="34" charset="0"/>
          </a:endParaRPr>
        </a:p>
      </dsp:txBody>
      <dsp:txXfrm rot="-5400000">
        <a:off x="2962592" y="134292"/>
        <a:ext cx="7418715" cy="24823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7E072-8AD2-410A-B51A-44B6A2DD2669}">
      <dsp:nvSpPr>
        <dsp:cNvPr id="0" name=""/>
        <dsp:cNvSpPr/>
      </dsp:nvSpPr>
      <dsp:spPr>
        <a:xfrm rot="5400000">
          <a:off x="4926489" y="-2117266"/>
          <a:ext cx="3206157" cy="814438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33450">
            <a:lnSpc>
              <a:spcPct val="90000"/>
            </a:lnSpc>
            <a:spcBef>
              <a:spcPct val="0"/>
            </a:spcBef>
            <a:spcAft>
              <a:spcPct val="15000"/>
            </a:spcAft>
            <a:buChar char="•"/>
          </a:pPr>
          <a:r>
            <a:rPr lang="en-US" sz="2100" b="1" kern="1200" dirty="0">
              <a:solidFill>
                <a:schemeClr val="tx1"/>
              </a:solidFill>
              <a:latin typeface="+mn-lt"/>
              <a:cs typeface="Arial" panose="020B0604020202020204" pitchFamily="34" charset="0"/>
            </a:rPr>
            <a:t>Crash failure: </a:t>
          </a:r>
          <a:r>
            <a:rPr lang="en-US" sz="2000" b="0" kern="1200" dirty="0">
              <a:solidFill>
                <a:schemeClr val="tx1"/>
              </a:solidFill>
              <a:latin typeface="+mn-lt"/>
              <a:cs typeface="Arial" panose="020B0604020202020204" pitchFamily="34" charset="0"/>
            </a:rPr>
            <a:t>A server halts but working correctly until it halts.</a:t>
          </a:r>
          <a:endParaRPr lang="en-PK" sz="2100" b="0" kern="1200" dirty="0">
            <a:latin typeface="+mn-lt"/>
          </a:endParaRPr>
        </a:p>
        <a:p>
          <a:pPr marL="228600" lvl="1" indent="-228600" algn="l" defTabSz="933450">
            <a:lnSpc>
              <a:spcPct val="90000"/>
            </a:lnSpc>
            <a:spcBef>
              <a:spcPct val="0"/>
            </a:spcBef>
            <a:spcAft>
              <a:spcPct val="15000"/>
            </a:spcAft>
            <a:buChar char="•"/>
          </a:pPr>
          <a:r>
            <a:rPr lang="en-US" sz="2100" b="1" kern="1200" dirty="0">
              <a:solidFill>
                <a:schemeClr val="tx1"/>
              </a:solidFill>
              <a:latin typeface="+mn-lt"/>
              <a:cs typeface="Arial" panose="020B0604020202020204" pitchFamily="34" charset="0"/>
            </a:rPr>
            <a:t>Omission failure: </a:t>
          </a:r>
          <a:r>
            <a:rPr lang="en-US" sz="2000" b="0" kern="1200" dirty="0">
              <a:solidFill>
                <a:schemeClr val="tx1"/>
              </a:solidFill>
              <a:latin typeface="+mn-lt"/>
              <a:cs typeface="Arial" panose="020B0604020202020204" pitchFamily="34" charset="0"/>
            </a:rPr>
            <a:t>A server fails to respond to incoming requests. </a:t>
          </a:r>
          <a:endParaRPr lang="en-PK" sz="2100" b="0" kern="1200" dirty="0">
            <a:latin typeface="+mn-lt"/>
            <a:cs typeface="Arial" panose="020B0604020202020204" pitchFamily="34" charset="0"/>
          </a:endParaRPr>
        </a:p>
        <a:p>
          <a:pPr marL="228600" lvl="1" indent="-228600" algn="l" defTabSz="933450">
            <a:lnSpc>
              <a:spcPct val="90000"/>
            </a:lnSpc>
            <a:spcBef>
              <a:spcPct val="0"/>
            </a:spcBef>
            <a:spcAft>
              <a:spcPct val="15000"/>
            </a:spcAft>
            <a:buChar char="•"/>
          </a:pPr>
          <a:r>
            <a:rPr lang="en-US" sz="2100" b="1" kern="1200" dirty="0">
              <a:solidFill>
                <a:schemeClr val="tx1"/>
              </a:solidFill>
              <a:latin typeface="+mn-lt"/>
              <a:cs typeface="Arial" panose="020B0604020202020204" pitchFamily="34" charset="0"/>
            </a:rPr>
            <a:t>Timing failure: </a:t>
          </a:r>
          <a:r>
            <a:rPr lang="en-US" sz="2000" b="0" kern="1200" dirty="0">
              <a:solidFill>
                <a:schemeClr val="tx1"/>
              </a:solidFill>
              <a:latin typeface="+mn-lt"/>
              <a:cs typeface="Arial" panose="020B0604020202020204" pitchFamily="34" charset="0"/>
            </a:rPr>
            <a:t>A server’s response lies outside the specified time interval.</a:t>
          </a:r>
          <a:endParaRPr lang="en-PK" sz="2000" b="0" kern="1200" dirty="0">
            <a:latin typeface="+mn-lt"/>
            <a:cs typeface="Arial" panose="020B0604020202020204" pitchFamily="34" charset="0"/>
          </a:endParaRPr>
        </a:p>
        <a:p>
          <a:pPr marL="228600" lvl="1" indent="-228600" algn="l" defTabSz="933450">
            <a:lnSpc>
              <a:spcPct val="90000"/>
            </a:lnSpc>
            <a:spcBef>
              <a:spcPct val="0"/>
            </a:spcBef>
            <a:spcAft>
              <a:spcPct val="15000"/>
            </a:spcAft>
            <a:buChar char="•"/>
          </a:pPr>
          <a:r>
            <a:rPr lang="en-US" sz="2100" b="1" kern="1200" dirty="0">
              <a:solidFill>
                <a:schemeClr val="tx1"/>
              </a:solidFill>
              <a:latin typeface="+mn-lt"/>
              <a:cs typeface="Arial" panose="020B0604020202020204" pitchFamily="34" charset="0"/>
            </a:rPr>
            <a:t>Response failure: </a:t>
          </a:r>
          <a:r>
            <a:rPr lang="en-US" sz="2000" b="0" kern="1200" dirty="0">
              <a:solidFill>
                <a:schemeClr val="tx1"/>
              </a:solidFill>
              <a:latin typeface="+mn-lt"/>
              <a:cs typeface="Arial" panose="020B0604020202020204" pitchFamily="34" charset="0"/>
            </a:rPr>
            <a:t>A server’s response is incorrect.</a:t>
          </a:r>
          <a:endParaRPr lang="en-PK" sz="2000" b="0" kern="1200" dirty="0">
            <a:latin typeface="+mn-lt"/>
            <a:cs typeface="Arial" panose="020B0604020202020204" pitchFamily="34" charset="0"/>
          </a:endParaRPr>
        </a:p>
        <a:p>
          <a:pPr marL="228600" lvl="1" indent="-228600" algn="l" defTabSz="933450">
            <a:lnSpc>
              <a:spcPct val="90000"/>
            </a:lnSpc>
            <a:spcBef>
              <a:spcPct val="0"/>
            </a:spcBef>
            <a:spcAft>
              <a:spcPct val="15000"/>
            </a:spcAft>
            <a:buChar char="•"/>
          </a:pPr>
          <a:r>
            <a:rPr lang="en-US" sz="2100" b="1" kern="1200" dirty="0">
              <a:solidFill>
                <a:schemeClr val="tx1"/>
              </a:solidFill>
              <a:latin typeface="+mn-lt"/>
              <a:cs typeface="Arial" panose="020B0604020202020204" pitchFamily="34" charset="0"/>
            </a:rPr>
            <a:t>Arbitrary failure: </a:t>
          </a:r>
          <a:r>
            <a:rPr lang="en-US" sz="2000" b="0" kern="1200" dirty="0">
              <a:solidFill>
                <a:schemeClr val="tx1"/>
              </a:solidFill>
              <a:latin typeface="+mn-lt"/>
              <a:cs typeface="Arial" panose="020B0604020202020204" pitchFamily="34" charset="0"/>
            </a:rPr>
            <a:t>A server may produce the arbitrary responses at arbitrary times.</a:t>
          </a:r>
          <a:endParaRPr lang="en-PK" sz="2100" b="0" kern="1200" dirty="0">
            <a:solidFill>
              <a:schemeClr val="tx1"/>
            </a:solidFill>
            <a:latin typeface="+mn-lt"/>
            <a:cs typeface="Arial" panose="020B0604020202020204" pitchFamily="34" charset="0"/>
          </a:endParaRPr>
        </a:p>
      </dsp:txBody>
      <dsp:txXfrm rot="-5400000">
        <a:off x="2457376" y="508359"/>
        <a:ext cx="7987871" cy="2893133"/>
      </dsp:txXfrm>
    </dsp:sp>
    <dsp:sp modelId="{93528511-4823-4BEA-8177-764BA4D4F764}">
      <dsp:nvSpPr>
        <dsp:cNvPr id="0" name=""/>
        <dsp:cNvSpPr/>
      </dsp:nvSpPr>
      <dsp:spPr>
        <a:xfrm>
          <a:off x="0" y="1958"/>
          <a:ext cx="2537234" cy="40076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Arial" panose="020B0604020202020204" pitchFamily="34" charset="0"/>
              <a:cs typeface="Arial" panose="020B0604020202020204" pitchFamily="34" charset="0"/>
            </a:rPr>
            <a:t>Faults are generally classified  into five categories</a:t>
          </a:r>
          <a:r>
            <a:rPr lang="en-US" sz="3200" kern="1200" dirty="0">
              <a:solidFill>
                <a:schemeClr val="bg1"/>
              </a:solidFill>
            </a:rPr>
            <a:t>: </a:t>
          </a:r>
          <a:endParaRPr lang="en-PK" sz="3200" kern="1200" dirty="0"/>
        </a:p>
      </dsp:txBody>
      <dsp:txXfrm>
        <a:off x="123858" y="125816"/>
        <a:ext cx="2289518" cy="37599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676BA-F013-48D5-AD15-62CE0451E6C3}">
      <dsp:nvSpPr>
        <dsp:cNvPr id="0" name=""/>
        <dsp:cNvSpPr/>
      </dsp:nvSpPr>
      <dsp:spPr>
        <a:xfrm rot="5400000">
          <a:off x="-629364" y="629364"/>
          <a:ext cx="4195763" cy="293703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solidFill>
                <a:schemeClr val="bg1"/>
              </a:solidFill>
              <a:latin typeface="Arial" panose="020B0604020202020204" pitchFamily="34" charset="0"/>
              <a:cs typeface="Arial" panose="020B0604020202020204" pitchFamily="34" charset="0"/>
            </a:rPr>
            <a:t>The most common approach to failure masking is redundancy which is categorized into three types:</a:t>
          </a:r>
          <a:endParaRPr lang="en-PK" sz="1700" kern="1200" dirty="0">
            <a:solidFill>
              <a:schemeClr val="bg1"/>
            </a:solidFill>
            <a:latin typeface="Arial" panose="020B0604020202020204" pitchFamily="34" charset="0"/>
            <a:cs typeface="Arial" panose="020B0604020202020204" pitchFamily="34" charset="0"/>
          </a:endParaRPr>
        </a:p>
        <a:p>
          <a:pPr marL="0" lvl="0" indent="0" algn="ctr" defTabSz="755650">
            <a:lnSpc>
              <a:spcPct val="90000"/>
            </a:lnSpc>
            <a:spcBef>
              <a:spcPct val="0"/>
            </a:spcBef>
            <a:spcAft>
              <a:spcPct val="35000"/>
            </a:spcAft>
            <a:buNone/>
          </a:pPr>
          <a:endParaRPr lang="en-PK" sz="1700" kern="1200" dirty="0">
            <a:solidFill>
              <a:schemeClr val="bg1"/>
            </a:solidFill>
          </a:endParaRPr>
        </a:p>
      </dsp:txBody>
      <dsp:txXfrm rot="-5400000">
        <a:off x="1" y="1468516"/>
        <a:ext cx="2937034" cy="1258729"/>
      </dsp:txXfrm>
    </dsp:sp>
    <dsp:sp modelId="{2E2D3930-9034-48AA-9262-13608BCB0882}">
      <dsp:nvSpPr>
        <dsp:cNvPr id="0" name=""/>
        <dsp:cNvSpPr/>
      </dsp:nvSpPr>
      <dsp:spPr>
        <a:xfrm rot="5400000">
          <a:off x="5362694" y="-2425659"/>
          <a:ext cx="2727245" cy="75785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1" i="0" kern="1200" dirty="0">
              <a:solidFill>
                <a:schemeClr val="tx1"/>
              </a:solidFill>
              <a:effectLst/>
              <a:latin typeface="+mn-lt"/>
            </a:rPr>
            <a:t>Information redundancy: </a:t>
          </a:r>
          <a:r>
            <a:rPr lang="en-US" sz="2000" b="0" i="0" kern="1200" dirty="0">
              <a:solidFill>
                <a:schemeClr val="tx1"/>
              </a:solidFill>
              <a:effectLst/>
              <a:latin typeface="+mn-lt"/>
            </a:rPr>
            <a:t>Add extra bits to allow recovery from garbled bits.</a:t>
          </a:r>
          <a:endParaRPr lang="en-PK" sz="2000" kern="1200" dirty="0">
            <a:solidFill>
              <a:schemeClr val="tx1"/>
            </a:solidFill>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b="1" i="0" kern="1200" dirty="0">
              <a:solidFill>
                <a:schemeClr val="tx1"/>
              </a:solidFill>
              <a:effectLst/>
              <a:latin typeface="+mn-lt"/>
            </a:rPr>
            <a:t>Time redundancy:</a:t>
          </a:r>
          <a:r>
            <a:rPr lang="en-US" sz="2000" b="0" i="0" kern="1200" dirty="0">
              <a:solidFill>
                <a:schemeClr val="tx1"/>
              </a:solidFill>
              <a:effectLst/>
              <a:latin typeface="+mn-lt"/>
            </a:rPr>
            <a:t> Repeat an action if needed.</a:t>
          </a:r>
        </a:p>
        <a:p>
          <a:pPr marL="228600" lvl="1" indent="-228600" algn="l" defTabSz="889000">
            <a:lnSpc>
              <a:spcPct val="90000"/>
            </a:lnSpc>
            <a:spcBef>
              <a:spcPct val="0"/>
            </a:spcBef>
            <a:spcAft>
              <a:spcPct val="15000"/>
            </a:spcAft>
            <a:buChar char="•"/>
          </a:pPr>
          <a:r>
            <a:rPr lang="en-US" sz="2000" b="1" i="0" kern="1200" dirty="0">
              <a:solidFill>
                <a:schemeClr val="tx1"/>
              </a:solidFill>
              <a:effectLst/>
              <a:latin typeface="+mn-lt"/>
            </a:rPr>
            <a:t>Physical redundancy: </a:t>
          </a:r>
          <a:r>
            <a:rPr lang="en-US" sz="2000" b="0" i="0" kern="1200" dirty="0">
              <a:solidFill>
                <a:schemeClr val="tx1"/>
              </a:solidFill>
              <a:effectLst/>
              <a:latin typeface="+mn-lt"/>
            </a:rPr>
            <a:t>Add extra equipment or processes so that the system can tolerate the loss or malfunctioning of some components.</a:t>
          </a:r>
          <a:endParaRPr lang="en-PK" sz="2000" kern="1200" dirty="0">
            <a:solidFill>
              <a:schemeClr val="tx1"/>
            </a:solidFill>
            <a:latin typeface="+mn-lt"/>
          </a:endParaRPr>
        </a:p>
      </dsp:txBody>
      <dsp:txXfrm rot="-5400000">
        <a:off x="2937035" y="133133"/>
        <a:ext cx="7445432" cy="24609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2425"/>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371836" y="278997"/>
          <a:ext cx="676066" cy="676066"/>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419739" y="2425"/>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b="0" kern="1200" dirty="0">
              <a:latin typeface="Arial" panose="020B0604020202020204" pitchFamily="34" charset="0"/>
              <a:cs typeface="Arial" panose="020B0604020202020204" pitchFamily="34" charset="0"/>
            </a:rPr>
            <a:t>Introduction of </a:t>
          </a:r>
          <a:r>
            <a:rPr lang="en-US" sz="2200" b="0" kern="1200" dirty="0">
              <a:solidFill>
                <a:schemeClr val="tx2"/>
              </a:solidFill>
              <a:latin typeface="Arial" panose="020B0604020202020204" pitchFamily="34" charset="0"/>
              <a:cs typeface="Arial" panose="020B0604020202020204" pitchFamily="34" charset="0"/>
            </a:rPr>
            <a:t>Process Resilience</a:t>
          </a:r>
          <a:r>
            <a:rPr lang="en-US" sz="2200" kern="1200" dirty="0">
              <a:latin typeface="Arial" panose="020B0604020202020204" pitchFamily="34" charset="0"/>
              <a:cs typeface="Arial" panose="020B0604020202020204" pitchFamily="34" charset="0"/>
            </a:rPr>
            <a:t>.</a:t>
          </a:r>
        </a:p>
      </dsp:txBody>
      <dsp:txXfrm>
        <a:off x="1419739" y="2425"/>
        <a:ext cx="5584037" cy="1229211"/>
      </dsp:txXfrm>
    </dsp:sp>
    <dsp:sp modelId="{D75562AD-F78D-4876-92B4-3DD0643FB177}">
      <dsp:nvSpPr>
        <dsp:cNvPr id="0" name=""/>
        <dsp:cNvSpPr/>
      </dsp:nvSpPr>
      <dsp:spPr>
        <a:xfrm>
          <a:off x="0" y="1538939"/>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371836" y="1815512"/>
          <a:ext cx="676066" cy="6760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419739" y="1538939"/>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Flat Groups versus Hierarchical Groups.</a:t>
          </a:r>
        </a:p>
      </dsp:txBody>
      <dsp:txXfrm>
        <a:off x="1419739" y="1538939"/>
        <a:ext cx="5584037" cy="1229211"/>
      </dsp:txXfrm>
    </dsp:sp>
    <dsp:sp modelId="{E68D7556-FA9D-40BF-837B-DC8297C2E485}">
      <dsp:nvSpPr>
        <dsp:cNvPr id="0" name=""/>
        <dsp:cNvSpPr/>
      </dsp:nvSpPr>
      <dsp:spPr>
        <a:xfrm>
          <a:off x="0" y="3075453"/>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F4B165-D0B4-4D80-A79C-5194E42AF925}">
      <dsp:nvSpPr>
        <dsp:cNvPr id="0" name=""/>
        <dsp:cNvSpPr/>
      </dsp:nvSpPr>
      <dsp:spPr>
        <a:xfrm>
          <a:off x="371836" y="3352026"/>
          <a:ext cx="676066" cy="676066"/>
        </a:xfrm>
        <a:prstGeom prst="rect">
          <a:avLst/>
        </a:prstGeom>
        <a:blipFill>
          <a:blip xmlns:r="http://schemas.openxmlformats.org/officeDocument/2006/relationships" r:embed="rId5"/>
          <a:srcRect/>
          <a:stretch>
            <a:fillRect l="-19000" r="-19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2C7AEC-554D-47FD-98FE-7ECA2F37F63A}">
      <dsp:nvSpPr>
        <dsp:cNvPr id="0" name=""/>
        <dsp:cNvSpPr/>
      </dsp:nvSpPr>
      <dsp:spPr>
        <a:xfrm>
          <a:off x="1419739" y="3065927"/>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Failure Masking and Replications.</a:t>
          </a:r>
          <a:endParaRPr lang="en-PK" sz="2200" kern="1200" dirty="0"/>
        </a:p>
      </dsp:txBody>
      <dsp:txXfrm>
        <a:off x="1419739" y="3065927"/>
        <a:ext cx="5584037" cy="1229211"/>
      </dsp:txXfrm>
    </dsp:sp>
    <dsp:sp modelId="{6AC574B6-1B02-433C-BCC5-F5352603A5DC}">
      <dsp:nvSpPr>
        <dsp:cNvPr id="0" name=""/>
        <dsp:cNvSpPr/>
      </dsp:nvSpPr>
      <dsp:spPr>
        <a:xfrm>
          <a:off x="0" y="4611968"/>
          <a:ext cx="7003777" cy="12292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FD06E5-2A7A-4561-9080-FBFAB34C467F}">
      <dsp:nvSpPr>
        <dsp:cNvPr id="0" name=""/>
        <dsp:cNvSpPr/>
      </dsp:nvSpPr>
      <dsp:spPr>
        <a:xfrm>
          <a:off x="371836" y="4888540"/>
          <a:ext cx="676066" cy="676066"/>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F40C12-5A87-4DBE-B989-96C4E8C2FE3C}">
      <dsp:nvSpPr>
        <dsp:cNvPr id="0" name=""/>
        <dsp:cNvSpPr/>
      </dsp:nvSpPr>
      <dsp:spPr>
        <a:xfrm>
          <a:off x="1419739" y="4611968"/>
          <a:ext cx="5584037" cy="1229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92" tIns="130092" rIns="130092" bIns="130092"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panose="020B0604020202020204" pitchFamily="34" charset="0"/>
              <a:cs typeface="Arial" panose="020B0604020202020204" pitchFamily="34" charset="0"/>
            </a:rPr>
            <a:t>Approaches for Replications.</a:t>
          </a:r>
          <a:endParaRPr lang="en-PK" sz="2200" kern="1200" dirty="0"/>
        </a:p>
      </dsp:txBody>
      <dsp:txXfrm>
        <a:off x="1419739" y="4611968"/>
        <a:ext cx="5584037" cy="12292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AF6CD1-452D-499F-9D16-A3C054F476A1}">
      <dsp:nvSpPr>
        <dsp:cNvPr id="0" name=""/>
        <dsp:cNvSpPr/>
      </dsp:nvSpPr>
      <dsp:spPr>
        <a:xfrm>
          <a:off x="524" y="758908"/>
          <a:ext cx="4220130" cy="2400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29D359-7B53-42A4-BA63-0F8039B52711}">
      <dsp:nvSpPr>
        <dsp:cNvPr id="0" name=""/>
        <dsp:cNvSpPr/>
      </dsp:nvSpPr>
      <dsp:spPr>
        <a:xfrm>
          <a:off x="253000" y="998760"/>
          <a:ext cx="4220130" cy="24003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Related to this issue is reliable multicasting, by which message transmission to a collection of processes is guaranteed to succeed. </a:t>
          </a:r>
        </a:p>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Reliable multicasting is often necessary to keep processes synchronized.</a:t>
          </a:r>
        </a:p>
      </dsp:txBody>
      <dsp:txXfrm>
        <a:off x="323305" y="1069065"/>
        <a:ext cx="4079520" cy="2259769"/>
      </dsp:txXfrm>
    </dsp:sp>
    <dsp:sp modelId="{675443A3-FF69-4DEB-A0A6-F6A5CE91E7E8}">
      <dsp:nvSpPr>
        <dsp:cNvPr id="0" name=""/>
        <dsp:cNvSpPr/>
      </dsp:nvSpPr>
      <dsp:spPr>
        <a:xfrm>
          <a:off x="4742012" y="1003653"/>
          <a:ext cx="2647119" cy="20334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70605C-B1F9-4C1C-AA93-8D357747F1A3}">
      <dsp:nvSpPr>
        <dsp:cNvPr id="0" name=""/>
        <dsp:cNvSpPr/>
      </dsp:nvSpPr>
      <dsp:spPr>
        <a:xfrm>
          <a:off x="4994488" y="1243505"/>
          <a:ext cx="2647119" cy="20334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mn-lt"/>
              <a:cs typeface="Arial" panose="020B0604020202020204" pitchFamily="34" charset="0"/>
            </a:rPr>
            <a:t>Protection against process failures can be achieved by process replication, organizing several identical processes into a group. </a:t>
          </a:r>
          <a:endParaRPr lang="en-US" sz="2000" kern="1200" dirty="0">
            <a:latin typeface="+mn-lt"/>
            <a:cs typeface="Arial" panose="020B0604020202020204" pitchFamily="34" charset="0"/>
          </a:endParaRPr>
        </a:p>
      </dsp:txBody>
      <dsp:txXfrm>
        <a:off x="5054045" y="1303062"/>
        <a:ext cx="2528005" cy="1914307"/>
      </dsp:txXfrm>
    </dsp:sp>
    <dsp:sp modelId="{124235AA-D160-4E52-A209-FC9D771591BB}">
      <dsp:nvSpPr>
        <dsp:cNvPr id="0" name=""/>
        <dsp:cNvSpPr/>
      </dsp:nvSpPr>
      <dsp:spPr>
        <a:xfrm>
          <a:off x="7770562" y="1252063"/>
          <a:ext cx="2585812" cy="18022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BE00BA-F37F-4750-9D59-92602C893BF8}">
      <dsp:nvSpPr>
        <dsp:cNvPr id="0" name=""/>
        <dsp:cNvSpPr/>
      </dsp:nvSpPr>
      <dsp:spPr>
        <a:xfrm>
          <a:off x="8023037" y="1491915"/>
          <a:ext cx="2585812" cy="18022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mn-lt"/>
              <a:cs typeface="Arial" panose="020B0604020202020204" pitchFamily="34" charset="0"/>
            </a:rPr>
            <a:t>Groups are categorized into two categories: Flat Group and Hierarchy Group.</a:t>
          </a:r>
          <a:endParaRPr lang="en-US" sz="2000" kern="1200" dirty="0">
            <a:latin typeface="+mn-lt"/>
            <a:cs typeface="Arial" panose="020B0604020202020204" pitchFamily="34" charset="0"/>
          </a:endParaRPr>
        </a:p>
      </dsp:txBody>
      <dsp:txXfrm>
        <a:off x="8075823" y="1544701"/>
        <a:ext cx="2480240" cy="16966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E62DEE-91E6-4CB4-BB2B-2E0B097B0F6F}">
      <dsp:nvSpPr>
        <dsp:cNvPr id="0" name=""/>
        <dsp:cNvSpPr/>
      </dsp:nvSpPr>
      <dsp:spPr>
        <a:xfrm>
          <a:off x="1073" y="481999"/>
          <a:ext cx="4187709" cy="251262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t>By organizing a fault tolerant group of processes , we can protect a single vulnerable process.</a:t>
          </a:r>
          <a:endParaRPr lang="en-PK" sz="2000" kern="1200" dirty="0"/>
        </a:p>
      </dsp:txBody>
      <dsp:txXfrm>
        <a:off x="123727" y="604653"/>
        <a:ext cx="3942401" cy="2267317"/>
      </dsp:txXfrm>
    </dsp:sp>
    <dsp:sp modelId="{3CDD044B-4F8B-4F75-8A80-DE516B59A4B3}">
      <dsp:nvSpPr>
        <dsp:cNvPr id="0" name=""/>
        <dsp:cNvSpPr/>
      </dsp:nvSpPr>
      <dsp:spPr>
        <a:xfrm>
          <a:off x="4607553" y="481999"/>
          <a:ext cx="4187709" cy="251262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kern="1200" dirty="0"/>
            <a:t>Two approaches to arranging the replication of the group are:</a:t>
          </a:r>
          <a:endParaRPr lang="en-PK" sz="2000" kern="1200" dirty="0"/>
        </a:p>
        <a:p>
          <a:pPr marL="228600" lvl="1" indent="-228600" algn="l" defTabSz="889000">
            <a:lnSpc>
              <a:spcPct val="90000"/>
            </a:lnSpc>
            <a:spcBef>
              <a:spcPct val="0"/>
            </a:spcBef>
            <a:spcAft>
              <a:spcPct val="15000"/>
            </a:spcAft>
            <a:buChar char="•"/>
          </a:pPr>
          <a:r>
            <a:rPr lang="en-US" sz="2000" b="0" kern="1200" dirty="0"/>
            <a:t> Primary-base protocols and Replicated-write </a:t>
          </a:r>
          <a:r>
            <a:rPr lang="en-US" sz="2000" kern="1200" dirty="0"/>
            <a:t>p</a:t>
          </a:r>
          <a:r>
            <a:rPr lang="en-US" sz="2000" b="0" kern="1200" dirty="0"/>
            <a:t>rotocols. </a:t>
          </a:r>
          <a:endParaRPr lang="en-PK" sz="2000" kern="1200" dirty="0"/>
        </a:p>
      </dsp:txBody>
      <dsp:txXfrm>
        <a:off x="4730207" y="604653"/>
        <a:ext cx="3942401" cy="22673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ABD48-A03A-4306-919B-FBD477370064}">
      <dsp:nvSpPr>
        <dsp:cNvPr id="0" name=""/>
        <dsp:cNvSpPr/>
      </dsp:nvSpPr>
      <dsp:spPr>
        <a:xfrm>
          <a:off x="3350" y="839065"/>
          <a:ext cx="2476873" cy="20870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BCF847-F4E7-4F5B-9E08-7C6ADB14E3D6}">
      <dsp:nvSpPr>
        <dsp:cNvPr id="0" name=""/>
        <dsp:cNvSpPr/>
      </dsp:nvSpPr>
      <dsp:spPr>
        <a:xfrm>
          <a:off x="278558" y="1100513"/>
          <a:ext cx="2476873" cy="20870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Appears in the form of a primary-backup protocol.</a:t>
          </a:r>
          <a:r>
            <a:rPr lang="en-US" sz="2000" b="0" i="0" kern="1200" dirty="0">
              <a:latin typeface="+mn-lt"/>
              <a:cs typeface="Arial" panose="020B0604020202020204" pitchFamily="34" charset="0"/>
            </a:rPr>
            <a:t> </a:t>
          </a:r>
          <a:endParaRPr lang="en-US" sz="2000" kern="1200" dirty="0">
            <a:latin typeface="+mn-lt"/>
            <a:cs typeface="Arial" panose="020B0604020202020204" pitchFamily="34" charset="0"/>
          </a:endParaRPr>
        </a:p>
      </dsp:txBody>
      <dsp:txXfrm>
        <a:off x="339686" y="1161641"/>
        <a:ext cx="2354617" cy="1964805"/>
      </dsp:txXfrm>
    </dsp:sp>
    <dsp:sp modelId="{59B71AC6-8D28-4960-A2DB-D47B8FA795CE}">
      <dsp:nvSpPr>
        <dsp:cNvPr id="0" name=""/>
        <dsp:cNvSpPr/>
      </dsp:nvSpPr>
      <dsp:spPr>
        <a:xfrm>
          <a:off x="3030639" y="839065"/>
          <a:ext cx="2754258" cy="21085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9DAC8F-2BD8-49FB-ADE9-B4FCA1D0064F}">
      <dsp:nvSpPr>
        <dsp:cNvPr id="0" name=""/>
        <dsp:cNvSpPr/>
      </dsp:nvSpPr>
      <dsp:spPr>
        <a:xfrm>
          <a:off x="3305847" y="1100513"/>
          <a:ext cx="2754258" cy="21085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mn-lt"/>
              <a:cs typeface="Arial" panose="020B0604020202020204" pitchFamily="34" charset="0"/>
            </a:rPr>
            <a:t>A group of processes is organized in a hierarchical fashion in which a primary coordinates all write operations.</a:t>
          </a:r>
          <a:endParaRPr lang="en-US" sz="2000" kern="1200" dirty="0">
            <a:latin typeface="+mn-lt"/>
            <a:cs typeface="Arial" panose="020B0604020202020204" pitchFamily="34" charset="0"/>
          </a:endParaRPr>
        </a:p>
      </dsp:txBody>
      <dsp:txXfrm>
        <a:off x="3367604" y="1162270"/>
        <a:ext cx="2630744" cy="1985032"/>
      </dsp:txXfrm>
    </dsp:sp>
    <dsp:sp modelId="{D333CB8A-11EB-4AB7-A7CE-6D499C125715}">
      <dsp:nvSpPr>
        <dsp:cNvPr id="0" name=""/>
        <dsp:cNvSpPr/>
      </dsp:nvSpPr>
      <dsp:spPr>
        <a:xfrm>
          <a:off x="6335314" y="839065"/>
          <a:ext cx="2476873" cy="20769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A06EDA-46B3-4DF2-8558-EC12D05FEEA3}">
      <dsp:nvSpPr>
        <dsp:cNvPr id="0" name=""/>
        <dsp:cNvSpPr/>
      </dsp:nvSpPr>
      <dsp:spPr>
        <a:xfrm>
          <a:off x="6610522" y="1100513"/>
          <a:ext cx="2476873" cy="207690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mn-lt"/>
              <a:cs typeface="Arial" panose="020B0604020202020204" pitchFamily="34" charset="0"/>
            </a:rPr>
            <a:t>When the primary crashes, the backups execute some election algorithm to choose a new primary.</a:t>
          </a:r>
          <a:endParaRPr lang="en-US" sz="2000" kern="1200" dirty="0">
            <a:latin typeface="+mn-lt"/>
            <a:cs typeface="Arial" panose="020B0604020202020204" pitchFamily="34" charset="0"/>
          </a:endParaRPr>
        </a:p>
      </dsp:txBody>
      <dsp:txXfrm>
        <a:off x="6671352" y="1161343"/>
        <a:ext cx="2355213" cy="195524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4AC33-4706-45BD-916A-B3E55F6CFDC9}">
      <dsp:nvSpPr>
        <dsp:cNvPr id="0" name=""/>
        <dsp:cNvSpPr/>
      </dsp:nvSpPr>
      <dsp:spPr>
        <a:xfrm>
          <a:off x="0"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DCA329-74CF-411D-8B04-0B9C789D3458}">
      <dsp:nvSpPr>
        <dsp:cNvPr id="0" name=""/>
        <dsp:cNvSpPr/>
      </dsp:nvSpPr>
      <dsp:spPr>
        <a:xfrm>
          <a:off x="328612"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mn-lt"/>
              <a:cs typeface="Arial" panose="020B0604020202020204" pitchFamily="34" charset="0"/>
            </a:rPr>
            <a:t>Replicated-write protocols are used in the form of active replication, as well as by means of quorum-based protocols.</a:t>
          </a:r>
          <a:endParaRPr lang="en-US" sz="2000" kern="1200" dirty="0">
            <a:latin typeface="+mn-lt"/>
            <a:cs typeface="Arial" panose="020B0604020202020204" pitchFamily="34" charset="0"/>
          </a:endParaRPr>
        </a:p>
      </dsp:txBody>
      <dsp:txXfrm>
        <a:off x="383617" y="1103267"/>
        <a:ext cx="2847502" cy="1768010"/>
      </dsp:txXfrm>
    </dsp:sp>
    <dsp:sp modelId="{2AE03F70-140C-4C64-AF30-D281A7DF6F08}">
      <dsp:nvSpPr>
        <dsp:cNvPr id="0" name=""/>
        <dsp:cNvSpPr/>
      </dsp:nvSpPr>
      <dsp:spPr>
        <a:xfrm>
          <a:off x="3614737"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B254B0-279B-4426-A8FE-B28BA9AC5DCE}">
      <dsp:nvSpPr>
        <dsp:cNvPr id="0" name=""/>
        <dsp:cNvSpPr/>
      </dsp:nvSpPr>
      <dsp:spPr>
        <a:xfrm>
          <a:off x="3943350"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latin typeface="+mn-lt"/>
              <a:cs typeface="Arial" panose="020B0604020202020204" pitchFamily="34" charset="0"/>
            </a:rPr>
            <a:t>Solutions correspond to organizing a collection of identical processes into a flat group.</a:t>
          </a:r>
          <a:endParaRPr lang="en-US" sz="2000" kern="1200" dirty="0">
            <a:latin typeface="+mn-lt"/>
            <a:cs typeface="Arial" panose="020B0604020202020204" pitchFamily="34" charset="0"/>
          </a:endParaRPr>
        </a:p>
      </dsp:txBody>
      <dsp:txXfrm>
        <a:off x="3998355" y="1103267"/>
        <a:ext cx="2847502" cy="1768010"/>
      </dsp:txXfrm>
    </dsp:sp>
    <dsp:sp modelId="{A813992D-9EA9-4140-82E7-591B046A568F}">
      <dsp:nvSpPr>
        <dsp:cNvPr id="0" name=""/>
        <dsp:cNvSpPr/>
      </dsp:nvSpPr>
      <dsp:spPr>
        <a:xfrm>
          <a:off x="7229475"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547310-1399-4EED-8BB4-BEF267089E02}">
      <dsp:nvSpPr>
        <dsp:cNvPr id="0" name=""/>
        <dsp:cNvSpPr/>
      </dsp:nvSpPr>
      <dsp:spPr>
        <a:xfrm>
          <a:off x="7558087"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T</a:t>
          </a:r>
          <a:r>
            <a:rPr lang="en-US" sz="2000" b="0" i="0" kern="1200" dirty="0">
              <a:latin typeface="+mn-lt"/>
              <a:cs typeface="Arial" panose="020B0604020202020204" pitchFamily="34" charset="0"/>
            </a:rPr>
            <a:t>hese groups have no single point of failure, at the cost of distributed coordination.</a:t>
          </a:r>
          <a:endParaRPr lang="en-US" sz="2000" kern="1200" dirty="0">
            <a:latin typeface="+mn-lt"/>
            <a:cs typeface="Arial" panose="020B0604020202020204" pitchFamily="34" charset="0"/>
          </a:endParaRPr>
        </a:p>
      </dsp:txBody>
      <dsp:txXfrm>
        <a:off x="7613092" y="1103267"/>
        <a:ext cx="2847502" cy="17680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Reliable Client-Server Communication.</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RPC Semantics in the Presence of Failures.</a:t>
          </a:r>
        </a:p>
      </dsp:txBody>
      <dsp:txXfrm>
        <a:off x="2024809" y="3140937"/>
        <a:ext cx="4978967" cy="175308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56211B-EF89-494C-8954-ADA23E5ED011}">
      <dsp:nvSpPr>
        <dsp:cNvPr id="0" name=""/>
        <dsp:cNvSpPr/>
      </dsp:nvSpPr>
      <dsp:spPr>
        <a:xfrm>
          <a:off x="1073" y="711393"/>
          <a:ext cx="4187709" cy="251262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Fault tolerance in distributed systems concentrates on faulty processes. </a:t>
          </a:r>
        </a:p>
        <a:p>
          <a:pPr marL="0" lvl="0" indent="0" algn="ctr" defTabSz="889000">
            <a:lnSpc>
              <a:spcPct val="90000"/>
            </a:lnSpc>
            <a:spcBef>
              <a:spcPct val="0"/>
            </a:spcBef>
            <a:spcAft>
              <a:spcPct val="35000"/>
            </a:spcAft>
            <a:buNone/>
          </a:pPr>
          <a:r>
            <a:rPr lang="en-US" sz="2000" kern="1200" dirty="0"/>
            <a:t>However, communication failures should also be considered . </a:t>
          </a:r>
          <a:endParaRPr lang="en-PK" sz="2000" kern="1200" dirty="0"/>
        </a:p>
      </dsp:txBody>
      <dsp:txXfrm>
        <a:off x="123727" y="834047"/>
        <a:ext cx="3942401" cy="2267317"/>
      </dsp:txXfrm>
    </dsp:sp>
    <dsp:sp modelId="{6E9707FA-5ADB-4752-B5A6-270B700A6489}">
      <dsp:nvSpPr>
        <dsp:cNvPr id="0" name=""/>
        <dsp:cNvSpPr/>
      </dsp:nvSpPr>
      <dsp:spPr>
        <a:xfrm>
          <a:off x="4607553" y="711393"/>
          <a:ext cx="4187709" cy="2512625"/>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 communication channel may exhibit crash, omission, timing, and arbitrary failures. </a:t>
          </a:r>
          <a:endParaRPr lang="en-PK" sz="2000" kern="1200" dirty="0"/>
        </a:p>
      </dsp:txBody>
      <dsp:txXfrm>
        <a:off x="4730207" y="834047"/>
        <a:ext cx="3942401" cy="22673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8B038-FFAA-491A-9B06-1FD0C8785345}">
      <dsp:nvSpPr>
        <dsp:cNvPr id="0" name=""/>
        <dsp:cNvSpPr/>
      </dsp:nvSpPr>
      <dsp:spPr>
        <a:xfrm>
          <a:off x="9221" y="1024623"/>
          <a:ext cx="2756077" cy="28551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Reliable point-to-point communication is established by making use of a reliable transport protocol, such as TCP.</a:t>
          </a:r>
          <a:endParaRPr lang="en-PK" sz="2000" kern="1200" dirty="0"/>
        </a:p>
      </dsp:txBody>
      <dsp:txXfrm>
        <a:off x="89944" y="1105346"/>
        <a:ext cx="2594631" cy="2693678"/>
      </dsp:txXfrm>
    </dsp:sp>
    <dsp:sp modelId="{EA961E2A-DCE1-4B16-886B-15C428D8D738}">
      <dsp:nvSpPr>
        <dsp:cNvPr id="0" name=""/>
        <dsp:cNvSpPr/>
      </dsp:nvSpPr>
      <dsp:spPr>
        <a:xfrm>
          <a:off x="3040906" y="2110432"/>
          <a:ext cx="584288" cy="68350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PK" sz="2900" kern="1200"/>
        </a:p>
      </dsp:txBody>
      <dsp:txXfrm>
        <a:off x="3040906" y="2247133"/>
        <a:ext cx="409002" cy="410105"/>
      </dsp:txXfrm>
    </dsp:sp>
    <dsp:sp modelId="{10C0EB1C-563B-4645-9114-CA18AADB3858}">
      <dsp:nvSpPr>
        <dsp:cNvPr id="0" name=""/>
        <dsp:cNvSpPr/>
      </dsp:nvSpPr>
      <dsp:spPr>
        <a:xfrm>
          <a:off x="3867729" y="1024623"/>
          <a:ext cx="2756077" cy="28551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TCP masks omission failures, which occur in the form of lost messages by using acknowledgments and retransmissions. </a:t>
          </a:r>
          <a:endParaRPr lang="en-PK" sz="2000" kern="1200" dirty="0"/>
        </a:p>
      </dsp:txBody>
      <dsp:txXfrm>
        <a:off x="3948452" y="1105346"/>
        <a:ext cx="2594631" cy="2693678"/>
      </dsp:txXfrm>
    </dsp:sp>
    <dsp:sp modelId="{14AF1D1F-B40F-4431-AB8C-567CE5BF47FE}">
      <dsp:nvSpPr>
        <dsp:cNvPr id="0" name=""/>
        <dsp:cNvSpPr/>
      </dsp:nvSpPr>
      <dsp:spPr>
        <a:xfrm>
          <a:off x="6899415" y="2110432"/>
          <a:ext cx="584288" cy="68350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PK" sz="2900" kern="1200"/>
        </a:p>
      </dsp:txBody>
      <dsp:txXfrm>
        <a:off x="6899415" y="2247133"/>
        <a:ext cx="409002" cy="410105"/>
      </dsp:txXfrm>
    </dsp:sp>
    <dsp:sp modelId="{0B478829-08B9-4F7E-8628-71B83642D786}">
      <dsp:nvSpPr>
        <dsp:cNvPr id="0" name=""/>
        <dsp:cNvSpPr/>
      </dsp:nvSpPr>
      <dsp:spPr>
        <a:xfrm>
          <a:off x="7726238" y="1024623"/>
          <a:ext cx="2756077" cy="28551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Crash failures of connections are not masked. The only way to mask such failures is to let the distributed system attempt to automatically set up a new connection.</a:t>
          </a:r>
          <a:endParaRPr lang="en-PK" sz="2000" kern="1200" dirty="0"/>
        </a:p>
      </dsp:txBody>
      <dsp:txXfrm>
        <a:off x="7806961" y="1105346"/>
        <a:ext cx="2594631" cy="269367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9E9B8-5896-4B97-844C-335E0332E11E}">
      <dsp:nvSpPr>
        <dsp:cNvPr id="0" name=""/>
        <dsp:cNvSpPr/>
      </dsp:nvSpPr>
      <dsp:spPr>
        <a:xfrm>
          <a:off x="0" y="3529560"/>
          <a:ext cx="7003777" cy="231404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0" i="0" kern="1200" dirty="0">
              <a:latin typeface="Arial" panose="020B0604020202020204" pitchFamily="34" charset="0"/>
              <a:cs typeface="Arial" panose="020B0604020202020204" pitchFamily="34" charset="0"/>
            </a:rPr>
            <a:t>Five classes of RPC failure can be identified:</a:t>
          </a:r>
          <a:endParaRPr lang="en-US" sz="3000" kern="1200" dirty="0">
            <a:latin typeface="Arial" panose="020B0604020202020204" pitchFamily="34" charset="0"/>
            <a:cs typeface="Arial" panose="020B0604020202020204" pitchFamily="34" charset="0"/>
          </a:endParaRPr>
        </a:p>
      </dsp:txBody>
      <dsp:txXfrm>
        <a:off x="0" y="3529560"/>
        <a:ext cx="7003777" cy="1249584"/>
      </dsp:txXfrm>
    </dsp:sp>
    <dsp:sp modelId="{99B1FC32-8B96-4954-8C64-4FD550E189BE}">
      <dsp:nvSpPr>
        <dsp:cNvPr id="0" name=""/>
        <dsp:cNvSpPr/>
      </dsp:nvSpPr>
      <dsp:spPr>
        <a:xfrm>
          <a:off x="854" y="4730228"/>
          <a:ext cx="1400413" cy="10644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The client is unable to locate the server.</a:t>
          </a:r>
        </a:p>
      </dsp:txBody>
      <dsp:txXfrm>
        <a:off x="854" y="4730228"/>
        <a:ext cx="1400413" cy="1064460"/>
      </dsp:txXfrm>
    </dsp:sp>
    <dsp:sp modelId="{CD3EFEB0-C090-4A35-9050-F9590D76870B}">
      <dsp:nvSpPr>
        <dsp:cNvPr id="0" name=""/>
        <dsp:cNvSpPr/>
      </dsp:nvSpPr>
      <dsp:spPr>
        <a:xfrm>
          <a:off x="1401268" y="4730228"/>
          <a:ext cx="1400413" cy="1064460"/>
        </a:xfrm>
        <a:prstGeom prst="rect">
          <a:avLst/>
        </a:prstGeom>
        <a:solidFill>
          <a:schemeClr val="accent2">
            <a:tint val="40000"/>
            <a:alpha val="90000"/>
            <a:hueOff val="-284709"/>
            <a:satOff val="233"/>
            <a:lumOff val="113"/>
            <a:alphaOff val="0"/>
          </a:schemeClr>
        </a:solidFill>
        <a:ln w="12700" cap="flat" cmpd="sng" algn="ctr">
          <a:solidFill>
            <a:schemeClr val="accent2">
              <a:tint val="40000"/>
              <a:alpha val="90000"/>
              <a:hueOff val="-284709"/>
              <a:satOff val="233"/>
              <a:lumOff val="1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The request message from the client to the server is lost.</a:t>
          </a:r>
        </a:p>
      </dsp:txBody>
      <dsp:txXfrm>
        <a:off x="1401268" y="4730228"/>
        <a:ext cx="1400413" cy="1064460"/>
      </dsp:txXfrm>
    </dsp:sp>
    <dsp:sp modelId="{AD923707-59E9-4480-990F-9868199016DE}">
      <dsp:nvSpPr>
        <dsp:cNvPr id="0" name=""/>
        <dsp:cNvSpPr/>
      </dsp:nvSpPr>
      <dsp:spPr>
        <a:xfrm>
          <a:off x="2801681" y="4730228"/>
          <a:ext cx="1400413" cy="1064460"/>
        </a:xfrm>
        <a:prstGeom prst="rect">
          <a:avLst/>
        </a:prstGeom>
        <a:solidFill>
          <a:schemeClr val="accent2">
            <a:tint val="40000"/>
            <a:alpha val="90000"/>
            <a:hueOff val="-569419"/>
            <a:satOff val="467"/>
            <a:lumOff val="225"/>
            <a:alphaOff val="0"/>
          </a:schemeClr>
        </a:solidFill>
        <a:ln w="12700" cap="flat" cmpd="sng" algn="ctr">
          <a:solidFill>
            <a:schemeClr val="accent2">
              <a:tint val="40000"/>
              <a:alpha val="90000"/>
              <a:hueOff val="-569419"/>
              <a:satOff val="467"/>
              <a:lumOff val="2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The server crashes after receiving a request.</a:t>
          </a:r>
        </a:p>
      </dsp:txBody>
      <dsp:txXfrm>
        <a:off x="2801681" y="4730228"/>
        <a:ext cx="1400413" cy="1064460"/>
      </dsp:txXfrm>
    </dsp:sp>
    <dsp:sp modelId="{A0BB6282-6F0F-4440-960D-3891E0B8E81A}">
      <dsp:nvSpPr>
        <dsp:cNvPr id="0" name=""/>
        <dsp:cNvSpPr/>
      </dsp:nvSpPr>
      <dsp:spPr>
        <a:xfrm>
          <a:off x="4202095" y="4730228"/>
          <a:ext cx="1400413" cy="1064460"/>
        </a:xfrm>
        <a:prstGeom prst="rect">
          <a:avLst/>
        </a:prstGeom>
        <a:solidFill>
          <a:schemeClr val="accent2">
            <a:tint val="40000"/>
            <a:alpha val="90000"/>
            <a:hueOff val="-854128"/>
            <a:satOff val="700"/>
            <a:lumOff val="338"/>
            <a:alphaOff val="0"/>
          </a:schemeClr>
        </a:solidFill>
        <a:ln w="12700" cap="flat" cmpd="sng" algn="ctr">
          <a:solidFill>
            <a:schemeClr val="accent2">
              <a:tint val="40000"/>
              <a:alpha val="90000"/>
              <a:hueOff val="-854128"/>
              <a:satOff val="700"/>
              <a:lumOff val="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The reply message from the server to the client is lost.</a:t>
          </a:r>
        </a:p>
      </dsp:txBody>
      <dsp:txXfrm>
        <a:off x="4202095" y="4730228"/>
        <a:ext cx="1400413" cy="1064460"/>
      </dsp:txXfrm>
    </dsp:sp>
    <dsp:sp modelId="{CD92E740-0118-4CFE-8D44-CE249A3180A9}">
      <dsp:nvSpPr>
        <dsp:cNvPr id="0" name=""/>
        <dsp:cNvSpPr/>
      </dsp:nvSpPr>
      <dsp:spPr>
        <a:xfrm>
          <a:off x="5602508" y="4730228"/>
          <a:ext cx="1400413" cy="1064460"/>
        </a:xfrm>
        <a:prstGeom prst="rect">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panose="020B0604020202020204" pitchFamily="34" charset="0"/>
              <a:cs typeface="Arial" panose="020B0604020202020204" pitchFamily="34" charset="0"/>
            </a:rPr>
            <a:t>The client crashes after sending a request.</a:t>
          </a:r>
        </a:p>
      </dsp:txBody>
      <dsp:txXfrm>
        <a:off x="5602508" y="4730228"/>
        <a:ext cx="1400413" cy="1064460"/>
      </dsp:txXfrm>
    </dsp:sp>
    <dsp:sp modelId="{91A80EC5-5433-486D-A2A1-39BF10E8DFEC}">
      <dsp:nvSpPr>
        <dsp:cNvPr id="0" name=""/>
        <dsp:cNvSpPr/>
      </dsp:nvSpPr>
      <dsp:spPr>
        <a:xfrm rot="10800000">
          <a:off x="0" y="2635"/>
          <a:ext cx="7003777" cy="3559000"/>
        </a:xfrm>
        <a:prstGeom prst="upArrowCallou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0" i="0" kern="1200" dirty="0">
              <a:latin typeface="Arial" panose="020B0604020202020204" pitchFamily="34" charset="0"/>
              <a:cs typeface="Arial" panose="020B0604020202020204" pitchFamily="34" charset="0"/>
            </a:rPr>
            <a:t>Remote Procedure Call (RPC) mechanism works well as long as both the client and server function perfectly.</a:t>
          </a:r>
          <a:endParaRPr lang="en-US" sz="3000" kern="1200" dirty="0">
            <a:latin typeface="Arial" panose="020B0604020202020204" pitchFamily="34" charset="0"/>
            <a:cs typeface="Arial" panose="020B0604020202020204" pitchFamily="34" charset="0"/>
          </a:endParaRPr>
        </a:p>
      </dsp:txBody>
      <dsp:txXfrm rot="10800000">
        <a:off x="0" y="2635"/>
        <a:ext cx="7003777" cy="231253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839001-1C30-4849-9CAD-5A6F1DCF606C}">
      <dsp:nvSpPr>
        <dsp:cNvPr id="0" name=""/>
        <dsp:cNvSpPr/>
      </dsp:nvSpPr>
      <dsp:spPr>
        <a:xfrm rot="5400000">
          <a:off x="5771497" y="-1559355"/>
          <a:ext cx="2967992" cy="682870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a:t>At least once semantics: </a:t>
          </a:r>
          <a:r>
            <a:rPr lang="en-US" sz="2000" kern="1200" dirty="0"/>
            <a:t>A guarantee is given that the RPC occurred at least once, but (also) possibly more that once.</a:t>
          </a:r>
          <a:endParaRPr lang="en-PK" sz="2000" kern="1200" dirty="0"/>
        </a:p>
        <a:p>
          <a:pPr marL="228600" lvl="1" indent="-228600" algn="l" defTabSz="889000">
            <a:lnSpc>
              <a:spcPct val="90000"/>
            </a:lnSpc>
            <a:spcBef>
              <a:spcPct val="0"/>
            </a:spcBef>
            <a:spcAft>
              <a:spcPct val="15000"/>
            </a:spcAft>
            <a:buChar char="•"/>
          </a:pPr>
          <a:r>
            <a:rPr lang="en-US" sz="2000" b="1" kern="1200" dirty="0"/>
            <a:t>At most once semantics: </a:t>
          </a:r>
          <a:r>
            <a:rPr lang="en-US" sz="2000" kern="1200" dirty="0"/>
            <a:t>A guarantee is given that the RPC occurred at most once, but possibly not at all.</a:t>
          </a:r>
          <a:endParaRPr lang="en-PK" sz="2000" kern="1200" dirty="0"/>
        </a:p>
        <a:p>
          <a:pPr marL="228600" lvl="1" indent="-228600" algn="l" defTabSz="889000">
            <a:lnSpc>
              <a:spcPct val="90000"/>
            </a:lnSpc>
            <a:spcBef>
              <a:spcPct val="0"/>
            </a:spcBef>
            <a:spcAft>
              <a:spcPct val="15000"/>
            </a:spcAft>
            <a:buChar char="•"/>
          </a:pPr>
          <a:r>
            <a:rPr lang="en-US" sz="2000" b="1" kern="1200" dirty="0"/>
            <a:t>No semantics: </a:t>
          </a:r>
          <a:r>
            <a:rPr lang="en-US" sz="2000" kern="1200" dirty="0"/>
            <a:t>Nothing is guaranteed, and client and servers take their chances.</a:t>
          </a:r>
          <a:endParaRPr lang="en-PK" sz="2000" kern="1200" dirty="0"/>
        </a:p>
      </dsp:txBody>
      <dsp:txXfrm rot="-5400000">
        <a:off x="3841144" y="515883"/>
        <a:ext cx="6683815" cy="2678222"/>
      </dsp:txXfrm>
    </dsp:sp>
    <dsp:sp modelId="{26143D1A-7B10-4789-B38B-839AD809A00A}">
      <dsp:nvSpPr>
        <dsp:cNvPr id="0" name=""/>
        <dsp:cNvSpPr/>
      </dsp:nvSpPr>
      <dsp:spPr>
        <a:xfrm>
          <a:off x="0" y="0"/>
          <a:ext cx="3841143" cy="3709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dirty="0"/>
            <a:t>Server crashes are dealt with by implementing one of three possible implementation philosophies:</a:t>
          </a:r>
          <a:endParaRPr lang="en-PK" sz="3300" kern="1200" dirty="0"/>
        </a:p>
      </dsp:txBody>
      <dsp:txXfrm>
        <a:off x="181107" y="181107"/>
        <a:ext cx="3478929" cy="334777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DDF63E-CA78-44F2-9EBA-8210CEA6919A}">
      <dsp:nvSpPr>
        <dsp:cNvPr id="0" name=""/>
        <dsp:cNvSpPr/>
      </dsp:nvSpPr>
      <dsp:spPr>
        <a:xfrm rot="5400000">
          <a:off x="4997487" y="-1228811"/>
          <a:ext cx="3323533" cy="626303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a:latin typeface="+mn-lt"/>
              <a:cs typeface="Arial" panose="020B0604020202020204" pitchFamily="34" charset="0"/>
            </a:rPr>
            <a:t>Extermination: </a:t>
          </a:r>
          <a:r>
            <a:rPr lang="en-US" sz="2000" kern="1200" dirty="0">
              <a:latin typeface="+mn-lt"/>
              <a:cs typeface="Arial" panose="020B0604020202020204" pitchFamily="34" charset="0"/>
            </a:rPr>
            <a:t>The orphan is simply killed-off.</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b="1" kern="1200" dirty="0">
              <a:latin typeface="+mn-lt"/>
              <a:cs typeface="Arial" panose="020B0604020202020204" pitchFamily="34" charset="0"/>
            </a:rPr>
            <a:t>Reincarnation: </a:t>
          </a:r>
          <a:r>
            <a:rPr lang="en-US" sz="2000" kern="1200" dirty="0">
              <a:latin typeface="+mn-lt"/>
              <a:cs typeface="Arial" panose="020B0604020202020204" pitchFamily="34" charset="0"/>
            </a:rPr>
            <a:t>Each client session has an epoch associated with it, making orphans easy to spot.</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b="1" kern="1200" dirty="0">
              <a:latin typeface="+mn-lt"/>
              <a:cs typeface="Arial" panose="020B0604020202020204" pitchFamily="34" charset="0"/>
            </a:rPr>
            <a:t>Gentle reincarnation: </a:t>
          </a:r>
          <a:r>
            <a:rPr lang="en-US" sz="2000" kern="1200" dirty="0">
              <a:latin typeface="+mn-lt"/>
              <a:cs typeface="Arial" panose="020B0604020202020204" pitchFamily="34" charset="0"/>
            </a:rPr>
            <a:t>When a new epoch is identified, an attempt is made to locate a requests owner, otherwise the orphan is killed.</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b="1" kern="1200" dirty="0">
              <a:latin typeface="+mn-lt"/>
              <a:cs typeface="Arial" panose="020B0604020202020204" pitchFamily="34" charset="0"/>
            </a:rPr>
            <a:t>Expiration: </a:t>
          </a:r>
          <a:r>
            <a:rPr lang="en-US" sz="2000" kern="1200" dirty="0">
              <a:latin typeface="+mn-lt"/>
              <a:cs typeface="Arial" panose="020B0604020202020204" pitchFamily="34" charset="0"/>
            </a:rPr>
            <a:t>If the RPC cannot be completed within a standard amount of time, it is assumed to have expired.</a:t>
          </a:r>
          <a:endParaRPr lang="en-PK" sz="2000" kern="1200" dirty="0">
            <a:latin typeface="+mn-lt"/>
            <a:cs typeface="Arial" panose="020B0604020202020204" pitchFamily="34" charset="0"/>
          </a:endParaRPr>
        </a:p>
      </dsp:txBody>
      <dsp:txXfrm rot="-5400000">
        <a:off x="3527738" y="403180"/>
        <a:ext cx="6100789" cy="2999049"/>
      </dsp:txXfrm>
    </dsp:sp>
    <dsp:sp modelId="{008964E9-7021-4EEB-B4DB-37FD4482F0CB}">
      <dsp:nvSpPr>
        <dsp:cNvPr id="0" name=""/>
        <dsp:cNvSpPr/>
      </dsp:nvSpPr>
      <dsp:spPr>
        <a:xfrm>
          <a:off x="4782" y="1855"/>
          <a:ext cx="3522955" cy="38016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l" defTabSz="889000">
            <a:lnSpc>
              <a:spcPct val="90000"/>
            </a:lnSpc>
            <a:spcBef>
              <a:spcPct val="0"/>
            </a:spcBef>
            <a:spcAft>
              <a:spcPct val="35000"/>
            </a:spcAft>
            <a:buNone/>
          </a:pPr>
          <a:r>
            <a:rPr lang="en-US" sz="2000" kern="1200" dirty="0"/>
            <a:t>When a client sends a request to a server and crashes before the server </a:t>
          </a:r>
          <a:r>
            <a:rPr lang="en-US" sz="2000" kern="1200"/>
            <a:t>replies.At this point a computation is active and no parent is waiting for the result. Such an unwanted computation is called an orphan. Four orphan solutions have been proposed:</a:t>
          </a:r>
          <a:endParaRPr lang="en-PK" sz="2000" kern="1200" dirty="0"/>
        </a:p>
      </dsp:txBody>
      <dsp:txXfrm>
        <a:off x="176758" y="173831"/>
        <a:ext cx="3179003" cy="345774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Reliable Group Communication.</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Reliable-Multicasting Schemes.</a:t>
          </a:r>
        </a:p>
      </dsp:txBody>
      <dsp:txXfrm>
        <a:off x="2024809" y="3140937"/>
        <a:ext cx="4978967" cy="175308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E8C651-6623-4BB6-9F86-C68EB5118626}">
      <dsp:nvSpPr>
        <dsp:cNvPr id="0" name=""/>
        <dsp:cNvSpPr/>
      </dsp:nvSpPr>
      <dsp:spPr>
        <a:xfrm rot="5400000">
          <a:off x="4992137" y="-939099"/>
          <a:ext cx="3618478" cy="640129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The sending process assigns a sequence number to each message it multicasts. </a:t>
          </a:r>
          <a:endParaRPr lang="en-PK" sz="1800" kern="1200" dirty="0"/>
        </a:p>
        <a:p>
          <a:pPr marL="171450" lvl="1" indent="-171450" algn="l" defTabSz="800100">
            <a:lnSpc>
              <a:spcPct val="90000"/>
            </a:lnSpc>
            <a:spcBef>
              <a:spcPct val="0"/>
            </a:spcBef>
            <a:spcAft>
              <a:spcPct val="15000"/>
            </a:spcAft>
            <a:buChar char="•"/>
          </a:pPr>
          <a:r>
            <a:rPr lang="en-US" sz="1800" kern="1200" dirty="0"/>
            <a:t>Assume that messages are received in the order they are sent.</a:t>
          </a:r>
          <a:endParaRPr lang="en-PK" sz="1800" kern="1200" dirty="0"/>
        </a:p>
        <a:p>
          <a:pPr marL="171450" lvl="1" indent="-171450" algn="l" defTabSz="800100">
            <a:lnSpc>
              <a:spcPct val="90000"/>
            </a:lnSpc>
            <a:spcBef>
              <a:spcPct val="0"/>
            </a:spcBef>
            <a:spcAft>
              <a:spcPct val="15000"/>
            </a:spcAft>
            <a:buChar char="•"/>
          </a:pPr>
          <a:r>
            <a:rPr lang="en-US" sz="1800" kern="1200" dirty="0"/>
            <a:t>Each multicast message is stored locally in a history buffer at the sender. </a:t>
          </a:r>
          <a:endParaRPr lang="en-PK" sz="1800" kern="1200" dirty="0"/>
        </a:p>
        <a:p>
          <a:pPr marL="171450" lvl="1" indent="-171450" algn="l" defTabSz="800100">
            <a:lnSpc>
              <a:spcPct val="90000"/>
            </a:lnSpc>
            <a:spcBef>
              <a:spcPct val="0"/>
            </a:spcBef>
            <a:spcAft>
              <a:spcPct val="15000"/>
            </a:spcAft>
            <a:buChar char="•"/>
          </a:pPr>
          <a:r>
            <a:rPr lang="en-US" sz="1800" kern="1200" dirty="0"/>
            <a:t>Assuming the receivers are known to the sender, the sender simply keeps the message in its history buffer until each receiver has returned an acknowledgment.</a:t>
          </a:r>
          <a:endParaRPr lang="en-PK" sz="1800" kern="1200" dirty="0"/>
        </a:p>
        <a:p>
          <a:pPr marL="171450" lvl="1" indent="-171450" algn="l" defTabSz="800100">
            <a:lnSpc>
              <a:spcPct val="90000"/>
            </a:lnSpc>
            <a:spcBef>
              <a:spcPct val="0"/>
            </a:spcBef>
            <a:spcAft>
              <a:spcPct val="15000"/>
            </a:spcAft>
            <a:buChar char="•"/>
          </a:pPr>
          <a:r>
            <a:rPr lang="en-US" sz="1800" kern="1200" dirty="0"/>
            <a:t>If a receiver detects it is missing a message, it may return a negative acknowledgment, requesting the sender for a retransmission.</a:t>
          </a:r>
          <a:endParaRPr lang="en-PK" sz="1800" kern="1200" dirty="0"/>
        </a:p>
      </dsp:txBody>
      <dsp:txXfrm rot="-5400000">
        <a:off x="3600728" y="628950"/>
        <a:ext cx="6224656" cy="3265198"/>
      </dsp:txXfrm>
    </dsp:sp>
    <dsp:sp modelId="{607F17CF-7BB3-49C7-B25C-E1950EDD25C5}">
      <dsp:nvSpPr>
        <dsp:cNvPr id="0" name=""/>
        <dsp:cNvSpPr/>
      </dsp:nvSpPr>
      <dsp:spPr>
        <a:xfrm>
          <a:off x="0" y="0"/>
          <a:ext cx="3600729" cy="45230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A simple solution to reliable multicasting when all receivers are known and are assumed not to fail.</a:t>
          </a:r>
          <a:endParaRPr lang="en-PK" sz="2800" kern="1200" dirty="0"/>
        </a:p>
      </dsp:txBody>
      <dsp:txXfrm>
        <a:off x="175773" y="175773"/>
        <a:ext cx="3249183" cy="417155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139642"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388596" y="1350183"/>
          <a:ext cx="960433" cy="960433"/>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594040" y="957278"/>
          <a:ext cx="5549379"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Distributed Commit.</a:t>
          </a:r>
        </a:p>
      </dsp:txBody>
      <dsp:txXfrm>
        <a:off x="1594040" y="957278"/>
        <a:ext cx="5549379" cy="1746243"/>
      </dsp:txXfrm>
    </dsp:sp>
    <dsp:sp modelId="{D75562AD-F78D-4876-92B4-3DD0643FB177}">
      <dsp:nvSpPr>
        <dsp:cNvPr id="0" name=""/>
        <dsp:cNvSpPr/>
      </dsp:nvSpPr>
      <dsp:spPr>
        <a:xfrm>
          <a:off x="-139642"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388596"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877269" y="3140082"/>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Distributed Commit Protocol Phases.</a:t>
          </a:r>
        </a:p>
      </dsp:txBody>
      <dsp:txXfrm>
        <a:off x="1877269" y="3140082"/>
        <a:ext cx="4982920" cy="174624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7DB54-D29B-4F5D-A6CF-45737547B7EC}">
      <dsp:nvSpPr>
        <dsp:cNvPr id="0" name=""/>
        <dsp:cNvSpPr/>
      </dsp:nvSpPr>
      <dsp:spPr>
        <a:xfrm>
          <a:off x="758009" y="0"/>
          <a:ext cx="8590774" cy="463967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2ED050-AD51-4FA1-A905-5F0BC6E9C48D}">
      <dsp:nvSpPr>
        <dsp:cNvPr id="0" name=""/>
        <dsp:cNvSpPr/>
      </dsp:nvSpPr>
      <dsp:spPr>
        <a:xfrm>
          <a:off x="4934" y="1229041"/>
          <a:ext cx="3049803" cy="2181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In the case of reliable multicasting, the operation is the delivery of a message. </a:t>
          </a:r>
          <a:endParaRPr lang="en-PK" sz="2000" kern="1200" dirty="0">
            <a:latin typeface="+mn-lt"/>
            <a:cs typeface="Arial" panose="020B0604020202020204" pitchFamily="34" charset="0"/>
          </a:endParaRPr>
        </a:p>
      </dsp:txBody>
      <dsp:txXfrm>
        <a:off x="111431" y="1335538"/>
        <a:ext cx="2836809" cy="1968601"/>
      </dsp:txXfrm>
    </dsp:sp>
    <dsp:sp modelId="{7B2A27CA-2E1D-40A3-AE8C-EF7615A8D163}">
      <dsp:nvSpPr>
        <dsp:cNvPr id="0" name=""/>
        <dsp:cNvSpPr/>
      </dsp:nvSpPr>
      <dsp:spPr>
        <a:xfrm>
          <a:off x="3528494" y="1229041"/>
          <a:ext cx="3049803" cy="2181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With distributed transactions, the operation may be the commit of a transaction at a single site that takes part in the transaction.</a:t>
          </a:r>
          <a:endParaRPr lang="en-PK" sz="2000" kern="1200" dirty="0">
            <a:latin typeface="+mn-lt"/>
            <a:cs typeface="Arial" panose="020B0604020202020204" pitchFamily="34" charset="0"/>
          </a:endParaRPr>
        </a:p>
      </dsp:txBody>
      <dsp:txXfrm>
        <a:off x="3634991" y="1335538"/>
        <a:ext cx="2836809" cy="1968601"/>
      </dsp:txXfrm>
    </dsp:sp>
    <dsp:sp modelId="{2F8D16DC-974E-4970-A330-B99F8470430A}">
      <dsp:nvSpPr>
        <dsp:cNvPr id="0" name=""/>
        <dsp:cNvSpPr/>
      </dsp:nvSpPr>
      <dsp:spPr>
        <a:xfrm>
          <a:off x="7052054" y="1229041"/>
          <a:ext cx="3049803" cy="21815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Other examples of distributed commit, and how it can be solved are discussed in </a:t>
          </a:r>
          <a:r>
            <a:rPr lang="en-US" sz="2000" kern="1200" dirty="0" err="1">
              <a:latin typeface="+mn-lt"/>
              <a:cs typeface="Arial" panose="020B0604020202020204" pitchFamily="34" charset="0"/>
            </a:rPr>
            <a:t>Tanisch</a:t>
          </a:r>
          <a:r>
            <a:rPr lang="en-US" sz="2000" kern="1200" dirty="0">
              <a:latin typeface="+mn-lt"/>
              <a:cs typeface="Arial" panose="020B0604020202020204" pitchFamily="34" charset="0"/>
            </a:rPr>
            <a:t> (2000).</a:t>
          </a:r>
          <a:endParaRPr lang="en-PK" sz="2000" kern="1200" dirty="0">
            <a:latin typeface="+mn-lt"/>
            <a:cs typeface="Arial" panose="020B0604020202020204" pitchFamily="34" charset="0"/>
          </a:endParaRPr>
        </a:p>
      </dsp:txBody>
      <dsp:txXfrm>
        <a:off x="7158551" y="1335538"/>
        <a:ext cx="2836809" cy="196860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C1A34B-E3BC-406D-8C47-48DC2C7FE406}">
      <dsp:nvSpPr>
        <dsp:cNvPr id="0" name=""/>
        <dsp:cNvSpPr/>
      </dsp:nvSpPr>
      <dsp:spPr>
        <a:xfrm>
          <a:off x="5257800" y="1775077"/>
          <a:ext cx="3719932" cy="645608"/>
        </a:xfrm>
        <a:custGeom>
          <a:avLst/>
          <a:gdLst/>
          <a:ahLst/>
          <a:cxnLst/>
          <a:rect l="0" t="0" r="0" b="0"/>
          <a:pathLst>
            <a:path>
              <a:moveTo>
                <a:pt x="0" y="0"/>
              </a:moveTo>
              <a:lnTo>
                <a:pt x="0" y="322804"/>
              </a:lnTo>
              <a:lnTo>
                <a:pt x="3719932" y="322804"/>
              </a:lnTo>
              <a:lnTo>
                <a:pt x="3719932"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D7B436-CF65-4041-BF72-AFAE27031F51}">
      <dsp:nvSpPr>
        <dsp:cNvPr id="0" name=""/>
        <dsp:cNvSpPr/>
      </dsp:nvSpPr>
      <dsp:spPr>
        <a:xfrm>
          <a:off x="5212080" y="1775077"/>
          <a:ext cx="91440" cy="645608"/>
        </a:xfrm>
        <a:custGeom>
          <a:avLst/>
          <a:gdLst/>
          <a:ahLst/>
          <a:cxnLst/>
          <a:rect l="0" t="0" r="0" b="0"/>
          <a:pathLst>
            <a:path>
              <a:moveTo>
                <a:pt x="45720" y="0"/>
              </a:moveTo>
              <a:lnTo>
                <a:pt x="45720"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F37E6C-A5B4-4009-8345-F5590BE79169}">
      <dsp:nvSpPr>
        <dsp:cNvPr id="0" name=""/>
        <dsp:cNvSpPr/>
      </dsp:nvSpPr>
      <dsp:spPr>
        <a:xfrm>
          <a:off x="1537867" y="1775077"/>
          <a:ext cx="3719932" cy="645608"/>
        </a:xfrm>
        <a:custGeom>
          <a:avLst/>
          <a:gdLst/>
          <a:ahLst/>
          <a:cxnLst/>
          <a:rect l="0" t="0" r="0" b="0"/>
          <a:pathLst>
            <a:path>
              <a:moveTo>
                <a:pt x="3719932" y="0"/>
              </a:moveTo>
              <a:lnTo>
                <a:pt x="3719932" y="322804"/>
              </a:lnTo>
              <a:lnTo>
                <a:pt x="0" y="322804"/>
              </a:lnTo>
              <a:lnTo>
                <a:pt x="0"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0AA0EB-9C73-44C1-96AC-7B2E600501D8}">
      <dsp:nvSpPr>
        <dsp:cNvPr id="0" name=""/>
        <dsp:cNvSpPr/>
      </dsp:nvSpPr>
      <dsp:spPr>
        <a:xfrm>
          <a:off x="3720638" y="237915"/>
          <a:ext cx="3074323" cy="1537161"/>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Commit protocol is distributed into three types: </a:t>
          </a:r>
          <a:endParaRPr lang="en-PK" sz="2900" kern="1200" dirty="0"/>
        </a:p>
      </dsp:txBody>
      <dsp:txXfrm>
        <a:off x="3795675" y="312952"/>
        <a:ext cx="2924249" cy="1387087"/>
      </dsp:txXfrm>
    </dsp:sp>
    <dsp:sp modelId="{F75F6EE3-F96B-44DA-BE97-448F662F2AB7}">
      <dsp:nvSpPr>
        <dsp:cNvPr id="0" name=""/>
        <dsp:cNvSpPr/>
      </dsp:nvSpPr>
      <dsp:spPr>
        <a:xfrm>
          <a:off x="706" y="2420685"/>
          <a:ext cx="3074323" cy="1537161"/>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Single-phase commit</a:t>
          </a:r>
          <a:endParaRPr lang="en-PK" sz="2900" kern="1200" dirty="0"/>
        </a:p>
      </dsp:txBody>
      <dsp:txXfrm>
        <a:off x="75743" y="2495722"/>
        <a:ext cx="2924249" cy="1387087"/>
      </dsp:txXfrm>
    </dsp:sp>
    <dsp:sp modelId="{3F205EBD-FF8C-41D7-BE58-777F4D3EEAC6}">
      <dsp:nvSpPr>
        <dsp:cNvPr id="0" name=""/>
        <dsp:cNvSpPr/>
      </dsp:nvSpPr>
      <dsp:spPr>
        <a:xfrm>
          <a:off x="3720638" y="2420685"/>
          <a:ext cx="3074323" cy="1537161"/>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Two-phase commit</a:t>
          </a:r>
          <a:endParaRPr lang="en-PK" sz="2900" kern="1200" dirty="0"/>
        </a:p>
      </dsp:txBody>
      <dsp:txXfrm>
        <a:off x="3795675" y="2495722"/>
        <a:ext cx="2924249" cy="1387087"/>
      </dsp:txXfrm>
    </dsp:sp>
    <dsp:sp modelId="{5BA76DF3-79E2-4D76-B05B-29A982B14F37}">
      <dsp:nvSpPr>
        <dsp:cNvPr id="0" name=""/>
        <dsp:cNvSpPr/>
      </dsp:nvSpPr>
      <dsp:spPr>
        <a:xfrm>
          <a:off x="7440570" y="2420685"/>
          <a:ext cx="3074323" cy="1537161"/>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Three-phase commit.</a:t>
          </a:r>
          <a:endParaRPr lang="en-PK" sz="2900" kern="1200" dirty="0"/>
        </a:p>
      </dsp:txBody>
      <dsp:txXfrm>
        <a:off x="7515607" y="2495722"/>
        <a:ext cx="2924249" cy="138708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916AE3-FB99-4459-AA12-2854DF13E6D3}">
      <dsp:nvSpPr>
        <dsp:cNvPr id="0" name=""/>
        <dsp:cNvSpPr/>
      </dsp:nvSpPr>
      <dsp:spPr>
        <a:xfrm>
          <a:off x="16604" y="650703"/>
          <a:ext cx="916628" cy="7881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51EDBA-6F36-45DA-83BE-D70062B4FFEB}">
      <dsp:nvSpPr>
        <dsp:cNvPr id="0" name=""/>
        <dsp:cNvSpPr/>
      </dsp:nvSpPr>
      <dsp:spPr>
        <a:xfrm>
          <a:off x="16603" y="1459077"/>
          <a:ext cx="2618939" cy="1856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0" kern="1200" dirty="0"/>
            <a:t>Coordinator tells all other processes that are also involved, called participants, whether to (locally) perform the operation in question.</a:t>
          </a:r>
        </a:p>
      </dsp:txBody>
      <dsp:txXfrm>
        <a:off x="16603" y="1459077"/>
        <a:ext cx="2618939" cy="1856763"/>
      </dsp:txXfrm>
    </dsp:sp>
    <dsp:sp modelId="{AB672E9B-F66A-4C50-AE9B-FD1939A2CF90}">
      <dsp:nvSpPr>
        <dsp:cNvPr id="0" name=""/>
        <dsp:cNvSpPr/>
      </dsp:nvSpPr>
      <dsp:spPr>
        <a:xfrm>
          <a:off x="11444" y="3135383"/>
          <a:ext cx="2618939" cy="522468"/>
        </a:xfrm>
        <a:prstGeom prst="rect">
          <a:avLst/>
        </a:prstGeom>
        <a:noFill/>
        <a:ln>
          <a:noFill/>
        </a:ln>
        <a:effectLst/>
      </dsp:spPr>
      <dsp:style>
        <a:lnRef idx="0">
          <a:scrgbClr r="0" g="0" b="0"/>
        </a:lnRef>
        <a:fillRef idx="0">
          <a:scrgbClr r="0" g="0" b="0"/>
        </a:fillRef>
        <a:effectRef idx="0">
          <a:scrgbClr r="0" g="0" b="0"/>
        </a:effectRef>
        <a:fontRef idx="minor"/>
      </dsp:style>
    </dsp:sp>
    <dsp:sp modelId="{AD380678-4B61-405A-BC06-4DB30F313B22}">
      <dsp:nvSpPr>
        <dsp:cNvPr id="0" name=""/>
        <dsp:cNvSpPr/>
      </dsp:nvSpPr>
      <dsp:spPr>
        <a:xfrm>
          <a:off x="3171745" y="625641"/>
          <a:ext cx="916628" cy="7881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F6B7BC-9938-43C1-997E-4C65BE4991B5}">
      <dsp:nvSpPr>
        <dsp:cNvPr id="0" name=""/>
        <dsp:cNvSpPr/>
      </dsp:nvSpPr>
      <dsp:spPr>
        <a:xfrm>
          <a:off x="3099069" y="1459077"/>
          <a:ext cx="2618939" cy="1856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0" kern="1200" dirty="0"/>
            <a:t>If one of the participants cannot perform the operation, there is no way to tell the coordinator.</a:t>
          </a:r>
        </a:p>
      </dsp:txBody>
      <dsp:txXfrm>
        <a:off x="3099069" y="1459077"/>
        <a:ext cx="2618939" cy="1856763"/>
      </dsp:txXfrm>
    </dsp:sp>
    <dsp:sp modelId="{E201970D-8FFF-4AD7-951C-BE026813BFF7}">
      <dsp:nvSpPr>
        <dsp:cNvPr id="0" name=""/>
        <dsp:cNvSpPr/>
      </dsp:nvSpPr>
      <dsp:spPr>
        <a:xfrm>
          <a:off x="3088698" y="3135383"/>
          <a:ext cx="2618939" cy="522468"/>
        </a:xfrm>
        <a:prstGeom prst="rect">
          <a:avLst/>
        </a:prstGeom>
        <a:noFill/>
        <a:ln>
          <a:noFill/>
        </a:ln>
        <a:effectLst/>
      </dsp:spPr>
      <dsp:style>
        <a:lnRef idx="0">
          <a:scrgbClr r="0" g="0" b="0"/>
        </a:lnRef>
        <a:fillRef idx="0">
          <a:scrgbClr r="0" g="0" b="0"/>
        </a:fillRef>
        <a:effectRef idx="0">
          <a:scrgbClr r="0" g="0" b="0"/>
        </a:effectRef>
        <a:fontRef idx="minor"/>
      </dsp:style>
    </dsp:sp>
    <dsp:sp modelId="{42DC7B0B-1CC2-4B3E-B67C-9BBBF4484AD9}">
      <dsp:nvSpPr>
        <dsp:cNvPr id="0" name=""/>
        <dsp:cNvSpPr/>
      </dsp:nvSpPr>
      <dsp:spPr>
        <a:xfrm>
          <a:off x="6186732" y="582256"/>
          <a:ext cx="916628" cy="7881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619C30-E903-43D8-B9D3-2831EAB8560F}">
      <dsp:nvSpPr>
        <dsp:cNvPr id="0" name=""/>
        <dsp:cNvSpPr/>
      </dsp:nvSpPr>
      <dsp:spPr>
        <a:xfrm>
          <a:off x="6155555" y="1491571"/>
          <a:ext cx="2618939" cy="1856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0" kern="1200" dirty="0"/>
            <a:t>It cannot efficiently handle the failure of the coordinator. </a:t>
          </a:r>
        </a:p>
      </dsp:txBody>
      <dsp:txXfrm>
        <a:off x="6155555" y="1491571"/>
        <a:ext cx="2618939" cy="1856763"/>
      </dsp:txXfrm>
    </dsp:sp>
    <dsp:sp modelId="{12F8EC58-D14B-4482-97D7-97F6E05EC945}">
      <dsp:nvSpPr>
        <dsp:cNvPr id="0" name=""/>
        <dsp:cNvSpPr/>
      </dsp:nvSpPr>
      <dsp:spPr>
        <a:xfrm>
          <a:off x="6145734" y="2585125"/>
          <a:ext cx="2618939" cy="522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pPr>
          <a:r>
            <a:rPr lang="en-US" sz="2000" b="0" kern="1200" dirty="0">
              <a:latin typeface="+mn-lt"/>
              <a:cs typeface="Arial" panose="020B0604020202020204" pitchFamily="34" charset="0"/>
            </a:rPr>
            <a:t>The solutions: </a:t>
          </a:r>
          <a:br>
            <a:rPr lang="en-US" sz="2000" b="0" kern="1200" dirty="0">
              <a:latin typeface="+mn-lt"/>
              <a:cs typeface="Arial" panose="020B0604020202020204" pitchFamily="34" charset="0"/>
            </a:rPr>
          </a:br>
          <a:r>
            <a:rPr lang="en-US" sz="2000" b="0" kern="1200" dirty="0">
              <a:latin typeface="+mn-lt"/>
              <a:cs typeface="Arial" panose="020B0604020202020204" pitchFamily="34" charset="0"/>
            </a:rPr>
            <a:t>Two-Phase and Three-Phase Commit Protocols</a:t>
          </a:r>
        </a:p>
      </dsp:txBody>
      <dsp:txXfrm>
        <a:off x="6145734" y="2585125"/>
        <a:ext cx="2618939" cy="52246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9BE08E-4D19-450A-B44F-CDEF77C561CE}">
      <dsp:nvSpPr>
        <dsp:cNvPr id="0" name=""/>
        <dsp:cNvSpPr/>
      </dsp:nvSpPr>
      <dsp:spPr>
        <a:xfrm>
          <a:off x="7110" y="73945"/>
          <a:ext cx="2115851" cy="4081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coordinator sends a VOTE_REQUEST message to all participants.</a:t>
          </a:r>
          <a:endParaRPr lang="en-PK" sz="2000" kern="1200" dirty="0"/>
        </a:p>
      </dsp:txBody>
      <dsp:txXfrm>
        <a:off x="69081" y="135916"/>
        <a:ext cx="1991909" cy="3957966"/>
      </dsp:txXfrm>
    </dsp:sp>
    <dsp:sp modelId="{01A719CE-F069-4799-B36C-FB2FF81D439B}">
      <dsp:nvSpPr>
        <dsp:cNvPr id="0" name=""/>
        <dsp:cNvSpPr/>
      </dsp:nvSpPr>
      <dsp:spPr>
        <a:xfrm>
          <a:off x="2237288" y="1920074"/>
          <a:ext cx="242371" cy="3896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PK" sz="1600" kern="1200"/>
        </a:p>
      </dsp:txBody>
      <dsp:txXfrm>
        <a:off x="2237288" y="1998004"/>
        <a:ext cx="169660" cy="233790"/>
      </dsp:txXfrm>
    </dsp:sp>
    <dsp:sp modelId="{44589C3B-3F70-46EC-9BB1-6ADD3B3DE92C}">
      <dsp:nvSpPr>
        <dsp:cNvPr id="0" name=""/>
        <dsp:cNvSpPr/>
      </dsp:nvSpPr>
      <dsp:spPr>
        <a:xfrm>
          <a:off x="2580267" y="73945"/>
          <a:ext cx="2207827" cy="4081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 group member returns VOTE_COMMIT if it can commit locally, otherwise VOTE_ABORT message.</a:t>
          </a:r>
          <a:endParaRPr lang="en-PK" sz="2000" kern="1200" dirty="0"/>
        </a:p>
      </dsp:txBody>
      <dsp:txXfrm>
        <a:off x="2644932" y="138610"/>
        <a:ext cx="2078497" cy="3952578"/>
      </dsp:txXfrm>
    </dsp:sp>
    <dsp:sp modelId="{69A41E2E-4172-4591-AE6A-98F2AC392C79}">
      <dsp:nvSpPr>
        <dsp:cNvPr id="0" name=""/>
        <dsp:cNvSpPr/>
      </dsp:nvSpPr>
      <dsp:spPr>
        <a:xfrm>
          <a:off x="4965629" y="1920074"/>
          <a:ext cx="376373" cy="3896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PK" sz="1600" kern="1200"/>
        </a:p>
      </dsp:txBody>
      <dsp:txXfrm>
        <a:off x="4965629" y="1998004"/>
        <a:ext cx="263461" cy="233790"/>
      </dsp:txXfrm>
    </dsp:sp>
    <dsp:sp modelId="{5D789F88-8564-4D53-959E-D31EDF1B7832}">
      <dsp:nvSpPr>
        <dsp:cNvPr id="0" name=""/>
        <dsp:cNvSpPr/>
      </dsp:nvSpPr>
      <dsp:spPr>
        <a:xfrm>
          <a:off x="5498233" y="73945"/>
          <a:ext cx="2820365" cy="4081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All votes are collected by the coordinator. </a:t>
          </a:r>
          <a:endParaRPr lang="en-PK" sz="2000" kern="1200" dirty="0"/>
        </a:p>
        <a:p>
          <a:pPr marL="228600" lvl="1" indent="-228600" algn="l" defTabSz="889000">
            <a:lnSpc>
              <a:spcPct val="90000"/>
            </a:lnSpc>
            <a:spcBef>
              <a:spcPct val="0"/>
            </a:spcBef>
            <a:spcAft>
              <a:spcPct val="15000"/>
            </a:spcAft>
            <a:buChar char="•"/>
          </a:pPr>
          <a:r>
            <a:rPr lang="en-US" sz="2000" kern="1200" dirty="0"/>
            <a:t>A GLOBAL_COMMIT is sent if all the group members voted to commit. </a:t>
          </a:r>
          <a:endParaRPr lang="en-PK" sz="2000" kern="1200" dirty="0"/>
        </a:p>
        <a:p>
          <a:pPr marL="228600" lvl="1" indent="-228600" algn="l" defTabSz="889000">
            <a:lnSpc>
              <a:spcPct val="90000"/>
            </a:lnSpc>
            <a:spcBef>
              <a:spcPct val="0"/>
            </a:spcBef>
            <a:spcAft>
              <a:spcPct val="15000"/>
            </a:spcAft>
            <a:buChar char="•"/>
          </a:pPr>
          <a:r>
            <a:rPr lang="en-US" sz="2000" kern="1200" dirty="0"/>
            <a:t>If one group member voted to abort, a GLOBAL_ABORT is sent.</a:t>
          </a:r>
          <a:endParaRPr lang="en-PK" sz="2000" kern="1200" dirty="0"/>
        </a:p>
      </dsp:txBody>
      <dsp:txXfrm>
        <a:off x="5580839" y="156551"/>
        <a:ext cx="2655153" cy="3916696"/>
      </dsp:txXfrm>
    </dsp:sp>
    <dsp:sp modelId="{7F3719BA-4C35-40D6-A681-13699C816562}">
      <dsp:nvSpPr>
        <dsp:cNvPr id="0" name=""/>
        <dsp:cNvSpPr/>
      </dsp:nvSpPr>
      <dsp:spPr>
        <a:xfrm>
          <a:off x="8469004" y="1920074"/>
          <a:ext cx="318859" cy="3896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PK" sz="1600" kern="1200"/>
        </a:p>
      </dsp:txBody>
      <dsp:txXfrm>
        <a:off x="8469004" y="1998004"/>
        <a:ext cx="223201" cy="233790"/>
      </dsp:txXfrm>
    </dsp:sp>
    <dsp:sp modelId="{F9963AA0-80DB-4A1B-883D-D93408F6E1A3}">
      <dsp:nvSpPr>
        <dsp:cNvPr id="0" name=""/>
        <dsp:cNvSpPr/>
      </dsp:nvSpPr>
      <dsp:spPr>
        <a:xfrm>
          <a:off x="8920219" y="73945"/>
          <a:ext cx="1764741" cy="40819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Group members then COMMIT or ABORT based on the last message received from the coordinator.</a:t>
          </a:r>
          <a:endParaRPr lang="en-PK" sz="2000" kern="1200" dirty="0"/>
        </a:p>
      </dsp:txBody>
      <dsp:txXfrm>
        <a:off x="8971906" y="125632"/>
        <a:ext cx="1661367" cy="397853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2B84DB-CFBB-44C5-AC31-9998E55F5B99}">
      <dsp:nvSpPr>
        <dsp:cNvPr id="0" name=""/>
        <dsp:cNvSpPr/>
      </dsp:nvSpPr>
      <dsp:spPr>
        <a:xfrm>
          <a:off x="0" y="0"/>
          <a:ext cx="4577337" cy="457733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2963CE-6466-4A4E-B84E-52881552424B}">
      <dsp:nvSpPr>
        <dsp:cNvPr id="0" name=""/>
        <dsp:cNvSpPr/>
      </dsp:nvSpPr>
      <dsp:spPr>
        <a:xfrm>
          <a:off x="2288668" y="0"/>
          <a:ext cx="7970210" cy="457733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It can lead to both the coordinator and the participants blocking, which may lead to the dreaded deadlock.</a:t>
          </a:r>
          <a:endParaRPr lang="en-PK" sz="2000" kern="1200" dirty="0"/>
        </a:p>
      </dsp:txBody>
      <dsp:txXfrm>
        <a:off x="2288668" y="0"/>
        <a:ext cx="7970210" cy="972684"/>
      </dsp:txXfrm>
    </dsp:sp>
    <dsp:sp modelId="{B747DBCF-5E34-46FB-8AE4-98DCFA4C62D9}">
      <dsp:nvSpPr>
        <dsp:cNvPr id="0" name=""/>
        <dsp:cNvSpPr/>
      </dsp:nvSpPr>
      <dsp:spPr>
        <a:xfrm>
          <a:off x="600775" y="972684"/>
          <a:ext cx="3375786" cy="337578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7EEAD-8D3E-4BFB-A30A-CF13EE26A766}">
      <dsp:nvSpPr>
        <dsp:cNvPr id="0" name=""/>
        <dsp:cNvSpPr/>
      </dsp:nvSpPr>
      <dsp:spPr>
        <a:xfrm>
          <a:off x="2288668" y="972684"/>
          <a:ext cx="7970210" cy="337578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If the coordinator crashes, the participants may not be able to reach a final decision, and they may, therefore, block until the coordinator recovers.</a:t>
          </a:r>
          <a:endParaRPr lang="en-PK" sz="2000" kern="1200" dirty="0"/>
        </a:p>
      </dsp:txBody>
      <dsp:txXfrm>
        <a:off x="2288668" y="972684"/>
        <a:ext cx="7970210" cy="972684"/>
      </dsp:txXfrm>
    </dsp:sp>
    <dsp:sp modelId="{BCAB9B40-5FF6-4FAC-BD6F-C7DE4CC3F6EF}">
      <dsp:nvSpPr>
        <dsp:cNvPr id="0" name=""/>
        <dsp:cNvSpPr/>
      </dsp:nvSpPr>
      <dsp:spPr>
        <a:xfrm>
          <a:off x="1201550" y="1945368"/>
          <a:ext cx="2174235" cy="2174235"/>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572BF7-0985-482D-B123-80C5EA511561}">
      <dsp:nvSpPr>
        <dsp:cNvPr id="0" name=""/>
        <dsp:cNvSpPr/>
      </dsp:nvSpPr>
      <dsp:spPr>
        <a:xfrm>
          <a:off x="2288668" y="1945368"/>
          <a:ext cx="7970210" cy="217423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Two-Phase Commit is known as a blocking-commit protocol for this reason.</a:t>
          </a:r>
          <a:endParaRPr lang="en-PK" sz="2000" kern="1200" dirty="0"/>
        </a:p>
      </dsp:txBody>
      <dsp:txXfrm>
        <a:off x="2288668" y="1945368"/>
        <a:ext cx="7970210" cy="972684"/>
      </dsp:txXfrm>
    </dsp:sp>
    <dsp:sp modelId="{58E032F0-E841-4247-97D0-DA932B42BEED}">
      <dsp:nvSpPr>
        <dsp:cNvPr id="0" name=""/>
        <dsp:cNvSpPr/>
      </dsp:nvSpPr>
      <dsp:spPr>
        <a:xfrm>
          <a:off x="1802326" y="2918052"/>
          <a:ext cx="972684" cy="972684"/>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14EC6C-EE2F-4C1B-99B1-7B5A699A4625}">
      <dsp:nvSpPr>
        <dsp:cNvPr id="0" name=""/>
        <dsp:cNvSpPr/>
      </dsp:nvSpPr>
      <dsp:spPr>
        <a:xfrm>
          <a:off x="2288668" y="2918052"/>
          <a:ext cx="7970210" cy="97268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solution: Three-Phase Commit Protocol</a:t>
          </a:r>
          <a:endParaRPr lang="en-PK" sz="2000" kern="1200" dirty="0"/>
        </a:p>
      </dsp:txBody>
      <dsp:txXfrm>
        <a:off x="2288668" y="2918052"/>
        <a:ext cx="7970210" cy="97268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548311-20B3-4AC9-88AC-654828262CE7}">
      <dsp:nvSpPr>
        <dsp:cNvPr id="0" name=""/>
        <dsp:cNvSpPr/>
      </dsp:nvSpPr>
      <dsp:spPr>
        <a:xfrm>
          <a:off x="2033" y="11280"/>
          <a:ext cx="4336879" cy="39438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Skeen (1981) developed a variant of 2PC, called the three-phase commit protocol (3PC), that avoids blocking processes in the presence of fail-stop crashes.</a:t>
          </a:r>
          <a:endParaRPr lang="en-PK" sz="2000" kern="1200" dirty="0">
            <a:latin typeface="+mn-lt"/>
            <a:cs typeface="Arial" panose="020B0604020202020204" pitchFamily="34" charset="0"/>
          </a:endParaRPr>
        </a:p>
      </dsp:txBody>
      <dsp:txXfrm>
        <a:off x="117544" y="126791"/>
        <a:ext cx="4105857" cy="3712828"/>
      </dsp:txXfrm>
    </dsp:sp>
    <dsp:sp modelId="{82D560B1-BF78-414E-9EFC-844CC2320A2E}">
      <dsp:nvSpPr>
        <dsp:cNvPr id="0" name=""/>
        <dsp:cNvSpPr/>
      </dsp:nvSpPr>
      <dsp:spPr>
        <a:xfrm>
          <a:off x="4772601" y="1445432"/>
          <a:ext cx="919418" cy="10755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endParaRPr lang="en-PK" sz="4600" kern="1200"/>
        </a:p>
      </dsp:txBody>
      <dsp:txXfrm>
        <a:off x="4772601" y="1660541"/>
        <a:ext cx="643593" cy="645328"/>
      </dsp:txXfrm>
    </dsp:sp>
    <dsp:sp modelId="{5F70F814-0E84-418F-8092-C8A6A7BEF7A9}">
      <dsp:nvSpPr>
        <dsp:cNvPr id="0" name=""/>
        <dsp:cNvSpPr/>
      </dsp:nvSpPr>
      <dsp:spPr>
        <a:xfrm>
          <a:off x="6073665" y="11280"/>
          <a:ext cx="4336879" cy="39438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mn-lt"/>
              <a:cs typeface="Arial" panose="020B0604020202020204" pitchFamily="34" charset="0"/>
            </a:rPr>
            <a:t>The states of the coordinator and each participant satisfy the following two conditions:</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kern="1200" dirty="0">
              <a:latin typeface="+mn-lt"/>
              <a:cs typeface="Arial" panose="020B0604020202020204" pitchFamily="34" charset="0"/>
            </a:rPr>
            <a:t>There is no single state from which it is possible to make a transition directly to either a COMMIT or an ABORT state.</a:t>
          </a:r>
          <a:endParaRPr lang="en-PK" sz="2000" kern="1200" dirty="0">
            <a:latin typeface="+mn-lt"/>
            <a:cs typeface="Arial" panose="020B0604020202020204" pitchFamily="34" charset="0"/>
          </a:endParaRPr>
        </a:p>
        <a:p>
          <a:pPr marL="228600" lvl="1" indent="-228600" algn="l" defTabSz="889000">
            <a:lnSpc>
              <a:spcPct val="90000"/>
            </a:lnSpc>
            <a:spcBef>
              <a:spcPct val="0"/>
            </a:spcBef>
            <a:spcAft>
              <a:spcPct val="15000"/>
            </a:spcAft>
            <a:buChar char="•"/>
          </a:pPr>
          <a:r>
            <a:rPr lang="en-US" sz="2000" kern="1200" dirty="0">
              <a:latin typeface="+mn-lt"/>
              <a:cs typeface="Arial" panose="020B0604020202020204" pitchFamily="34" charset="0"/>
            </a:rPr>
            <a:t>There is no state in which it is not possible to make a final decision, and from which a transition to a COMMIT state can be made.</a:t>
          </a:r>
          <a:endParaRPr lang="en-PK" sz="2000" kern="1200" dirty="0">
            <a:latin typeface="+mn-lt"/>
            <a:cs typeface="Arial" panose="020B0604020202020204" pitchFamily="34" charset="0"/>
          </a:endParaRPr>
        </a:p>
      </dsp:txBody>
      <dsp:txXfrm>
        <a:off x="6189176" y="126791"/>
        <a:ext cx="4105857" cy="371282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Basic Concept of Recovery.</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Types of Recovery.</a:t>
          </a:r>
        </a:p>
      </dsp:txBody>
      <dsp:txXfrm>
        <a:off x="2024809" y="3140937"/>
        <a:ext cx="4978967" cy="1753081"/>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80A65-EF31-4E8C-9AB5-F5B86A1CBC50}">
      <dsp:nvSpPr>
        <dsp:cNvPr id="0" name=""/>
        <dsp:cNvSpPr/>
      </dsp:nvSpPr>
      <dsp:spPr>
        <a:xfrm rot="5400000">
          <a:off x="4873041" y="-966415"/>
          <a:ext cx="3404569" cy="618854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a:t>Backward Recovery: </a:t>
          </a:r>
          <a:r>
            <a:rPr lang="en-US" sz="2000" kern="1200" dirty="0"/>
            <a:t>Return the system to some previous correct state (using checkpoints), then continue executing.</a:t>
          </a:r>
          <a:br>
            <a:rPr lang="en-US" sz="2000" kern="1200" dirty="0"/>
          </a:br>
          <a:endParaRPr lang="en-PK" sz="2000" kern="1200" dirty="0"/>
        </a:p>
        <a:p>
          <a:pPr marL="228600" lvl="1" indent="-228600" algn="l" defTabSz="889000">
            <a:lnSpc>
              <a:spcPct val="90000"/>
            </a:lnSpc>
            <a:spcBef>
              <a:spcPct val="0"/>
            </a:spcBef>
            <a:spcAft>
              <a:spcPct val="15000"/>
            </a:spcAft>
            <a:buChar char="•"/>
          </a:pPr>
          <a:r>
            <a:rPr lang="en-US" sz="2000" b="1" kern="1200" dirty="0"/>
            <a:t>Forward Recovery: </a:t>
          </a:r>
          <a:r>
            <a:rPr lang="en-US" sz="2000" kern="1200" dirty="0"/>
            <a:t>When the system has entered an erroneous state, instead of moving back to a previous, checkpointed state, an attempt is made to bring the system in a correct new state from which it can continue to execute. </a:t>
          </a:r>
          <a:endParaRPr lang="en-PK" sz="2000" kern="1200" dirty="0"/>
        </a:p>
      </dsp:txBody>
      <dsp:txXfrm rot="-5400000">
        <a:off x="3481055" y="591768"/>
        <a:ext cx="6022345" cy="3072175"/>
      </dsp:txXfrm>
    </dsp:sp>
    <dsp:sp modelId="{DFAC0FA7-512F-4F5E-AA0C-ED885A82276C}">
      <dsp:nvSpPr>
        <dsp:cNvPr id="0" name=""/>
        <dsp:cNvSpPr/>
      </dsp:nvSpPr>
      <dsp:spPr>
        <a:xfrm>
          <a:off x="0" y="0"/>
          <a:ext cx="3481055" cy="42557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Recovery from an error is fundamental to fault tolerance. Two main forms of recovery are:</a:t>
          </a:r>
          <a:endParaRPr lang="en-PK" sz="3400" kern="1200" dirty="0"/>
        </a:p>
      </dsp:txBody>
      <dsp:txXfrm>
        <a:off x="169931" y="169931"/>
        <a:ext cx="3141193" cy="391585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282AA-0C6D-42B9-BCA3-449C74A89116}">
      <dsp:nvSpPr>
        <dsp:cNvPr id="0" name=""/>
        <dsp:cNvSpPr/>
      </dsp:nvSpPr>
      <dsp:spPr>
        <a:xfrm>
          <a:off x="0" y="442302"/>
          <a:ext cx="7003777" cy="2016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416560" rIns="54357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Generally applicable method independent of any specific system or process.</a:t>
          </a:r>
        </a:p>
        <a:p>
          <a:pPr marL="228600" lvl="1" indent="-228600" algn="l" defTabSz="889000">
            <a:lnSpc>
              <a:spcPct val="90000"/>
            </a:lnSpc>
            <a:spcBef>
              <a:spcPct val="0"/>
            </a:spcBef>
            <a:spcAft>
              <a:spcPct val="15000"/>
            </a:spcAft>
            <a:buChar char="•"/>
          </a:pPr>
          <a:r>
            <a:rPr lang="en-US" sz="2000" kern="1200" dirty="0"/>
            <a:t>It can be integrated into (the middleware layer) of a distributed system as a general-purpose service.</a:t>
          </a:r>
        </a:p>
      </dsp:txBody>
      <dsp:txXfrm>
        <a:off x="0" y="442302"/>
        <a:ext cx="7003777" cy="2016000"/>
      </dsp:txXfrm>
    </dsp:sp>
    <dsp:sp modelId="{C7C0B7AA-D971-4BD6-B8F9-EF0C7DC9EDEE}">
      <dsp:nvSpPr>
        <dsp:cNvPr id="0" name=""/>
        <dsp:cNvSpPr/>
      </dsp:nvSpPr>
      <dsp:spPr>
        <a:xfrm>
          <a:off x="350188" y="147102"/>
          <a:ext cx="4902643" cy="590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889000">
            <a:lnSpc>
              <a:spcPct val="90000"/>
            </a:lnSpc>
            <a:spcBef>
              <a:spcPct val="0"/>
            </a:spcBef>
            <a:spcAft>
              <a:spcPct val="35000"/>
            </a:spcAft>
            <a:buNone/>
          </a:pPr>
          <a:r>
            <a:rPr lang="en-US" sz="2000" kern="1200"/>
            <a:t>Advantages:</a:t>
          </a:r>
        </a:p>
      </dsp:txBody>
      <dsp:txXfrm>
        <a:off x="379009" y="175923"/>
        <a:ext cx="4845001" cy="532758"/>
      </dsp:txXfrm>
    </dsp:sp>
    <dsp:sp modelId="{8E59B853-7327-44DF-B0CF-D28DA66384AA}">
      <dsp:nvSpPr>
        <dsp:cNvPr id="0" name=""/>
        <dsp:cNvSpPr/>
      </dsp:nvSpPr>
      <dsp:spPr>
        <a:xfrm>
          <a:off x="0" y="2861502"/>
          <a:ext cx="7003777" cy="2835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416560" rIns="54357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Restoring a system or process to a previous state is generally a relatively costly operation in terms of performance.</a:t>
          </a:r>
        </a:p>
        <a:p>
          <a:pPr marL="228600" lvl="1" indent="-228600" algn="l" defTabSz="889000">
            <a:lnSpc>
              <a:spcPct val="90000"/>
            </a:lnSpc>
            <a:spcBef>
              <a:spcPct val="0"/>
            </a:spcBef>
            <a:spcAft>
              <a:spcPct val="15000"/>
            </a:spcAft>
            <a:buChar char="•"/>
          </a:pPr>
          <a:r>
            <a:rPr lang="en-US" sz="2000" kern="1200" dirty="0"/>
            <a:t>Backward error recovery mechanisms are independent of the distributed application for which they are actually used, no guarantees can be given that once recovery has taken place, the same or similar failure will not happen again. </a:t>
          </a:r>
        </a:p>
      </dsp:txBody>
      <dsp:txXfrm>
        <a:off x="0" y="2861502"/>
        <a:ext cx="7003777" cy="2835000"/>
      </dsp:txXfrm>
    </dsp:sp>
    <dsp:sp modelId="{44E0969A-8FCC-4925-8416-4EE438D4FE28}">
      <dsp:nvSpPr>
        <dsp:cNvPr id="0" name=""/>
        <dsp:cNvSpPr/>
      </dsp:nvSpPr>
      <dsp:spPr>
        <a:xfrm>
          <a:off x="350188" y="2566302"/>
          <a:ext cx="4902643" cy="5904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889000">
            <a:lnSpc>
              <a:spcPct val="90000"/>
            </a:lnSpc>
            <a:spcBef>
              <a:spcPct val="0"/>
            </a:spcBef>
            <a:spcAft>
              <a:spcPct val="35000"/>
            </a:spcAft>
            <a:buNone/>
          </a:pPr>
          <a:r>
            <a:rPr lang="en-US" sz="2000" kern="1200" dirty="0"/>
            <a:t>Disadvantages:</a:t>
          </a:r>
        </a:p>
      </dsp:txBody>
      <dsp:txXfrm>
        <a:off x="379009" y="2595123"/>
        <a:ext cx="4845001" cy="532758"/>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282AA-0C6D-42B9-BCA3-449C74A89116}">
      <dsp:nvSpPr>
        <dsp:cNvPr id="0" name=""/>
        <dsp:cNvSpPr/>
      </dsp:nvSpPr>
      <dsp:spPr>
        <a:xfrm>
          <a:off x="0" y="615552"/>
          <a:ext cx="7003777" cy="1291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853948" rIns="54357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Generally, have low overhead.</a:t>
          </a:r>
        </a:p>
      </dsp:txBody>
      <dsp:txXfrm>
        <a:off x="0" y="615552"/>
        <a:ext cx="7003777" cy="1291500"/>
      </dsp:txXfrm>
    </dsp:sp>
    <dsp:sp modelId="{C7C0B7AA-D971-4BD6-B8F9-EF0C7DC9EDEE}">
      <dsp:nvSpPr>
        <dsp:cNvPr id="0" name=""/>
        <dsp:cNvSpPr/>
      </dsp:nvSpPr>
      <dsp:spPr>
        <a:xfrm>
          <a:off x="350188" y="10392"/>
          <a:ext cx="4902643" cy="1210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1822450">
            <a:lnSpc>
              <a:spcPct val="90000"/>
            </a:lnSpc>
            <a:spcBef>
              <a:spcPct val="0"/>
            </a:spcBef>
            <a:spcAft>
              <a:spcPct val="35000"/>
            </a:spcAft>
            <a:buNone/>
          </a:pPr>
          <a:r>
            <a:rPr lang="en-US" sz="4100" kern="1200"/>
            <a:t>Advantages:</a:t>
          </a:r>
        </a:p>
      </dsp:txBody>
      <dsp:txXfrm>
        <a:off x="409271" y="69475"/>
        <a:ext cx="4784477" cy="1092154"/>
      </dsp:txXfrm>
    </dsp:sp>
    <dsp:sp modelId="{8E59B853-7327-44DF-B0CF-D28DA66384AA}">
      <dsp:nvSpPr>
        <dsp:cNvPr id="0" name=""/>
        <dsp:cNvSpPr/>
      </dsp:nvSpPr>
      <dsp:spPr>
        <a:xfrm>
          <a:off x="0" y="2733612"/>
          <a:ext cx="7003777" cy="30996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3571" tIns="853948" rIns="54357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It has to be known in advance which errors may occur. Only in that case is it possible to correct those errors and move to a new state.</a:t>
          </a:r>
        </a:p>
        <a:p>
          <a:pPr marL="228600" lvl="1" indent="-228600" algn="l" defTabSz="889000">
            <a:lnSpc>
              <a:spcPct val="90000"/>
            </a:lnSpc>
            <a:spcBef>
              <a:spcPct val="0"/>
            </a:spcBef>
            <a:spcAft>
              <a:spcPct val="15000"/>
            </a:spcAft>
            <a:buChar char="•"/>
          </a:pPr>
          <a:r>
            <a:rPr lang="en-US" sz="2000" kern="1200" dirty="0"/>
            <a:t>When an error occurs, the recovery mechanism then knows what to do to bring the system forward to a correct state.</a:t>
          </a:r>
        </a:p>
        <a:p>
          <a:pPr marL="228600" lvl="1" indent="-228600" algn="l" defTabSz="1066800">
            <a:lnSpc>
              <a:spcPct val="90000"/>
            </a:lnSpc>
            <a:spcBef>
              <a:spcPct val="0"/>
            </a:spcBef>
            <a:spcAft>
              <a:spcPct val="15000"/>
            </a:spcAft>
            <a:buChar char="•"/>
          </a:pPr>
          <a:endParaRPr lang="en-US" sz="2400" kern="1200" dirty="0"/>
        </a:p>
      </dsp:txBody>
      <dsp:txXfrm>
        <a:off x="0" y="2733612"/>
        <a:ext cx="7003777" cy="3099600"/>
      </dsp:txXfrm>
    </dsp:sp>
    <dsp:sp modelId="{44E0969A-8FCC-4925-8416-4EE438D4FE28}">
      <dsp:nvSpPr>
        <dsp:cNvPr id="0" name=""/>
        <dsp:cNvSpPr/>
      </dsp:nvSpPr>
      <dsp:spPr>
        <a:xfrm>
          <a:off x="350188" y="2128452"/>
          <a:ext cx="4902643" cy="12103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5308" tIns="0" rIns="185308" bIns="0" numCol="1" spcCol="1270" anchor="ctr" anchorCtr="0">
          <a:noAutofit/>
        </a:bodyPr>
        <a:lstStyle/>
        <a:p>
          <a:pPr marL="0" lvl="0" indent="0" algn="l" defTabSz="1822450">
            <a:lnSpc>
              <a:spcPct val="90000"/>
            </a:lnSpc>
            <a:spcBef>
              <a:spcPct val="0"/>
            </a:spcBef>
            <a:spcAft>
              <a:spcPct val="35000"/>
            </a:spcAft>
            <a:buNone/>
          </a:pPr>
          <a:r>
            <a:rPr lang="en-US" sz="4100" kern="1200"/>
            <a:t>Disadvantages:</a:t>
          </a:r>
        </a:p>
      </dsp:txBody>
      <dsp:txXfrm>
        <a:off x="409271" y="2187535"/>
        <a:ext cx="4784477" cy="109215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03C16-7451-4130-B4B9-DAC39B6D2132}" type="datetimeFigureOut">
              <a:rPr lang="en-PK" smtClean="0"/>
              <a:t>05/08/2023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40AA0F-A8D8-4D63-9DCC-92A9C37E7785}" type="slidenum">
              <a:rPr lang="en-PK" smtClean="0"/>
              <a:t>‹#›</a:t>
            </a:fld>
            <a:endParaRPr lang="en-PK"/>
          </a:p>
        </p:txBody>
      </p:sp>
    </p:spTree>
    <p:extLst>
      <p:ext uri="{BB962C8B-B14F-4D97-AF65-F5344CB8AC3E}">
        <p14:creationId xmlns:p14="http://schemas.microsoft.com/office/powerpoint/2010/main" val="545841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a:t>
            </a:fld>
            <a:endParaRPr lang="en-PK"/>
          </a:p>
        </p:txBody>
      </p:sp>
    </p:spTree>
    <p:extLst>
      <p:ext uri="{BB962C8B-B14F-4D97-AF65-F5344CB8AC3E}">
        <p14:creationId xmlns:p14="http://schemas.microsoft.com/office/powerpoint/2010/main" val="3257976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5</a:t>
            </a:fld>
            <a:endParaRPr lang="en-PK"/>
          </a:p>
        </p:txBody>
      </p:sp>
    </p:spTree>
    <p:extLst>
      <p:ext uri="{BB962C8B-B14F-4D97-AF65-F5344CB8AC3E}">
        <p14:creationId xmlns:p14="http://schemas.microsoft.com/office/powerpoint/2010/main" val="901064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0428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b="1"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879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8</a:t>
            </a:fld>
            <a:endParaRPr lang="en-PK"/>
          </a:p>
        </p:txBody>
      </p:sp>
    </p:spTree>
    <p:extLst>
      <p:ext uri="{BB962C8B-B14F-4D97-AF65-F5344CB8AC3E}">
        <p14:creationId xmlns:p14="http://schemas.microsoft.com/office/powerpoint/2010/main" val="680908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9</a:t>
            </a:fld>
            <a:endParaRPr lang="en-PK"/>
          </a:p>
        </p:txBody>
      </p:sp>
    </p:spTree>
    <p:extLst>
      <p:ext uri="{BB962C8B-B14F-4D97-AF65-F5344CB8AC3E}">
        <p14:creationId xmlns:p14="http://schemas.microsoft.com/office/powerpoint/2010/main" val="4242813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12</a:t>
            </a:fld>
            <a:endParaRPr lang="en-PK"/>
          </a:p>
        </p:txBody>
      </p:sp>
    </p:spTree>
    <p:extLst>
      <p:ext uri="{BB962C8B-B14F-4D97-AF65-F5344CB8AC3E}">
        <p14:creationId xmlns:p14="http://schemas.microsoft.com/office/powerpoint/2010/main" val="3384534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13</a:t>
            </a:fld>
            <a:endParaRPr lang="en-PK"/>
          </a:p>
        </p:txBody>
      </p:sp>
    </p:spTree>
    <p:extLst>
      <p:ext uri="{BB962C8B-B14F-4D97-AF65-F5344CB8AC3E}">
        <p14:creationId xmlns:p14="http://schemas.microsoft.com/office/powerpoint/2010/main" val="1243999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14</a:t>
            </a:fld>
            <a:endParaRPr lang="en-PK"/>
          </a:p>
        </p:txBody>
      </p:sp>
    </p:spTree>
    <p:extLst>
      <p:ext uri="{BB962C8B-B14F-4D97-AF65-F5344CB8AC3E}">
        <p14:creationId xmlns:p14="http://schemas.microsoft.com/office/powerpoint/2010/main" val="1479076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K" dirty="0"/>
          </a:p>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15</a:t>
            </a:fld>
            <a:endParaRPr lang="en-PK"/>
          </a:p>
        </p:txBody>
      </p:sp>
    </p:spTree>
    <p:extLst>
      <p:ext uri="{BB962C8B-B14F-4D97-AF65-F5344CB8AC3E}">
        <p14:creationId xmlns:p14="http://schemas.microsoft.com/office/powerpoint/2010/main" val="382591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16</a:t>
            </a:fld>
            <a:endParaRPr lang="en-PK"/>
          </a:p>
        </p:txBody>
      </p:sp>
    </p:spTree>
    <p:extLst>
      <p:ext uri="{BB962C8B-B14F-4D97-AF65-F5344CB8AC3E}">
        <p14:creationId xmlns:p14="http://schemas.microsoft.com/office/powerpoint/2010/main" val="3965500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17</a:t>
            </a:fld>
            <a:endParaRPr lang="en-PK"/>
          </a:p>
        </p:txBody>
      </p:sp>
    </p:spTree>
    <p:extLst>
      <p:ext uri="{BB962C8B-B14F-4D97-AF65-F5344CB8AC3E}">
        <p14:creationId xmlns:p14="http://schemas.microsoft.com/office/powerpoint/2010/main" val="2421236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18</a:t>
            </a:fld>
            <a:endParaRPr lang="en-PK"/>
          </a:p>
        </p:txBody>
      </p:sp>
    </p:spTree>
    <p:extLst>
      <p:ext uri="{BB962C8B-B14F-4D97-AF65-F5344CB8AC3E}">
        <p14:creationId xmlns:p14="http://schemas.microsoft.com/office/powerpoint/2010/main" val="303825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21</a:t>
            </a:fld>
            <a:endParaRPr lang="en-PK"/>
          </a:p>
        </p:txBody>
      </p:sp>
    </p:spTree>
    <p:extLst>
      <p:ext uri="{BB962C8B-B14F-4D97-AF65-F5344CB8AC3E}">
        <p14:creationId xmlns:p14="http://schemas.microsoft.com/office/powerpoint/2010/main" val="4256754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22</a:t>
            </a:fld>
            <a:endParaRPr lang="en-PK"/>
          </a:p>
        </p:txBody>
      </p:sp>
    </p:spTree>
    <p:extLst>
      <p:ext uri="{BB962C8B-B14F-4D97-AF65-F5344CB8AC3E}">
        <p14:creationId xmlns:p14="http://schemas.microsoft.com/office/powerpoint/2010/main" val="800402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23</a:t>
            </a:fld>
            <a:endParaRPr lang="en-PK"/>
          </a:p>
        </p:txBody>
      </p:sp>
    </p:spTree>
    <p:extLst>
      <p:ext uri="{BB962C8B-B14F-4D97-AF65-F5344CB8AC3E}">
        <p14:creationId xmlns:p14="http://schemas.microsoft.com/office/powerpoint/2010/main" val="4029300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24</a:t>
            </a:fld>
            <a:endParaRPr lang="en-PK"/>
          </a:p>
        </p:txBody>
      </p:sp>
    </p:spTree>
    <p:extLst>
      <p:ext uri="{BB962C8B-B14F-4D97-AF65-F5344CB8AC3E}">
        <p14:creationId xmlns:p14="http://schemas.microsoft.com/office/powerpoint/2010/main" val="3450132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25</a:t>
            </a:fld>
            <a:endParaRPr lang="en-PK"/>
          </a:p>
        </p:txBody>
      </p:sp>
    </p:spTree>
    <p:extLst>
      <p:ext uri="{BB962C8B-B14F-4D97-AF65-F5344CB8AC3E}">
        <p14:creationId xmlns:p14="http://schemas.microsoft.com/office/powerpoint/2010/main" val="1212553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40AA0F-A8D8-4D63-9DCC-92A9C37E7785}"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990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29</a:t>
            </a:fld>
            <a:endParaRPr lang="en-PK"/>
          </a:p>
        </p:txBody>
      </p:sp>
    </p:spTree>
    <p:extLst>
      <p:ext uri="{BB962C8B-B14F-4D97-AF65-F5344CB8AC3E}">
        <p14:creationId xmlns:p14="http://schemas.microsoft.com/office/powerpoint/2010/main" val="2386280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30</a:t>
            </a:fld>
            <a:endParaRPr lang="en-PK"/>
          </a:p>
        </p:txBody>
      </p:sp>
    </p:spTree>
    <p:extLst>
      <p:ext uri="{BB962C8B-B14F-4D97-AF65-F5344CB8AC3E}">
        <p14:creationId xmlns:p14="http://schemas.microsoft.com/office/powerpoint/2010/main" val="3279487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31</a:t>
            </a:fld>
            <a:endParaRPr lang="en-PK"/>
          </a:p>
        </p:txBody>
      </p:sp>
    </p:spTree>
    <p:extLst>
      <p:ext uri="{BB962C8B-B14F-4D97-AF65-F5344CB8AC3E}">
        <p14:creationId xmlns:p14="http://schemas.microsoft.com/office/powerpoint/2010/main" val="29487001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34</a:t>
            </a:fld>
            <a:endParaRPr lang="en-PK"/>
          </a:p>
        </p:txBody>
      </p:sp>
    </p:spTree>
    <p:extLst>
      <p:ext uri="{BB962C8B-B14F-4D97-AF65-F5344CB8AC3E}">
        <p14:creationId xmlns:p14="http://schemas.microsoft.com/office/powerpoint/2010/main" val="2595807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35</a:t>
            </a:fld>
            <a:endParaRPr lang="en-PK"/>
          </a:p>
        </p:txBody>
      </p:sp>
    </p:spTree>
    <p:extLst>
      <p:ext uri="{BB962C8B-B14F-4D97-AF65-F5344CB8AC3E}">
        <p14:creationId xmlns:p14="http://schemas.microsoft.com/office/powerpoint/2010/main" val="1759369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36</a:t>
            </a:fld>
            <a:endParaRPr lang="en-PK"/>
          </a:p>
        </p:txBody>
      </p:sp>
    </p:spTree>
    <p:extLst>
      <p:ext uri="{BB962C8B-B14F-4D97-AF65-F5344CB8AC3E}">
        <p14:creationId xmlns:p14="http://schemas.microsoft.com/office/powerpoint/2010/main" val="7039567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37</a:t>
            </a:fld>
            <a:endParaRPr lang="en-PK"/>
          </a:p>
        </p:txBody>
      </p:sp>
    </p:spTree>
    <p:extLst>
      <p:ext uri="{BB962C8B-B14F-4D97-AF65-F5344CB8AC3E}">
        <p14:creationId xmlns:p14="http://schemas.microsoft.com/office/powerpoint/2010/main" val="6738801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38</a:t>
            </a:fld>
            <a:endParaRPr lang="en-PK"/>
          </a:p>
        </p:txBody>
      </p:sp>
    </p:spTree>
    <p:extLst>
      <p:ext uri="{BB962C8B-B14F-4D97-AF65-F5344CB8AC3E}">
        <p14:creationId xmlns:p14="http://schemas.microsoft.com/office/powerpoint/2010/main" val="5264417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39</a:t>
            </a:fld>
            <a:endParaRPr lang="en-PK"/>
          </a:p>
        </p:txBody>
      </p:sp>
    </p:spTree>
    <p:extLst>
      <p:ext uri="{BB962C8B-B14F-4D97-AF65-F5344CB8AC3E}">
        <p14:creationId xmlns:p14="http://schemas.microsoft.com/office/powerpoint/2010/main" val="3252630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40</a:t>
            </a:fld>
            <a:endParaRPr lang="en-PK"/>
          </a:p>
        </p:txBody>
      </p:sp>
    </p:spTree>
    <p:extLst>
      <p:ext uri="{BB962C8B-B14F-4D97-AF65-F5344CB8AC3E}">
        <p14:creationId xmlns:p14="http://schemas.microsoft.com/office/powerpoint/2010/main" val="2930251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41</a:t>
            </a:fld>
            <a:endParaRPr lang="en-PK"/>
          </a:p>
        </p:txBody>
      </p:sp>
    </p:spTree>
    <p:extLst>
      <p:ext uri="{BB962C8B-B14F-4D97-AF65-F5344CB8AC3E}">
        <p14:creationId xmlns:p14="http://schemas.microsoft.com/office/powerpoint/2010/main" val="4103375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42</a:t>
            </a:fld>
            <a:endParaRPr lang="en-PK"/>
          </a:p>
        </p:txBody>
      </p:sp>
    </p:spTree>
    <p:extLst>
      <p:ext uri="{BB962C8B-B14F-4D97-AF65-F5344CB8AC3E}">
        <p14:creationId xmlns:p14="http://schemas.microsoft.com/office/powerpoint/2010/main" val="1741508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43</a:t>
            </a:fld>
            <a:endParaRPr lang="en-PK"/>
          </a:p>
        </p:txBody>
      </p:sp>
    </p:spTree>
    <p:extLst>
      <p:ext uri="{BB962C8B-B14F-4D97-AF65-F5344CB8AC3E}">
        <p14:creationId xmlns:p14="http://schemas.microsoft.com/office/powerpoint/2010/main" val="36155913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46</a:t>
            </a:fld>
            <a:endParaRPr lang="en-PK"/>
          </a:p>
        </p:txBody>
      </p:sp>
    </p:spTree>
    <p:extLst>
      <p:ext uri="{BB962C8B-B14F-4D97-AF65-F5344CB8AC3E}">
        <p14:creationId xmlns:p14="http://schemas.microsoft.com/office/powerpoint/2010/main" val="3813242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C340AA0F-A8D8-4D63-9DCC-92A9C37E7785}" type="slidenum">
              <a:rPr lang="en-PK" smtClean="0"/>
              <a:t>47</a:t>
            </a:fld>
            <a:endParaRPr lang="en-PK"/>
          </a:p>
        </p:txBody>
      </p:sp>
    </p:spTree>
    <p:extLst>
      <p:ext uri="{BB962C8B-B14F-4D97-AF65-F5344CB8AC3E}">
        <p14:creationId xmlns:p14="http://schemas.microsoft.com/office/powerpoint/2010/main" val="2749630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48</a:t>
            </a:fld>
            <a:endParaRPr lang="en-PK"/>
          </a:p>
        </p:txBody>
      </p:sp>
    </p:spTree>
    <p:extLst>
      <p:ext uri="{BB962C8B-B14F-4D97-AF65-F5344CB8AC3E}">
        <p14:creationId xmlns:p14="http://schemas.microsoft.com/office/powerpoint/2010/main" val="29224439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C340AA0F-A8D8-4D63-9DCC-92A9C37E7785}" type="slidenum">
              <a:rPr lang="en-PK" smtClean="0"/>
              <a:t>49</a:t>
            </a:fld>
            <a:endParaRPr lang="en-PK"/>
          </a:p>
        </p:txBody>
      </p:sp>
    </p:spTree>
    <p:extLst>
      <p:ext uri="{BB962C8B-B14F-4D97-AF65-F5344CB8AC3E}">
        <p14:creationId xmlns:p14="http://schemas.microsoft.com/office/powerpoint/2010/main" val="2625555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5/8/2023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4020193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5/8/2023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6362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5/8/2023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30524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5/8/2023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37681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5/8/2023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1971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5/8/2023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2137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5/8/2023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5902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5/8/2023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1372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5/8/2023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2785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5/8/2023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3676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5/8/2023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41676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5/8/2023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1843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2.png"/><Relationship Id="rId7" Type="http://schemas.openxmlformats.org/officeDocument/2006/relationships/diagramQuickStyle" Target="../diagrams/quickStyle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3.pn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pn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png"/><Relationship Id="rId7" Type="http://schemas.openxmlformats.org/officeDocument/2006/relationships/diagramQuickStyle" Target="../diagrams/quickStyle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3.png"/><Relationship Id="rId9" Type="http://schemas.microsoft.com/office/2007/relationships/diagramDrawing" Target="../diagrams/drawing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12.png"/><Relationship Id="rId7" Type="http://schemas.openxmlformats.org/officeDocument/2006/relationships/diagramQuickStyle" Target="../diagrams/quickStyle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13.png"/><Relationship Id="rId9" Type="http://schemas.microsoft.com/office/2007/relationships/diagramDrawing" Target="../diagrams/drawing5.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7.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png"/><Relationship Id="rId7" Type="http://schemas.openxmlformats.org/officeDocument/2006/relationships/diagramColors" Target="../diagrams/colors9.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png"/><Relationship Id="rId7" Type="http://schemas.openxmlformats.org/officeDocument/2006/relationships/diagramColors" Target="../diagrams/colors10.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1.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3.png"/><Relationship Id="rId7" Type="http://schemas.openxmlformats.org/officeDocument/2006/relationships/diagramColors" Target="../diagrams/colors1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2.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12.png"/><Relationship Id="rId7" Type="http://schemas.openxmlformats.org/officeDocument/2006/relationships/diagramQuickStyle" Target="../diagrams/quickStyle1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13.png"/><Relationship Id="rId9" Type="http://schemas.microsoft.com/office/2007/relationships/diagramDrawing" Target="../diagrams/drawing13.xml"/></Relationships>
</file>

<file path=ppt/slides/_rels/slide23.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3.png"/><Relationship Id="rId7" Type="http://schemas.openxmlformats.org/officeDocument/2006/relationships/diagramColors" Target="../diagrams/colors1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12.png"/><Relationship Id="rId7" Type="http://schemas.openxmlformats.org/officeDocument/2006/relationships/diagramQuickStyle" Target="../diagrams/quickStyle1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13.png"/><Relationship Id="rId9" Type="http://schemas.microsoft.com/office/2007/relationships/diagramDrawing" Target="../diagrams/drawing15.xml"/></Relationships>
</file>

<file path=ppt/slides/_rels/slide26.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3.png"/><Relationship Id="rId7" Type="http://schemas.openxmlformats.org/officeDocument/2006/relationships/diagramColors" Target="../diagrams/colors16.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diagramColors" Target="../diagrams/colors18.xml"/><Relationship Id="rId3" Type="http://schemas.openxmlformats.org/officeDocument/2006/relationships/image" Target="../media/image12.png"/><Relationship Id="rId7" Type="http://schemas.openxmlformats.org/officeDocument/2006/relationships/diagramQuickStyle" Target="../diagrams/quickStyle18.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Layout" Target="../diagrams/layout18.xml"/><Relationship Id="rId5" Type="http://schemas.openxmlformats.org/officeDocument/2006/relationships/diagramData" Target="../diagrams/data18.xml"/><Relationship Id="rId4" Type="http://schemas.openxmlformats.org/officeDocument/2006/relationships/image" Target="../media/image13.png"/><Relationship Id="rId9" Type="http://schemas.microsoft.com/office/2007/relationships/diagramDrawing" Target="../diagrams/drawing18.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diagramColors" Target="../diagrams/colors20.xml"/><Relationship Id="rId3" Type="http://schemas.openxmlformats.org/officeDocument/2006/relationships/image" Target="../media/image12.png"/><Relationship Id="rId7" Type="http://schemas.openxmlformats.org/officeDocument/2006/relationships/diagramQuickStyle" Target="../diagrams/quickStyle20.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Layout" Target="../diagrams/layout20.xml"/><Relationship Id="rId5" Type="http://schemas.openxmlformats.org/officeDocument/2006/relationships/diagramData" Target="../diagrams/data20.xml"/><Relationship Id="rId4" Type="http://schemas.openxmlformats.org/officeDocument/2006/relationships/image" Target="../media/image13.png"/><Relationship Id="rId9" Type="http://schemas.microsoft.com/office/2007/relationships/diagramDrawing" Target="../diagrams/drawing20.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21.xml"/><Relationship Id="rId3" Type="http://schemas.openxmlformats.org/officeDocument/2006/relationships/image" Target="../media/image12.png"/><Relationship Id="rId7" Type="http://schemas.openxmlformats.org/officeDocument/2006/relationships/diagramQuickStyle" Target="../diagrams/quickStyle2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Layout" Target="../diagrams/layout21.xml"/><Relationship Id="rId5" Type="http://schemas.openxmlformats.org/officeDocument/2006/relationships/diagramData" Target="../diagrams/data21.xml"/><Relationship Id="rId4" Type="http://schemas.openxmlformats.org/officeDocument/2006/relationships/image" Target="../media/image13.png"/><Relationship Id="rId9" Type="http://schemas.microsoft.com/office/2007/relationships/diagramDrawing" Target="../diagrams/drawing21.xml"/></Relationships>
</file>

<file path=ppt/slides/_rels/slide37.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3.png"/><Relationship Id="rId7" Type="http://schemas.openxmlformats.org/officeDocument/2006/relationships/diagramColors" Target="../diagrams/colors2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diagramColors" Target="../diagrams/colors23.xml"/><Relationship Id="rId3" Type="http://schemas.openxmlformats.org/officeDocument/2006/relationships/image" Target="../media/image12.png"/><Relationship Id="rId7" Type="http://schemas.openxmlformats.org/officeDocument/2006/relationships/diagramQuickStyle" Target="../diagrams/quickStyle2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Layout" Target="../diagrams/layout23.xml"/><Relationship Id="rId5" Type="http://schemas.openxmlformats.org/officeDocument/2006/relationships/diagramData" Target="../diagrams/data23.xml"/><Relationship Id="rId4" Type="http://schemas.openxmlformats.org/officeDocument/2006/relationships/image" Target="../media/image13.png"/><Relationship Id="rId9" Type="http://schemas.microsoft.com/office/2007/relationships/diagramDrawing" Target="../diagrams/drawing23.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0.jpg"/></Relationships>
</file>

<file path=ppt/slides/_rels/slide41.xml.rels><?xml version="1.0" encoding="UTF-8" standalone="yes"?>
<Relationships xmlns="http://schemas.openxmlformats.org/package/2006/relationships"><Relationship Id="rId8" Type="http://schemas.openxmlformats.org/officeDocument/2006/relationships/diagramColors" Target="../diagrams/colors24.xml"/><Relationship Id="rId3" Type="http://schemas.openxmlformats.org/officeDocument/2006/relationships/image" Target="../media/image12.png"/><Relationship Id="rId7" Type="http://schemas.openxmlformats.org/officeDocument/2006/relationships/diagramQuickStyle" Target="../diagrams/quickStyle24.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Layout" Target="../diagrams/layout24.xml"/><Relationship Id="rId5" Type="http://schemas.openxmlformats.org/officeDocument/2006/relationships/diagramData" Target="../diagrams/data24.xml"/><Relationship Id="rId4" Type="http://schemas.openxmlformats.org/officeDocument/2006/relationships/image" Target="../media/image13.png"/><Relationship Id="rId9" Type="http://schemas.microsoft.com/office/2007/relationships/diagramDrawing" Target="../diagrams/drawing24.xml"/></Relationships>
</file>

<file path=ppt/slides/_rels/slide42.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3.png"/><Relationship Id="rId7" Type="http://schemas.openxmlformats.org/officeDocument/2006/relationships/diagramColors" Target="../diagrams/colors2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25.xml"/><Relationship Id="rId5" Type="http://schemas.openxmlformats.org/officeDocument/2006/relationships/diagramLayout" Target="../diagrams/layout25.xml"/><Relationship Id="rId4" Type="http://schemas.openxmlformats.org/officeDocument/2006/relationships/diagramData" Target="../diagrams/data25.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0.jp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diagramColors" Target="../diagrams/colors27.xml"/><Relationship Id="rId3" Type="http://schemas.openxmlformats.org/officeDocument/2006/relationships/image" Target="../media/image12.png"/><Relationship Id="rId7" Type="http://schemas.openxmlformats.org/officeDocument/2006/relationships/diagramQuickStyle" Target="../diagrams/quickStyle27.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Layout" Target="../diagrams/layout27.xml"/><Relationship Id="rId5" Type="http://schemas.openxmlformats.org/officeDocument/2006/relationships/diagramData" Target="../diagrams/data27.xml"/><Relationship Id="rId4" Type="http://schemas.openxmlformats.org/officeDocument/2006/relationships/image" Target="../media/image13.png"/><Relationship Id="rId9" Type="http://schemas.microsoft.com/office/2007/relationships/diagramDrawing" Target="../diagrams/drawing27.xml"/></Relationships>
</file>

<file path=ppt/slides/_rels/slide48.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3.png"/><Relationship Id="rId7" Type="http://schemas.openxmlformats.org/officeDocument/2006/relationships/diagramColors" Target="../diagrams/colors28.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s>
</file>

<file path=ppt/slides/_rels/slide49.xml.rels><?xml version="1.0" encoding="UTF-8" standalone="yes"?>
<Relationships xmlns="http://schemas.openxmlformats.org/package/2006/relationships"><Relationship Id="rId8" Type="http://schemas.microsoft.com/office/2007/relationships/diagramDrawing" Target="../diagrams/drawing29.xml"/><Relationship Id="rId3" Type="http://schemas.openxmlformats.org/officeDocument/2006/relationships/image" Target="../media/image3.png"/><Relationship Id="rId7" Type="http://schemas.openxmlformats.org/officeDocument/2006/relationships/diagramColors" Target="../diagrams/colors29.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29.xml"/><Relationship Id="rId5" Type="http://schemas.openxmlformats.org/officeDocument/2006/relationships/diagramLayout" Target="../diagrams/layout29.xml"/><Relationship Id="rId4" Type="http://schemas.openxmlformats.org/officeDocument/2006/relationships/diagramData" Target="../diagrams/data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5996628" y="-1308"/>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657546" y="5044611"/>
            <a:ext cx="10183872" cy="1438381"/>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108284" y="-12211"/>
            <a:ext cx="5205168" cy="3935986"/>
          </a:xfrm>
        </p:spPr>
        <p:txBody>
          <a:bodyPr vert="horz" lIns="91440" tIns="45720" rIns="91440" bIns="45720" rtlCol="0" anchor="b">
            <a:normAutofit/>
          </a:bodyPr>
          <a:lstStyle/>
          <a:p>
            <a:pPr algn="just"/>
            <a:r>
              <a:rPr lang="en-US" altLang="en-PK" sz="2800" dirty="0">
                <a:solidFill>
                  <a:schemeClr val="tx2"/>
                </a:solidFill>
                <a:latin typeface="Arial" panose="020B0604020202020204" pitchFamily="34" charset="0"/>
                <a:cs typeface="Arial" panose="020B0604020202020204" pitchFamily="34" charset="0"/>
              </a:rPr>
              <a:t>Dr. Muhammad </a:t>
            </a:r>
            <a:r>
              <a:rPr lang="en-US" altLang="en-PK" sz="2800" dirty="0" err="1">
                <a:solidFill>
                  <a:schemeClr val="tx2"/>
                </a:solidFill>
                <a:latin typeface="Arial" panose="020B0604020202020204" pitchFamily="34" charset="0"/>
                <a:cs typeface="Arial" panose="020B0604020202020204" pitchFamily="34" charset="0"/>
              </a:rPr>
              <a:t>Anwaar</a:t>
            </a:r>
            <a:r>
              <a:rPr lang="en-US" altLang="en-PK" sz="2800" dirty="0">
                <a:solidFill>
                  <a:schemeClr val="tx2"/>
                </a:solidFill>
                <a:latin typeface="Arial" panose="020B0604020202020204" pitchFamily="34" charset="0"/>
                <a:cs typeface="Arial" panose="020B0604020202020204" pitchFamily="34" charset="0"/>
              </a:rPr>
              <a:t> Saeed</a:t>
            </a:r>
          </a:p>
          <a:p>
            <a:pPr algn="just"/>
            <a:r>
              <a:rPr lang="en-US" altLang="en-PK" sz="2800" dirty="0">
                <a:solidFill>
                  <a:schemeClr val="tx2"/>
                </a:solidFill>
                <a:latin typeface="Arial" panose="020B0604020202020204" pitchFamily="34" charset="0"/>
                <a:cs typeface="Arial" panose="020B0604020202020204" pitchFamily="34" charset="0"/>
              </a:rPr>
              <a:t>Dr. Said Nabi</a:t>
            </a:r>
          </a:p>
          <a:p>
            <a:pPr algn="just"/>
            <a:r>
              <a:rPr lang="en-US" altLang="en-PK" sz="2800" dirty="0">
                <a:solidFill>
                  <a:schemeClr val="tx2"/>
                </a:solidFill>
                <a:latin typeface="Arial" panose="020B0604020202020204" pitchFamily="34" charset="0"/>
                <a:cs typeface="Arial" panose="020B0604020202020204" pitchFamily="34" charset="0"/>
              </a:rPr>
              <a:t>Ms. Hina Ishaq</a:t>
            </a:r>
          </a:p>
          <a:p>
            <a:pPr indent="-228600" algn="l">
              <a:buFont typeface="Arial" panose="020B0604020202020204" pitchFamily="34" charset="0"/>
              <a:buChar char="•"/>
            </a:pPr>
            <a:endParaRPr lang="en-US" sz="1800" dirty="0">
              <a:solidFill>
                <a:schemeClr val="tx2"/>
              </a:solidFill>
            </a:endParaRPr>
          </a:p>
        </p:txBody>
      </p:sp>
      <p:pic>
        <p:nvPicPr>
          <p:cNvPr id="6" name="Picture 5" descr="Logo&#10;&#10;Description automatically generated">
            <a:extLst>
              <a:ext uri="{FF2B5EF4-FFF2-40B4-BE49-F238E27FC236}">
                <a16:creationId xmlns:a16="http://schemas.microsoft.com/office/drawing/2014/main" id="{694E1E48-9782-AD50-E256-2B5B4CE33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
            <a:ext cx="1773304" cy="1125608"/>
          </a:xfrm>
          <a:prstGeom prst="rect">
            <a:avLst/>
          </a:prstGeom>
        </p:spPr>
      </p:pic>
    </p:spTree>
    <p:extLst>
      <p:ext uri="{BB962C8B-B14F-4D97-AF65-F5344CB8AC3E}">
        <p14:creationId xmlns:p14="http://schemas.microsoft.com/office/powerpoint/2010/main" val="356019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Introduction to Fault Tolerance</a:t>
            </a:r>
          </a:p>
        </p:txBody>
      </p:sp>
    </p:spTree>
    <p:extLst>
      <p:ext uri="{BB962C8B-B14F-4D97-AF65-F5344CB8AC3E}">
        <p14:creationId xmlns:p14="http://schemas.microsoft.com/office/powerpoint/2010/main" val="476638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127961927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914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ea typeface="ＭＳ Ｐゴシック" panose="020B0600070205080204" pitchFamily="34" charset="-128"/>
              </a:rPr>
              <a:t>Fault Tolerance</a:t>
            </a: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105025"/>
            <a:ext cx="8796337" cy="4192588"/>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 fault-tolerance system is one that </a:t>
            </a:r>
            <a:r>
              <a:rPr lang="en-US" altLang="en-PK" u="sng" dirty="0">
                <a:solidFill>
                  <a:srgbClr val="0033CC"/>
                </a:solidFill>
                <a:latin typeface="Arial" panose="020B0604020202020204" pitchFamily="34" charset="0"/>
                <a:ea typeface="ＭＳ Ｐゴシック" panose="020B0600070205080204" pitchFamily="34" charset="-128"/>
                <a:cs typeface="Arial" panose="020B0604020202020204" pitchFamily="34" charset="0"/>
              </a:rPr>
              <a:t>continues to provide the required functionality</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 in the presence of </a:t>
            </a:r>
            <a:r>
              <a:rPr lang="en-US" altLang="en-PK"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fault/failure</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3370179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a:bodyPr>
          <a:lstStyle/>
          <a:p>
            <a:r>
              <a:rPr lang="en-US" altLang="en-PK" dirty="0">
                <a:solidFill>
                  <a:schemeClr val="tx2"/>
                </a:solidFill>
                <a:ea typeface="ＭＳ Ｐゴシック" panose="020B0600070205080204" pitchFamily="34" charset="-128"/>
              </a:rPr>
              <a:t>Fault Tolerance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F8058F4E-6448-5C9A-178E-E00A79BA8990}"/>
              </a:ext>
            </a:extLst>
          </p:cNvPr>
          <p:cNvGraphicFramePr>
            <a:graphicFrameLocks noGrp="1"/>
          </p:cNvGraphicFramePr>
          <p:nvPr>
            <p:ph idx="1"/>
            <p:extLst>
              <p:ext uri="{D42A27DB-BD31-4B8C-83A1-F6EECF244321}">
                <p14:modId xmlns:p14="http://schemas.microsoft.com/office/powerpoint/2010/main" val="584930975"/>
              </p:ext>
            </p:extLst>
          </p:nvPr>
        </p:nvGraphicFramePr>
        <p:xfrm>
          <a:off x="996593" y="1839074"/>
          <a:ext cx="10253609" cy="44591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3117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0FCA9D39-C6BB-4395-9481-7D11F4C6909F}"/>
                                            </p:graphicEl>
                                          </p:spTgt>
                                        </p:tgtEl>
                                        <p:attrNameLst>
                                          <p:attrName>style.visibility</p:attrName>
                                        </p:attrNameLst>
                                      </p:cBhvr>
                                      <p:to>
                                        <p:strVal val="visible"/>
                                      </p:to>
                                    </p:set>
                                    <p:anim calcmode="lin" valueType="num">
                                      <p:cBhvr additive="base">
                                        <p:cTn id="7" dur="500" fill="hold"/>
                                        <p:tgtEl>
                                          <p:spTgt spid="3">
                                            <p:graphicEl>
                                              <a:dgm id="{0FCA9D39-C6BB-4395-9481-7D11F4C6909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0FCA9D39-C6BB-4395-9481-7D11F4C6909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047A4F0A-0B8D-48BA-9910-E99A2C2A8EFF}"/>
                                            </p:graphicEl>
                                          </p:spTgt>
                                        </p:tgtEl>
                                        <p:attrNameLst>
                                          <p:attrName>style.visibility</p:attrName>
                                        </p:attrNameLst>
                                      </p:cBhvr>
                                      <p:to>
                                        <p:strVal val="visible"/>
                                      </p:to>
                                    </p:set>
                                    <p:anim calcmode="lin" valueType="num">
                                      <p:cBhvr additive="base">
                                        <p:cTn id="13" dur="500" fill="hold"/>
                                        <p:tgtEl>
                                          <p:spTgt spid="3">
                                            <p:graphicEl>
                                              <a:dgm id="{047A4F0A-0B8D-48BA-9910-E99A2C2A8EF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047A4F0A-0B8D-48BA-9910-E99A2C2A8EFF}"/>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graphicEl>
                                              <a:dgm id="{418CB92C-366C-4FF8-97AC-66FBD22B220C}"/>
                                            </p:graphicEl>
                                          </p:spTgt>
                                        </p:tgtEl>
                                        <p:attrNameLst>
                                          <p:attrName>style.visibility</p:attrName>
                                        </p:attrNameLst>
                                      </p:cBhvr>
                                      <p:to>
                                        <p:strVal val="visible"/>
                                      </p:to>
                                    </p:set>
                                    <p:anim calcmode="lin" valueType="num">
                                      <p:cBhvr additive="base">
                                        <p:cTn id="19" dur="500" fill="hold"/>
                                        <p:tgtEl>
                                          <p:spTgt spid="3">
                                            <p:graphicEl>
                                              <a:dgm id="{418CB92C-366C-4FF8-97AC-66FBD22B220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418CB92C-366C-4FF8-97AC-66FBD22B220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2" name="Picture 5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54" name="Rectangle 53">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a:extLst>
              <a:ext uri="{FF2B5EF4-FFF2-40B4-BE49-F238E27FC236}">
                <a16:creationId xmlns:a16="http://schemas.microsoft.com/office/drawing/2014/main" id="{1F491198-AF87-4E71-AAD9-AE427363C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8" name="Rectangle 57">
            <a:extLst>
              <a:ext uri="{FF2B5EF4-FFF2-40B4-BE49-F238E27FC236}">
                <a16:creationId xmlns:a16="http://schemas.microsoft.com/office/drawing/2014/main" id="{4C2E1C05-3303-4DCD-9685-3BDE5AEFE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84319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0" name="Rectangle 59">
            <a:extLst>
              <a:ext uri="{FF2B5EF4-FFF2-40B4-BE49-F238E27FC236}">
                <a16:creationId xmlns:a16="http://schemas.microsoft.com/office/drawing/2014/main" id="{D7F2E59A-66C6-4BE2-B3FB-D5DE585D2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0"/>
            <a:ext cx="12191999" cy="1833647"/>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169452"/>
            <a:ext cx="10750570" cy="1514105"/>
          </a:xfrm>
        </p:spPr>
        <p:txBody>
          <a:bodyPr vert="horz" lIns="91440" tIns="45720" rIns="91440" bIns="45720" rtlCol="0" anchor="b">
            <a:normAutofit/>
          </a:bodyPr>
          <a:lstStyle/>
          <a:p>
            <a:r>
              <a:rPr lang="en-US" altLang="en-PK" sz="5400"/>
              <a:t>Fault Classification</a:t>
            </a:r>
            <a:endParaRPr lang="en-US" sz="5400"/>
          </a:p>
        </p:txBody>
      </p:sp>
      <p:graphicFrame>
        <p:nvGraphicFramePr>
          <p:cNvPr id="3" name="Content Placeholder 2">
            <a:extLst>
              <a:ext uri="{FF2B5EF4-FFF2-40B4-BE49-F238E27FC236}">
                <a16:creationId xmlns:a16="http://schemas.microsoft.com/office/drawing/2014/main" id="{776612B4-056B-DF0B-4AD7-BD6C5940D955}"/>
              </a:ext>
            </a:extLst>
          </p:cNvPr>
          <p:cNvGraphicFramePr>
            <a:graphicFrameLocks noGrp="1"/>
          </p:cNvGraphicFramePr>
          <p:nvPr>
            <p:ph idx="1"/>
            <p:extLst>
              <p:ext uri="{D42A27DB-BD31-4B8C-83A1-F6EECF244321}">
                <p14:modId xmlns:p14="http://schemas.microsoft.com/office/powerpoint/2010/main" val="1918285786"/>
              </p:ext>
            </p:extLst>
          </p:nvPr>
        </p:nvGraphicFramePr>
        <p:xfrm>
          <a:off x="838199" y="2198687"/>
          <a:ext cx="10515600" cy="42322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22418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52" name="Picture 51">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54" name="Rectangle 53">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a:extLst>
              <a:ext uri="{FF2B5EF4-FFF2-40B4-BE49-F238E27FC236}">
                <a16:creationId xmlns:a16="http://schemas.microsoft.com/office/drawing/2014/main" id="{1F491198-AF87-4E71-AAD9-AE427363C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8" name="Rectangle 57">
            <a:extLst>
              <a:ext uri="{FF2B5EF4-FFF2-40B4-BE49-F238E27FC236}">
                <a16:creationId xmlns:a16="http://schemas.microsoft.com/office/drawing/2014/main" id="{4C2E1C05-3303-4DCD-9685-3BDE5AEFE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84319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0" name="Rectangle 59">
            <a:extLst>
              <a:ext uri="{FF2B5EF4-FFF2-40B4-BE49-F238E27FC236}">
                <a16:creationId xmlns:a16="http://schemas.microsoft.com/office/drawing/2014/main" id="{D7F2E59A-66C6-4BE2-B3FB-D5DE585D2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0"/>
            <a:ext cx="12191999" cy="1833647"/>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169452"/>
            <a:ext cx="10750570" cy="1514105"/>
          </a:xfrm>
        </p:spPr>
        <p:txBody>
          <a:bodyPr vert="horz" lIns="91440" tIns="45720" rIns="91440" bIns="45720" rtlCol="0" anchor="b">
            <a:normAutofit/>
          </a:bodyPr>
          <a:lstStyle/>
          <a:p>
            <a:r>
              <a:rPr lang="en-US" altLang="en-PK" sz="5400"/>
              <a:t>Failure Classification</a:t>
            </a:r>
            <a:endParaRPr lang="en-US" sz="5400"/>
          </a:p>
        </p:txBody>
      </p:sp>
      <p:graphicFrame>
        <p:nvGraphicFramePr>
          <p:cNvPr id="4" name="Content Placeholder 3">
            <a:extLst>
              <a:ext uri="{FF2B5EF4-FFF2-40B4-BE49-F238E27FC236}">
                <a16:creationId xmlns:a16="http://schemas.microsoft.com/office/drawing/2014/main" id="{468932C0-4D04-6E28-1DDE-4796A56A7F31}"/>
              </a:ext>
            </a:extLst>
          </p:cNvPr>
          <p:cNvGraphicFramePr>
            <a:graphicFrameLocks noGrp="1"/>
          </p:cNvGraphicFramePr>
          <p:nvPr>
            <p:ph idx="1"/>
            <p:extLst>
              <p:ext uri="{D42A27DB-BD31-4B8C-83A1-F6EECF244321}">
                <p14:modId xmlns:p14="http://schemas.microsoft.com/office/powerpoint/2010/main" val="1956384032"/>
              </p:ext>
            </p:extLst>
          </p:nvPr>
        </p:nvGraphicFramePr>
        <p:xfrm>
          <a:off x="838199" y="2133599"/>
          <a:ext cx="10685799" cy="40116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6556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tLang="en-PK">
                <a:ea typeface="ＭＳ Ｐゴシック" panose="020B0600070205080204" pitchFamily="34" charset="-128"/>
              </a:rPr>
              <a:t>Failure Masking</a:t>
            </a:r>
            <a:endParaRPr lang="en-PK"/>
          </a:p>
        </p:txBody>
      </p:sp>
      <p:sp>
        <p:nvSpPr>
          <p:cNvPr id="6" name="Content Placeholder 5">
            <a:extLst>
              <a:ext uri="{FF2B5EF4-FFF2-40B4-BE49-F238E27FC236}">
                <a16:creationId xmlns:a16="http://schemas.microsoft.com/office/drawing/2014/main" id="{36DC2FBC-4332-9DAC-59D5-1249A6A6E755}"/>
              </a:ext>
            </a:extLst>
          </p:cNvPr>
          <p:cNvSpPr>
            <a:spLocks noGrp="1"/>
          </p:cNvSpPr>
          <p:nvPr>
            <p:ph idx="1"/>
          </p:nvPr>
        </p:nvSpPr>
        <p:spPr>
          <a:xfrm>
            <a:off x="1185756" y="2362200"/>
            <a:ext cx="8796444" cy="3638550"/>
          </a:xfrm>
        </p:spPr>
        <p:txBody>
          <a:bodyPr anchor="ctr">
            <a:normAutofit/>
          </a:bodyPr>
          <a:lstStyle/>
          <a:p>
            <a:pPr marL="0" indent="0" algn="ctr">
              <a:buNone/>
            </a:pPr>
            <a:r>
              <a:rPr lang="en-US" b="0" i="0" dirty="0">
                <a:solidFill>
                  <a:schemeClr val="tx1">
                    <a:alpha val="80000"/>
                  </a:schemeClr>
                </a:solidFill>
                <a:effectLst/>
                <a:latin typeface="Arial" panose="020B0604020202020204" pitchFamily="34" charset="0"/>
                <a:cs typeface="Arial" panose="020B0604020202020204" pitchFamily="34" charset="0"/>
              </a:rPr>
              <a:t>“Failure masking is a </a:t>
            </a:r>
            <a:r>
              <a:rPr lang="en-US" b="0" i="0" u="sng" dirty="0">
                <a:solidFill>
                  <a:srgbClr val="0033CC">
                    <a:alpha val="80000"/>
                  </a:srgbClr>
                </a:solidFill>
                <a:effectLst/>
                <a:latin typeface="Arial" panose="020B0604020202020204" pitchFamily="34" charset="0"/>
                <a:cs typeface="Arial" panose="020B0604020202020204" pitchFamily="34" charset="0"/>
              </a:rPr>
              <a:t>fault tolerance technique </a:t>
            </a:r>
            <a:r>
              <a:rPr lang="en-US" b="0" i="0" dirty="0">
                <a:solidFill>
                  <a:schemeClr val="tx1">
                    <a:alpha val="80000"/>
                  </a:schemeClr>
                </a:solidFill>
                <a:effectLst/>
                <a:latin typeface="Arial" panose="020B0604020202020204" pitchFamily="34" charset="0"/>
                <a:cs typeface="Arial" panose="020B0604020202020204" pitchFamily="34" charset="0"/>
              </a:rPr>
              <a:t>that hides occurrence of failures from other processes.”</a:t>
            </a:r>
          </a:p>
        </p:txBody>
      </p:sp>
    </p:spTree>
    <p:extLst>
      <p:ext uri="{BB962C8B-B14F-4D97-AF65-F5344CB8AC3E}">
        <p14:creationId xmlns:p14="http://schemas.microsoft.com/office/powerpoint/2010/main" val="253736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a:bodyPr>
          <a:lstStyle/>
          <a:p>
            <a:r>
              <a:rPr lang="en-US" altLang="en-PK" dirty="0">
                <a:solidFill>
                  <a:schemeClr val="tx2"/>
                </a:solidFill>
                <a:ea typeface="ＭＳ Ｐゴシック" panose="020B0600070205080204" pitchFamily="34" charset="-128"/>
              </a:rPr>
              <a:t>Failure Masking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494F96D5-C6F5-A4EC-3801-1C9E27807DFF}"/>
              </a:ext>
            </a:extLst>
          </p:cNvPr>
          <p:cNvGraphicFramePr>
            <a:graphicFrameLocks noGrp="1"/>
          </p:cNvGraphicFramePr>
          <p:nvPr>
            <p:ph idx="1"/>
            <p:extLst>
              <p:ext uri="{D42A27DB-BD31-4B8C-83A1-F6EECF244321}">
                <p14:modId xmlns:p14="http://schemas.microsoft.com/office/powerpoint/2010/main" val="1686050831"/>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86731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Process Resilience</a:t>
            </a:r>
          </a:p>
        </p:txBody>
      </p:sp>
    </p:spTree>
    <p:extLst>
      <p:ext uri="{BB962C8B-B14F-4D97-AF65-F5344CB8AC3E}">
        <p14:creationId xmlns:p14="http://schemas.microsoft.com/office/powerpoint/2010/main" val="1903279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13410519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237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sz="4400" b="1" dirty="0">
                <a:latin typeface="Arial" panose="020B0604020202020204" pitchFamily="34" charset="0"/>
                <a:cs typeface="Arial" panose="020B0604020202020204" pitchFamily="34" charset="0"/>
              </a:rPr>
              <a:t>Process Resilience</a:t>
            </a:r>
            <a:br>
              <a:rPr lang="en-US" sz="4400" b="1" dirty="0">
                <a:solidFill>
                  <a:schemeClr val="tx2"/>
                </a:solidFill>
                <a:latin typeface="Arial" panose="020B0604020202020204" pitchFamily="34" charset="0"/>
                <a:cs typeface="Arial" panose="020B0604020202020204" pitchFamily="34" charset="0"/>
              </a:rPr>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0"/>
            <a:ext cx="8796337" cy="3476625"/>
          </a:xfrm>
        </p:spPr>
        <p:txBody>
          <a:bodyPr anchor="ctr">
            <a:noAutofit/>
          </a:bodyPr>
          <a:lstStyle/>
          <a:p>
            <a:pPr marL="0" indent="0" algn="ctr" eaLnBrk="1" hangingPunct="1">
              <a:buNone/>
            </a:pPr>
            <a:r>
              <a:rPr lang="en-US"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r>
              <a:rPr lang="en-US" dirty="0">
                <a:solidFill>
                  <a:schemeClr val="tx1"/>
                </a:solidFill>
                <a:latin typeface="Arial" panose="020B0604020202020204" pitchFamily="34" charset="0"/>
                <a:cs typeface="Arial" panose="020B0604020202020204" pitchFamily="34" charset="0"/>
              </a:rPr>
              <a:t>Process resilience incorporates techniques by which one or more processes can fail without seriously disturbing the rest of the system.</a:t>
            </a:r>
            <a:r>
              <a:rPr lang="en-US"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5815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97" name="Rectangle 96">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1" y="381001"/>
            <a:ext cx="9988166" cy="1132840"/>
          </a:xfrm>
        </p:spPr>
        <p:txBody>
          <a:bodyPr anchor="b">
            <a:normAutofit/>
          </a:bodyPr>
          <a:lstStyle/>
          <a:p>
            <a:pPr algn="ctr"/>
            <a:r>
              <a:rPr lang="en-US" b="1" dirty="0">
                <a:solidFill>
                  <a:schemeClr val="tx2"/>
                </a:solidFill>
                <a:latin typeface="Arial" panose="020B0604020202020204" pitchFamily="34" charset="0"/>
                <a:cs typeface="Arial" panose="020B0604020202020204" pitchFamily="34" charset="0"/>
              </a:rPr>
              <a:t>Process Resilience</a:t>
            </a:r>
            <a:r>
              <a:rPr 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r>
              <a:rPr lang="en-US"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Cont</a:t>
            </a:r>
            <a:r>
              <a:rPr 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t>
            </a:r>
            <a:endParaRPr lang="en-PK" dirty="0">
              <a:solidFill>
                <a:schemeClr val="tx2"/>
              </a:solidFill>
            </a:endParaRPr>
          </a:p>
        </p:txBody>
      </p:sp>
      <p:graphicFrame>
        <p:nvGraphicFramePr>
          <p:cNvPr id="63" name="Rectangle 3">
            <a:extLst>
              <a:ext uri="{FF2B5EF4-FFF2-40B4-BE49-F238E27FC236}">
                <a16:creationId xmlns:a16="http://schemas.microsoft.com/office/drawing/2014/main" id="{EA0ABA8A-298D-C61C-FA51-E6D1FB4694A2}"/>
              </a:ext>
            </a:extLst>
          </p:cNvPr>
          <p:cNvGraphicFramePr>
            <a:graphicFrameLocks noGrp="1"/>
          </p:cNvGraphicFramePr>
          <p:nvPr>
            <p:ph idx="1"/>
            <p:extLst>
              <p:ext uri="{D42A27DB-BD31-4B8C-83A1-F6EECF244321}">
                <p14:modId xmlns:p14="http://schemas.microsoft.com/office/powerpoint/2010/main" val="3041311871"/>
              </p:ext>
            </p:extLst>
          </p:nvPr>
        </p:nvGraphicFramePr>
        <p:xfrm>
          <a:off x="838199" y="1971040"/>
          <a:ext cx="10716491" cy="4158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631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
                                            <p:graphicEl>
                                              <a:dgm id="{A1AF6CD1-452D-499F-9D16-A3C054F476A1}"/>
                                            </p:graphicEl>
                                          </p:spTgt>
                                        </p:tgtEl>
                                        <p:attrNameLst>
                                          <p:attrName>style.visibility</p:attrName>
                                        </p:attrNameLst>
                                      </p:cBhvr>
                                      <p:to>
                                        <p:strVal val="visible"/>
                                      </p:to>
                                    </p:set>
                                    <p:anim calcmode="lin" valueType="num">
                                      <p:cBhvr additive="base">
                                        <p:cTn id="7" dur="500" fill="hold"/>
                                        <p:tgtEl>
                                          <p:spTgt spid="63">
                                            <p:graphicEl>
                                              <a:dgm id="{A1AF6CD1-452D-499F-9D16-A3C054F476A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3">
                                            <p:graphicEl>
                                              <a:dgm id="{A1AF6CD1-452D-499F-9D16-A3C054F476A1}"/>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3">
                                            <p:graphicEl>
                                              <a:dgm id="{8529D359-7B53-42A4-BA63-0F8039B52711}"/>
                                            </p:graphicEl>
                                          </p:spTgt>
                                        </p:tgtEl>
                                        <p:attrNameLst>
                                          <p:attrName>style.visibility</p:attrName>
                                        </p:attrNameLst>
                                      </p:cBhvr>
                                      <p:to>
                                        <p:strVal val="visible"/>
                                      </p:to>
                                    </p:set>
                                    <p:anim calcmode="lin" valueType="num">
                                      <p:cBhvr additive="base">
                                        <p:cTn id="11" dur="500" fill="hold"/>
                                        <p:tgtEl>
                                          <p:spTgt spid="63">
                                            <p:graphicEl>
                                              <a:dgm id="{8529D359-7B53-42A4-BA63-0F8039B52711}"/>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
                                            <p:graphicEl>
                                              <a:dgm id="{8529D359-7B53-42A4-BA63-0F8039B52711}"/>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3">
                                            <p:graphicEl>
                                              <a:dgm id="{675443A3-FF69-4DEB-A0A6-F6A5CE91E7E8}"/>
                                            </p:graphicEl>
                                          </p:spTgt>
                                        </p:tgtEl>
                                        <p:attrNameLst>
                                          <p:attrName>style.visibility</p:attrName>
                                        </p:attrNameLst>
                                      </p:cBhvr>
                                      <p:to>
                                        <p:strVal val="visible"/>
                                      </p:to>
                                    </p:set>
                                    <p:anim calcmode="lin" valueType="num">
                                      <p:cBhvr additive="base">
                                        <p:cTn id="17" dur="500" fill="hold"/>
                                        <p:tgtEl>
                                          <p:spTgt spid="63">
                                            <p:graphicEl>
                                              <a:dgm id="{675443A3-FF69-4DEB-A0A6-F6A5CE91E7E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
                                            <p:graphicEl>
                                              <a:dgm id="{675443A3-FF69-4DEB-A0A6-F6A5CE91E7E8}"/>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3">
                                            <p:graphicEl>
                                              <a:dgm id="{C570605C-B1F9-4C1C-AA93-8D357747F1A3}"/>
                                            </p:graphicEl>
                                          </p:spTgt>
                                        </p:tgtEl>
                                        <p:attrNameLst>
                                          <p:attrName>style.visibility</p:attrName>
                                        </p:attrNameLst>
                                      </p:cBhvr>
                                      <p:to>
                                        <p:strVal val="visible"/>
                                      </p:to>
                                    </p:set>
                                    <p:anim calcmode="lin" valueType="num">
                                      <p:cBhvr additive="base">
                                        <p:cTn id="21" dur="500" fill="hold"/>
                                        <p:tgtEl>
                                          <p:spTgt spid="63">
                                            <p:graphicEl>
                                              <a:dgm id="{C570605C-B1F9-4C1C-AA93-8D357747F1A3}"/>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
                                            <p:graphicEl>
                                              <a:dgm id="{C570605C-B1F9-4C1C-AA93-8D357747F1A3}"/>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3">
                                            <p:graphicEl>
                                              <a:dgm id="{124235AA-D160-4E52-A209-FC9D771591BB}"/>
                                            </p:graphicEl>
                                          </p:spTgt>
                                        </p:tgtEl>
                                        <p:attrNameLst>
                                          <p:attrName>style.visibility</p:attrName>
                                        </p:attrNameLst>
                                      </p:cBhvr>
                                      <p:to>
                                        <p:strVal val="visible"/>
                                      </p:to>
                                    </p:set>
                                    <p:anim calcmode="lin" valueType="num">
                                      <p:cBhvr additive="base">
                                        <p:cTn id="27" dur="500" fill="hold"/>
                                        <p:tgtEl>
                                          <p:spTgt spid="63">
                                            <p:graphicEl>
                                              <a:dgm id="{124235AA-D160-4E52-A209-FC9D771591BB}"/>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3">
                                            <p:graphicEl>
                                              <a:dgm id="{124235AA-D160-4E52-A209-FC9D771591BB}"/>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3">
                                            <p:graphicEl>
                                              <a:dgm id="{AFBE00BA-F37F-4750-9D59-92602C893BF8}"/>
                                            </p:graphicEl>
                                          </p:spTgt>
                                        </p:tgtEl>
                                        <p:attrNameLst>
                                          <p:attrName>style.visibility</p:attrName>
                                        </p:attrNameLst>
                                      </p:cBhvr>
                                      <p:to>
                                        <p:strVal val="visible"/>
                                      </p:to>
                                    </p:set>
                                    <p:anim calcmode="lin" valueType="num">
                                      <p:cBhvr additive="base">
                                        <p:cTn id="31" dur="500" fill="hold"/>
                                        <p:tgtEl>
                                          <p:spTgt spid="63">
                                            <p:graphicEl>
                                              <a:dgm id="{AFBE00BA-F37F-4750-9D59-92602C893BF8}"/>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
                                            <p:graphicEl>
                                              <a:dgm id="{AFBE00BA-F37F-4750-9D59-92602C893BF8}"/>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3" grpId="0">
        <p:bldSub>
          <a:bldDgm bld="lvl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8" name="Rectangle 67">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0" name="Rectangle 69">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2" name="Rectangle 71">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r>
              <a:rPr lang="en-US" b="1">
                <a:latin typeface="Arial" panose="020B0604020202020204" pitchFamily="34" charset="0"/>
                <a:cs typeface="Arial" panose="020B0604020202020204" pitchFamily="34" charset="0"/>
              </a:rPr>
              <a:t>Flat Group</a:t>
            </a:r>
            <a:endParaRPr lang="en-PK"/>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353892" y="2745362"/>
            <a:ext cx="4284908" cy="3552824"/>
          </a:xfrm>
        </p:spPr>
        <p:txBody>
          <a:bodyPr anchor="ctr">
            <a:normAutofit/>
          </a:bodyPr>
          <a:lstStyle/>
          <a:p>
            <a:pPr eaLnBrk="1" hangingPunct="1"/>
            <a:r>
              <a:rPr lang="en-US" sz="1800" i="0" dirty="0">
                <a:solidFill>
                  <a:schemeClr val="tx1"/>
                </a:solidFill>
                <a:effectLst/>
                <a:latin typeface="Arial" panose="020B0604020202020204" pitchFamily="34" charset="0"/>
                <a:cs typeface="Arial" panose="020B0604020202020204" pitchFamily="34" charset="0"/>
              </a:rPr>
              <a:t>All processes are equal.</a:t>
            </a:r>
          </a:p>
          <a:p>
            <a:pPr eaLnBrk="1" hangingPunct="1"/>
            <a:r>
              <a:rPr lang="en-US" sz="1800" dirty="0">
                <a:solidFill>
                  <a:schemeClr val="tx1"/>
                </a:solidFill>
                <a:latin typeface="Arial" panose="020B0604020202020204" pitchFamily="34" charset="0"/>
                <a:cs typeface="Arial" panose="020B0604020202020204" pitchFamily="34" charset="0"/>
              </a:rPr>
              <a:t>T</a:t>
            </a:r>
            <a:r>
              <a:rPr lang="en-US" sz="1800" i="0" dirty="0">
                <a:solidFill>
                  <a:schemeClr val="tx1"/>
                </a:solidFill>
                <a:effectLst/>
                <a:latin typeface="Arial" panose="020B0604020202020204" pitchFamily="34" charset="0"/>
                <a:cs typeface="Arial" panose="020B0604020202020204" pitchFamily="34" charset="0"/>
              </a:rPr>
              <a:t>he processes make decisions collectively.</a:t>
            </a:r>
          </a:p>
          <a:p>
            <a:pPr eaLnBrk="1" hangingPunct="1"/>
            <a:r>
              <a:rPr lang="en-US" sz="1800" i="0" dirty="0">
                <a:solidFill>
                  <a:schemeClr val="tx1"/>
                </a:solidFill>
                <a:effectLst/>
                <a:latin typeface="Arial" panose="020B0604020202020204" pitchFamily="34" charset="0"/>
                <a:cs typeface="Arial" panose="020B0604020202020204" pitchFamily="34" charset="0"/>
              </a:rPr>
              <a:t>No single point of failure, but decision making is more complicated as consensus is required.</a:t>
            </a:r>
          </a:p>
          <a:p>
            <a:pPr marL="0" indent="0" eaLnBrk="1" hangingPunct="1">
              <a:buNone/>
            </a:pPr>
            <a:endParaRPr lang="en-US" altLang="en-PK" sz="1800"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27F0894B-789C-4454-A09D-1A2F841B2100}"/>
              </a:ext>
            </a:extLst>
          </p:cNvPr>
          <p:cNvPicPr>
            <a:picLocks noChangeAspect="1"/>
          </p:cNvPicPr>
          <p:nvPr/>
        </p:nvPicPr>
        <p:blipFill rotWithShape="1">
          <a:blip r:embed="rId4"/>
          <a:srcRect l="21083" t="42667" r="56333" b="22518"/>
          <a:stretch/>
        </p:blipFill>
        <p:spPr>
          <a:xfrm>
            <a:off x="6553200" y="2745362"/>
            <a:ext cx="4284908" cy="355282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285504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 name="Rectangle 55">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r>
              <a:rPr lang="en-US" b="1" i="0">
                <a:effectLst/>
                <a:latin typeface="Arial" panose="020B0604020202020204" pitchFamily="34" charset="0"/>
                <a:cs typeface="Arial" panose="020B0604020202020204" pitchFamily="34" charset="0"/>
              </a:rPr>
              <a:t>Hierarchical</a:t>
            </a:r>
            <a:r>
              <a:rPr lang="en-US" b="1">
                <a:latin typeface="Arial" panose="020B0604020202020204" pitchFamily="34" charset="0"/>
                <a:cs typeface="Arial" panose="020B0604020202020204" pitchFamily="34" charset="0"/>
              </a:rPr>
              <a:t> Group</a:t>
            </a:r>
            <a:endParaRPr lang="en-PK"/>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838200" y="2745362"/>
            <a:ext cx="4800600" cy="3552824"/>
          </a:xfrm>
        </p:spPr>
        <p:txBody>
          <a:bodyPr anchor="ctr">
            <a:normAutofit/>
          </a:bodyPr>
          <a:lstStyle/>
          <a:p>
            <a:pPr eaLnBrk="1" hangingPunct="1"/>
            <a:r>
              <a:rPr lang="en-US" sz="1800" b="0" i="0" dirty="0">
                <a:solidFill>
                  <a:schemeClr val="tx1"/>
                </a:solidFill>
                <a:effectLst/>
                <a:latin typeface="Arial" panose="020B0604020202020204" pitchFamily="34" charset="0"/>
                <a:cs typeface="Arial" panose="020B0604020202020204" pitchFamily="34" charset="0"/>
              </a:rPr>
              <a:t>A single coordinator makes all decisions. </a:t>
            </a:r>
          </a:p>
          <a:p>
            <a:pPr eaLnBrk="1" hangingPunct="1"/>
            <a:r>
              <a:rPr lang="en-US" sz="1800" b="0" i="0" dirty="0">
                <a:solidFill>
                  <a:srgbClr val="000000"/>
                </a:solidFill>
                <a:effectLst/>
                <a:latin typeface="Arial" panose="020B0604020202020204" pitchFamily="34" charset="0"/>
              </a:rPr>
              <a:t>Single point-of failure, however: decisions are easily and quickly made by the coordinator without first having to get consensus.</a:t>
            </a:r>
            <a:endParaRPr lang="en-US" sz="1800" b="0" i="0" dirty="0">
              <a:solidFill>
                <a:schemeClr val="tx1"/>
              </a:solidFill>
              <a:effectLst/>
              <a:latin typeface="Arial" panose="020B0604020202020204" pitchFamily="34" charset="0"/>
              <a:cs typeface="Arial" panose="020B0604020202020204" pitchFamily="34" charset="0"/>
            </a:endParaRPr>
          </a:p>
          <a:p>
            <a:pPr eaLnBrk="1" hangingPunct="1"/>
            <a:r>
              <a:rPr lang="en-US" sz="1800" b="0" i="0" dirty="0">
                <a:solidFill>
                  <a:schemeClr val="tx1"/>
                </a:solidFill>
                <a:effectLst/>
                <a:latin typeface="Arial" panose="020B0604020202020204" pitchFamily="34" charset="0"/>
                <a:cs typeface="Arial" panose="020B0604020202020204" pitchFamily="34" charset="0"/>
              </a:rPr>
              <a:t>Group is transparent to its users; the whole group is dealt with as a single process</a:t>
            </a:r>
            <a:r>
              <a:rPr lang="en-US" sz="1800" b="0" i="0" dirty="0">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a:t>
            </a:r>
          </a:p>
          <a:p>
            <a:pPr eaLnBrk="1" hangingPunct="1"/>
            <a:endParaRPr lang="en-US" altLang="en-PK" sz="1800"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5" name="Picture 4" descr="A picture containing diagram&#10;&#10;Description automatically generated">
            <a:extLst>
              <a:ext uri="{FF2B5EF4-FFF2-40B4-BE49-F238E27FC236}">
                <a16:creationId xmlns:a16="http://schemas.microsoft.com/office/drawing/2014/main" id="{118CF2B3-549C-D784-8732-2E172F94CA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8012" y="2745362"/>
            <a:ext cx="4823004" cy="355282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12091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514350"/>
            <a:ext cx="10003218" cy="1466774"/>
          </a:xfrm>
        </p:spPr>
        <p:txBody>
          <a:bodyPr>
            <a:normAutofit/>
          </a:bodyPr>
          <a:lstStyle/>
          <a:p>
            <a:r>
              <a:rPr lang="en-US" sz="4400" b="1" dirty="0">
                <a:latin typeface="Arial" panose="020B0604020202020204" pitchFamily="34" charset="0"/>
                <a:cs typeface="Arial" panose="020B0604020202020204" pitchFamily="34" charset="0"/>
              </a:rPr>
              <a:t>Failure Masking and Replication</a:t>
            </a:r>
            <a:br>
              <a:rPr lang="en-US" sz="4400" b="1" dirty="0">
                <a:solidFill>
                  <a:schemeClr val="tx2"/>
                </a:solidFill>
                <a:latin typeface="Arial" panose="020B0604020202020204" pitchFamily="34" charset="0"/>
                <a:cs typeface="Arial" panose="020B0604020202020204" pitchFamily="34" charset="0"/>
              </a:rPr>
            </a:br>
            <a:endParaRPr lang="en-PK" dirty="0"/>
          </a:p>
        </p:txBody>
      </p:sp>
      <p:graphicFrame>
        <p:nvGraphicFramePr>
          <p:cNvPr id="3" name="Content Placeholder 2">
            <a:extLst>
              <a:ext uri="{FF2B5EF4-FFF2-40B4-BE49-F238E27FC236}">
                <a16:creationId xmlns:a16="http://schemas.microsoft.com/office/drawing/2014/main" id="{B3D1C331-6A38-DB5F-6284-3FF7B86D80A8}"/>
              </a:ext>
            </a:extLst>
          </p:cNvPr>
          <p:cNvGraphicFramePr>
            <a:graphicFrameLocks noGrp="1"/>
          </p:cNvGraphicFramePr>
          <p:nvPr>
            <p:ph idx="1"/>
            <p:extLst>
              <p:ext uri="{D42A27DB-BD31-4B8C-83A1-F6EECF244321}">
                <p14:modId xmlns:p14="http://schemas.microsoft.com/office/powerpoint/2010/main" val="3306642608"/>
              </p:ext>
            </p:extLst>
          </p:nvPr>
        </p:nvGraphicFramePr>
        <p:xfrm>
          <a:off x="1185863" y="2362200"/>
          <a:ext cx="8796337" cy="34766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9182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8DE62DEE-91E6-4CB4-BB2B-2E0B097B0F6F}"/>
                                            </p:graphicEl>
                                          </p:spTgt>
                                        </p:tgtEl>
                                        <p:attrNameLst>
                                          <p:attrName>style.visibility</p:attrName>
                                        </p:attrNameLst>
                                      </p:cBhvr>
                                      <p:to>
                                        <p:strVal val="visible"/>
                                      </p:to>
                                    </p:set>
                                    <p:anim calcmode="lin" valueType="num">
                                      <p:cBhvr additive="base">
                                        <p:cTn id="7" dur="500" fill="hold"/>
                                        <p:tgtEl>
                                          <p:spTgt spid="3">
                                            <p:graphicEl>
                                              <a:dgm id="{8DE62DEE-91E6-4CB4-BB2B-2E0B097B0F6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8DE62DEE-91E6-4CB4-BB2B-2E0B097B0F6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3CDD044B-4F8B-4F75-8A80-DE516B59A4B3}"/>
                                            </p:graphicEl>
                                          </p:spTgt>
                                        </p:tgtEl>
                                        <p:attrNameLst>
                                          <p:attrName>style.visibility</p:attrName>
                                        </p:attrNameLst>
                                      </p:cBhvr>
                                      <p:to>
                                        <p:strVal val="visible"/>
                                      </p:to>
                                    </p:set>
                                    <p:anim calcmode="lin" valueType="num">
                                      <p:cBhvr additive="base">
                                        <p:cTn id="13" dur="500" fill="hold"/>
                                        <p:tgtEl>
                                          <p:spTgt spid="3">
                                            <p:graphicEl>
                                              <a:dgm id="{3CDD044B-4F8B-4F75-8A80-DE516B59A4B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3CDD044B-4F8B-4F75-8A80-DE516B59A4B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514350"/>
            <a:ext cx="10003218" cy="1466774"/>
          </a:xfrm>
        </p:spPr>
        <p:txBody>
          <a:bodyPr>
            <a:normAutofit/>
          </a:bodyPr>
          <a:lstStyle/>
          <a:p>
            <a:r>
              <a:rPr lang="en-US" sz="4400" b="1" dirty="0">
                <a:latin typeface="Arial" panose="020B0604020202020204" pitchFamily="34" charset="0"/>
                <a:cs typeface="Arial" panose="020B0604020202020204" pitchFamily="34" charset="0"/>
              </a:rPr>
              <a:t>Primary-Base Protocols </a:t>
            </a:r>
            <a:br>
              <a:rPr lang="en-US" sz="4400" b="1" dirty="0">
                <a:solidFill>
                  <a:schemeClr val="tx2"/>
                </a:solidFill>
                <a:latin typeface="Arial" panose="020B0604020202020204" pitchFamily="34" charset="0"/>
                <a:cs typeface="Arial" panose="020B0604020202020204" pitchFamily="34" charset="0"/>
              </a:rPr>
            </a:br>
            <a:endParaRPr lang="en-PK" dirty="0"/>
          </a:p>
        </p:txBody>
      </p:sp>
      <p:graphicFrame>
        <p:nvGraphicFramePr>
          <p:cNvPr id="36" name="Rectangle 3">
            <a:extLst>
              <a:ext uri="{FF2B5EF4-FFF2-40B4-BE49-F238E27FC236}">
                <a16:creationId xmlns:a16="http://schemas.microsoft.com/office/drawing/2014/main" id="{C31B1A6A-F5D6-DEBB-31FA-8D76E6A59B9E}"/>
              </a:ext>
            </a:extLst>
          </p:cNvPr>
          <p:cNvGraphicFramePr>
            <a:graphicFrameLocks noGrp="1"/>
          </p:cNvGraphicFramePr>
          <p:nvPr>
            <p:ph idx="1"/>
            <p:extLst>
              <p:ext uri="{D42A27DB-BD31-4B8C-83A1-F6EECF244321}">
                <p14:modId xmlns:p14="http://schemas.microsoft.com/office/powerpoint/2010/main" val="3011911507"/>
              </p:ext>
            </p:extLst>
          </p:nvPr>
        </p:nvGraphicFramePr>
        <p:xfrm>
          <a:off x="1185863" y="2362200"/>
          <a:ext cx="9090746" cy="40481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9305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E51ABD48-A03A-4306-919B-FBD477370064}"/>
                                            </p:graphicEl>
                                          </p:spTgt>
                                        </p:tgtEl>
                                        <p:attrNameLst>
                                          <p:attrName>style.visibility</p:attrName>
                                        </p:attrNameLst>
                                      </p:cBhvr>
                                      <p:to>
                                        <p:strVal val="visible"/>
                                      </p:to>
                                    </p:set>
                                    <p:anim calcmode="lin" valueType="num">
                                      <p:cBhvr additive="base">
                                        <p:cTn id="7" dur="500" fill="hold"/>
                                        <p:tgtEl>
                                          <p:spTgt spid="36">
                                            <p:graphicEl>
                                              <a:dgm id="{E51ABD48-A03A-4306-919B-FBD47737006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E51ABD48-A03A-4306-919B-FBD477370064}"/>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EDBCF847-F4E7-4F5B-9E08-7C6ADB14E3D6}"/>
                                            </p:graphicEl>
                                          </p:spTgt>
                                        </p:tgtEl>
                                        <p:attrNameLst>
                                          <p:attrName>style.visibility</p:attrName>
                                        </p:attrNameLst>
                                      </p:cBhvr>
                                      <p:to>
                                        <p:strVal val="visible"/>
                                      </p:to>
                                    </p:set>
                                    <p:anim calcmode="lin" valueType="num">
                                      <p:cBhvr additive="base">
                                        <p:cTn id="11" dur="500" fill="hold"/>
                                        <p:tgtEl>
                                          <p:spTgt spid="36">
                                            <p:graphicEl>
                                              <a:dgm id="{EDBCF847-F4E7-4F5B-9E08-7C6ADB14E3D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EDBCF847-F4E7-4F5B-9E08-7C6ADB14E3D6}"/>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59B71AC6-8D28-4960-A2DB-D47B8FA795CE}"/>
                                            </p:graphicEl>
                                          </p:spTgt>
                                        </p:tgtEl>
                                        <p:attrNameLst>
                                          <p:attrName>style.visibility</p:attrName>
                                        </p:attrNameLst>
                                      </p:cBhvr>
                                      <p:to>
                                        <p:strVal val="visible"/>
                                      </p:to>
                                    </p:set>
                                    <p:anim calcmode="lin" valueType="num">
                                      <p:cBhvr additive="base">
                                        <p:cTn id="17" dur="500" fill="hold"/>
                                        <p:tgtEl>
                                          <p:spTgt spid="36">
                                            <p:graphicEl>
                                              <a:dgm id="{59B71AC6-8D28-4960-A2DB-D47B8FA795CE}"/>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59B71AC6-8D28-4960-A2DB-D47B8FA795CE}"/>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ED9DAC8F-2BD8-49FB-ADE9-B4FCA1D0064F}"/>
                                            </p:graphicEl>
                                          </p:spTgt>
                                        </p:tgtEl>
                                        <p:attrNameLst>
                                          <p:attrName>style.visibility</p:attrName>
                                        </p:attrNameLst>
                                      </p:cBhvr>
                                      <p:to>
                                        <p:strVal val="visible"/>
                                      </p:to>
                                    </p:set>
                                    <p:anim calcmode="lin" valueType="num">
                                      <p:cBhvr additive="base">
                                        <p:cTn id="21" dur="500" fill="hold"/>
                                        <p:tgtEl>
                                          <p:spTgt spid="36">
                                            <p:graphicEl>
                                              <a:dgm id="{ED9DAC8F-2BD8-49FB-ADE9-B4FCA1D0064F}"/>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ED9DAC8F-2BD8-49FB-ADE9-B4FCA1D0064F}"/>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D333CB8A-11EB-4AB7-A7CE-6D499C125715}"/>
                                            </p:graphicEl>
                                          </p:spTgt>
                                        </p:tgtEl>
                                        <p:attrNameLst>
                                          <p:attrName>style.visibility</p:attrName>
                                        </p:attrNameLst>
                                      </p:cBhvr>
                                      <p:to>
                                        <p:strVal val="visible"/>
                                      </p:to>
                                    </p:set>
                                    <p:anim calcmode="lin" valueType="num">
                                      <p:cBhvr additive="base">
                                        <p:cTn id="27" dur="500" fill="hold"/>
                                        <p:tgtEl>
                                          <p:spTgt spid="36">
                                            <p:graphicEl>
                                              <a:dgm id="{D333CB8A-11EB-4AB7-A7CE-6D499C12571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D333CB8A-11EB-4AB7-A7CE-6D499C12571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45A06EDA-46B3-4DF2-8558-EC12D05FEEA3}"/>
                                            </p:graphicEl>
                                          </p:spTgt>
                                        </p:tgtEl>
                                        <p:attrNameLst>
                                          <p:attrName>style.visibility</p:attrName>
                                        </p:attrNameLst>
                                      </p:cBhvr>
                                      <p:to>
                                        <p:strVal val="visible"/>
                                      </p:to>
                                    </p:set>
                                    <p:anim calcmode="lin" valueType="num">
                                      <p:cBhvr additive="base">
                                        <p:cTn id="31" dur="500" fill="hold"/>
                                        <p:tgtEl>
                                          <p:spTgt spid="36">
                                            <p:graphicEl>
                                              <a:dgm id="{45A06EDA-46B3-4DF2-8558-EC12D05FEEA3}"/>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45A06EDA-46B3-4DF2-8558-EC12D05FEEA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b="1">
                <a:latin typeface="Arial" panose="020B0604020202020204" pitchFamily="34" charset="0"/>
                <a:cs typeface="Arial" panose="020B0604020202020204" pitchFamily="34" charset="0"/>
              </a:rPr>
              <a:t>Replicated-Write Protocols </a:t>
            </a:r>
            <a:br>
              <a:rPr lang="en-US" b="1">
                <a:latin typeface="Arial" panose="020B0604020202020204" pitchFamily="34" charset="0"/>
                <a:cs typeface="Arial" panose="020B0604020202020204" pitchFamily="34" charset="0"/>
              </a:rPr>
            </a:br>
            <a:endParaRPr lang="en-PK" dirty="0"/>
          </a:p>
        </p:txBody>
      </p:sp>
      <p:graphicFrame>
        <p:nvGraphicFramePr>
          <p:cNvPr id="36" name="Rectangle 3">
            <a:extLst>
              <a:ext uri="{FF2B5EF4-FFF2-40B4-BE49-F238E27FC236}">
                <a16:creationId xmlns:a16="http://schemas.microsoft.com/office/drawing/2014/main" id="{A6692C0B-5F8A-5FAD-76B2-C1C76053594A}"/>
              </a:ext>
            </a:extLst>
          </p:cNvPr>
          <p:cNvGraphicFramePr>
            <a:graphicFrameLocks noGrp="1"/>
          </p:cNvGraphicFramePr>
          <p:nvPr>
            <p:ph idx="1"/>
            <p:extLst>
              <p:ext uri="{D42A27DB-BD31-4B8C-83A1-F6EECF244321}">
                <p14:modId xmlns:p14="http://schemas.microsoft.com/office/powerpoint/2010/main" val="3959020171"/>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1931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AC64AC33-4706-45BD-916A-B3E55F6CFDC9}"/>
                                            </p:graphicEl>
                                          </p:spTgt>
                                        </p:tgtEl>
                                        <p:attrNameLst>
                                          <p:attrName>style.visibility</p:attrName>
                                        </p:attrNameLst>
                                      </p:cBhvr>
                                      <p:to>
                                        <p:strVal val="visible"/>
                                      </p:to>
                                    </p:set>
                                    <p:anim calcmode="lin" valueType="num">
                                      <p:cBhvr additive="base">
                                        <p:cTn id="7" dur="500" fill="hold"/>
                                        <p:tgtEl>
                                          <p:spTgt spid="36">
                                            <p:graphicEl>
                                              <a:dgm id="{AC64AC33-4706-45BD-916A-B3E55F6CFDC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AC64AC33-4706-45BD-916A-B3E55F6CFDC9}"/>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B0DCA329-74CF-411D-8B04-0B9C789D3458}"/>
                                            </p:graphicEl>
                                          </p:spTgt>
                                        </p:tgtEl>
                                        <p:attrNameLst>
                                          <p:attrName>style.visibility</p:attrName>
                                        </p:attrNameLst>
                                      </p:cBhvr>
                                      <p:to>
                                        <p:strVal val="visible"/>
                                      </p:to>
                                    </p:set>
                                    <p:anim calcmode="lin" valueType="num">
                                      <p:cBhvr additive="base">
                                        <p:cTn id="11" dur="500" fill="hold"/>
                                        <p:tgtEl>
                                          <p:spTgt spid="36">
                                            <p:graphicEl>
                                              <a:dgm id="{B0DCA329-74CF-411D-8B04-0B9C789D345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B0DCA329-74CF-411D-8B04-0B9C789D3458}"/>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2AE03F70-140C-4C64-AF30-D281A7DF6F08}"/>
                                            </p:graphicEl>
                                          </p:spTgt>
                                        </p:tgtEl>
                                        <p:attrNameLst>
                                          <p:attrName>style.visibility</p:attrName>
                                        </p:attrNameLst>
                                      </p:cBhvr>
                                      <p:to>
                                        <p:strVal val="visible"/>
                                      </p:to>
                                    </p:set>
                                    <p:anim calcmode="lin" valueType="num">
                                      <p:cBhvr additive="base">
                                        <p:cTn id="17" dur="500" fill="hold"/>
                                        <p:tgtEl>
                                          <p:spTgt spid="36">
                                            <p:graphicEl>
                                              <a:dgm id="{2AE03F70-140C-4C64-AF30-D281A7DF6F0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2AE03F70-140C-4C64-AF30-D281A7DF6F08}"/>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6FB254B0-279B-4426-A8FE-B28BA9AC5DCE}"/>
                                            </p:graphicEl>
                                          </p:spTgt>
                                        </p:tgtEl>
                                        <p:attrNameLst>
                                          <p:attrName>style.visibility</p:attrName>
                                        </p:attrNameLst>
                                      </p:cBhvr>
                                      <p:to>
                                        <p:strVal val="visible"/>
                                      </p:to>
                                    </p:set>
                                    <p:anim calcmode="lin" valueType="num">
                                      <p:cBhvr additive="base">
                                        <p:cTn id="21" dur="500" fill="hold"/>
                                        <p:tgtEl>
                                          <p:spTgt spid="36">
                                            <p:graphicEl>
                                              <a:dgm id="{6FB254B0-279B-4426-A8FE-B28BA9AC5DCE}"/>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6FB254B0-279B-4426-A8FE-B28BA9AC5DCE}"/>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A813992D-9EA9-4140-82E7-591B046A568F}"/>
                                            </p:graphicEl>
                                          </p:spTgt>
                                        </p:tgtEl>
                                        <p:attrNameLst>
                                          <p:attrName>style.visibility</p:attrName>
                                        </p:attrNameLst>
                                      </p:cBhvr>
                                      <p:to>
                                        <p:strVal val="visible"/>
                                      </p:to>
                                    </p:set>
                                    <p:anim calcmode="lin" valueType="num">
                                      <p:cBhvr additive="base">
                                        <p:cTn id="27" dur="500" fill="hold"/>
                                        <p:tgtEl>
                                          <p:spTgt spid="36">
                                            <p:graphicEl>
                                              <a:dgm id="{A813992D-9EA9-4140-82E7-591B046A568F}"/>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A813992D-9EA9-4140-82E7-591B046A568F}"/>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7D547310-1399-4EED-8BB4-BEF267089E02}"/>
                                            </p:graphicEl>
                                          </p:spTgt>
                                        </p:tgtEl>
                                        <p:attrNameLst>
                                          <p:attrName>style.visibility</p:attrName>
                                        </p:attrNameLst>
                                      </p:cBhvr>
                                      <p:to>
                                        <p:strVal val="visible"/>
                                      </p:to>
                                    </p:set>
                                    <p:anim calcmode="lin" valueType="num">
                                      <p:cBhvr additive="base">
                                        <p:cTn id="31" dur="500" fill="hold"/>
                                        <p:tgtEl>
                                          <p:spTgt spid="36">
                                            <p:graphicEl>
                                              <a:dgm id="{7D547310-1399-4EED-8BB4-BEF267089E02}"/>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7D547310-1399-4EED-8BB4-BEF267089E0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Reliable Client-Server Communication</a:t>
            </a:r>
          </a:p>
        </p:txBody>
      </p:sp>
    </p:spTree>
    <p:extLst>
      <p:ext uri="{BB962C8B-B14F-4D97-AF65-F5344CB8AC3E}">
        <p14:creationId xmlns:p14="http://schemas.microsoft.com/office/powerpoint/2010/main" val="2002103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7046047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6317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844674"/>
          </a:xfrm>
        </p:spPr>
        <p:txBody>
          <a:bodyPr>
            <a:normAutofit fontScale="90000"/>
          </a:bodyPr>
          <a:lstStyle/>
          <a:p>
            <a:r>
              <a:rPr lang="en-US" sz="4400" b="1" dirty="0">
                <a:latin typeface="Arial" panose="020B0604020202020204" pitchFamily="34" charset="0"/>
                <a:cs typeface="Arial" panose="020B0604020202020204" pitchFamily="34" charset="0"/>
              </a:rPr>
              <a:t>Reliable Client-Server Communication</a:t>
            </a:r>
            <a:br>
              <a:rPr lang="en-US" sz="4400" b="1" dirty="0">
                <a:solidFill>
                  <a:schemeClr val="tx2"/>
                </a:solidFill>
                <a:latin typeface="Arial" panose="020B0604020202020204" pitchFamily="34" charset="0"/>
                <a:cs typeface="Arial" panose="020B0604020202020204" pitchFamily="34" charset="0"/>
              </a:rPr>
            </a:br>
            <a:endParaRPr lang="en-PK" dirty="0"/>
          </a:p>
        </p:txBody>
      </p:sp>
      <p:graphicFrame>
        <p:nvGraphicFramePr>
          <p:cNvPr id="3" name="Content Placeholder 2">
            <a:extLst>
              <a:ext uri="{FF2B5EF4-FFF2-40B4-BE49-F238E27FC236}">
                <a16:creationId xmlns:a16="http://schemas.microsoft.com/office/drawing/2014/main" id="{1260C56D-1773-9EFC-1CDB-91D6F259116C}"/>
              </a:ext>
            </a:extLst>
          </p:cNvPr>
          <p:cNvGraphicFramePr>
            <a:graphicFrameLocks noGrp="1"/>
          </p:cNvGraphicFramePr>
          <p:nvPr>
            <p:ph idx="1"/>
            <p:extLst>
              <p:ext uri="{D42A27DB-BD31-4B8C-83A1-F6EECF244321}">
                <p14:modId xmlns:p14="http://schemas.microsoft.com/office/powerpoint/2010/main" val="495282373"/>
              </p:ext>
            </p:extLst>
          </p:nvPr>
        </p:nvGraphicFramePr>
        <p:xfrm>
          <a:off x="1185863" y="2362200"/>
          <a:ext cx="8796337" cy="39354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0661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0956211B-EF89-494C-8954-ADA23E5ED011}"/>
                                            </p:graphicEl>
                                          </p:spTgt>
                                        </p:tgtEl>
                                        <p:attrNameLst>
                                          <p:attrName>style.visibility</p:attrName>
                                        </p:attrNameLst>
                                      </p:cBhvr>
                                      <p:to>
                                        <p:strVal val="visible"/>
                                      </p:to>
                                    </p:set>
                                    <p:anim calcmode="lin" valueType="num">
                                      <p:cBhvr additive="base">
                                        <p:cTn id="7" dur="500" fill="hold"/>
                                        <p:tgtEl>
                                          <p:spTgt spid="3">
                                            <p:graphicEl>
                                              <a:dgm id="{0956211B-EF89-494C-8954-ADA23E5ED01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0956211B-EF89-494C-8954-ADA23E5ED01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6E9707FA-5ADB-4752-B5A6-270B700A6489}"/>
                                            </p:graphicEl>
                                          </p:spTgt>
                                        </p:tgtEl>
                                        <p:attrNameLst>
                                          <p:attrName>style.visibility</p:attrName>
                                        </p:attrNameLst>
                                      </p:cBhvr>
                                      <p:to>
                                        <p:strVal val="visible"/>
                                      </p:to>
                                    </p:set>
                                    <p:anim calcmode="lin" valueType="num">
                                      <p:cBhvr additive="base">
                                        <p:cTn id="13" dur="500" fill="hold"/>
                                        <p:tgtEl>
                                          <p:spTgt spid="3">
                                            <p:graphicEl>
                                              <a:dgm id="{6E9707FA-5ADB-4752-B5A6-270B700A648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6E9707FA-5ADB-4752-B5A6-270B700A648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a:bodyPr>
          <a:lstStyle/>
          <a:p>
            <a:r>
              <a:rPr lang="en-US" dirty="0">
                <a:solidFill>
                  <a:schemeClr val="tx2"/>
                </a:solidFill>
                <a:ea typeface="ＭＳ Ｐゴシック" panose="020B0600070205080204" pitchFamily="34" charset="-128"/>
              </a:rPr>
              <a:t>Peer to Peer Communication</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39751AEC-4A87-1BE3-80E4-2E68E3361672}"/>
              </a:ext>
            </a:extLst>
          </p:cNvPr>
          <p:cNvGraphicFramePr>
            <a:graphicFrameLocks noGrp="1"/>
          </p:cNvGraphicFramePr>
          <p:nvPr>
            <p:ph idx="1"/>
            <p:extLst>
              <p:ext uri="{D42A27DB-BD31-4B8C-83A1-F6EECF244321}">
                <p14:modId xmlns:p14="http://schemas.microsoft.com/office/powerpoint/2010/main" val="2060776136"/>
              </p:ext>
            </p:extLst>
          </p:nvPr>
        </p:nvGraphicFramePr>
        <p:xfrm>
          <a:off x="1167062" y="1857375"/>
          <a:ext cx="10491537" cy="490437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64875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9C38B038-FFAA-491A-9B06-1FD0C8785345}"/>
                                            </p:graphicEl>
                                          </p:spTgt>
                                        </p:tgtEl>
                                        <p:attrNameLst>
                                          <p:attrName>style.visibility</p:attrName>
                                        </p:attrNameLst>
                                      </p:cBhvr>
                                      <p:to>
                                        <p:strVal val="visible"/>
                                      </p:to>
                                    </p:set>
                                    <p:anim calcmode="lin" valueType="num">
                                      <p:cBhvr additive="base">
                                        <p:cTn id="7" dur="500" fill="hold"/>
                                        <p:tgtEl>
                                          <p:spTgt spid="3">
                                            <p:graphicEl>
                                              <a:dgm id="{9C38B038-FFAA-491A-9B06-1FD0C878534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9C38B038-FFAA-491A-9B06-1FD0C878534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EA961E2A-DCE1-4B16-886B-15C428D8D738}"/>
                                            </p:graphicEl>
                                          </p:spTgt>
                                        </p:tgtEl>
                                        <p:attrNameLst>
                                          <p:attrName>style.visibility</p:attrName>
                                        </p:attrNameLst>
                                      </p:cBhvr>
                                      <p:to>
                                        <p:strVal val="visible"/>
                                      </p:to>
                                    </p:set>
                                    <p:anim calcmode="lin" valueType="num">
                                      <p:cBhvr additive="base">
                                        <p:cTn id="13" dur="500" fill="hold"/>
                                        <p:tgtEl>
                                          <p:spTgt spid="3">
                                            <p:graphicEl>
                                              <a:dgm id="{EA961E2A-DCE1-4B16-886B-15C428D8D73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EA961E2A-DCE1-4B16-886B-15C428D8D738}"/>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graphicEl>
                                              <a:dgm id="{10C0EB1C-563B-4645-9114-CA18AADB3858}"/>
                                            </p:graphicEl>
                                          </p:spTgt>
                                        </p:tgtEl>
                                        <p:attrNameLst>
                                          <p:attrName>style.visibility</p:attrName>
                                        </p:attrNameLst>
                                      </p:cBhvr>
                                      <p:to>
                                        <p:strVal val="visible"/>
                                      </p:to>
                                    </p:set>
                                    <p:anim calcmode="lin" valueType="num">
                                      <p:cBhvr additive="base">
                                        <p:cTn id="17" dur="500" fill="hold"/>
                                        <p:tgtEl>
                                          <p:spTgt spid="3">
                                            <p:graphicEl>
                                              <a:dgm id="{10C0EB1C-563B-4645-9114-CA18AADB385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10C0EB1C-563B-4645-9114-CA18AADB3858}"/>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graphicEl>
                                              <a:dgm id="{14AF1D1F-B40F-4431-AB8C-567CE5BF47FE}"/>
                                            </p:graphicEl>
                                          </p:spTgt>
                                        </p:tgtEl>
                                        <p:attrNameLst>
                                          <p:attrName>style.visibility</p:attrName>
                                        </p:attrNameLst>
                                      </p:cBhvr>
                                      <p:to>
                                        <p:strVal val="visible"/>
                                      </p:to>
                                    </p:set>
                                    <p:anim calcmode="lin" valueType="num">
                                      <p:cBhvr additive="base">
                                        <p:cTn id="23" dur="500" fill="hold"/>
                                        <p:tgtEl>
                                          <p:spTgt spid="3">
                                            <p:graphicEl>
                                              <a:dgm id="{14AF1D1F-B40F-4431-AB8C-567CE5BF47FE}"/>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graphicEl>
                                              <a:dgm id="{14AF1D1F-B40F-4431-AB8C-567CE5BF47FE}"/>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graphicEl>
                                              <a:dgm id="{0B478829-08B9-4F7E-8628-71B83642D786}"/>
                                            </p:graphicEl>
                                          </p:spTgt>
                                        </p:tgtEl>
                                        <p:attrNameLst>
                                          <p:attrName>style.visibility</p:attrName>
                                        </p:attrNameLst>
                                      </p:cBhvr>
                                      <p:to>
                                        <p:strVal val="visible"/>
                                      </p:to>
                                    </p:set>
                                    <p:anim calcmode="lin" valueType="num">
                                      <p:cBhvr additive="base">
                                        <p:cTn id="27" dur="500" fill="hold"/>
                                        <p:tgtEl>
                                          <p:spTgt spid="3">
                                            <p:graphicEl>
                                              <a:dgm id="{0B478829-08B9-4F7E-8628-71B83642D786}"/>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0B478829-08B9-4F7E-8628-71B83642D78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9"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0"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4100" dirty="0">
                <a:ea typeface="ＭＳ Ｐゴシック" panose="020B0600070205080204" pitchFamily="34" charset="-128"/>
              </a:rPr>
              <a:t>RPC Semantics in the Presence of Failures</a:t>
            </a:r>
            <a:br>
              <a:rPr lang="en-US" altLang="en-PK" sz="4100" dirty="0">
                <a:ea typeface="ＭＳ Ｐゴシック" panose="020B0600070205080204" pitchFamily="34" charset="-128"/>
              </a:rPr>
            </a:br>
            <a:endParaRPr lang="en-PK" sz="4100" dirty="0"/>
          </a:p>
        </p:txBody>
      </p:sp>
      <p:graphicFrame>
        <p:nvGraphicFramePr>
          <p:cNvPr id="52" name="Rectangle 3">
            <a:extLst>
              <a:ext uri="{FF2B5EF4-FFF2-40B4-BE49-F238E27FC236}">
                <a16:creationId xmlns:a16="http://schemas.microsoft.com/office/drawing/2014/main" id="{B323BA6C-4FF4-174A-0C65-FBEC9985BE4E}"/>
              </a:ext>
            </a:extLst>
          </p:cNvPr>
          <p:cNvGraphicFramePr>
            <a:graphicFrameLocks noGrp="1"/>
          </p:cNvGraphicFramePr>
          <p:nvPr>
            <p:ph idx="1"/>
            <p:extLst>
              <p:ext uri="{D42A27DB-BD31-4B8C-83A1-F6EECF244321}">
                <p14:modId xmlns:p14="http://schemas.microsoft.com/office/powerpoint/2010/main" val="423714940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9374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
                                            <p:graphicEl>
                                              <a:dgm id="{91A80EC5-5433-486D-A2A1-39BF10E8DFEC}"/>
                                            </p:graphicEl>
                                          </p:spTgt>
                                        </p:tgtEl>
                                        <p:attrNameLst>
                                          <p:attrName>style.visibility</p:attrName>
                                        </p:attrNameLst>
                                      </p:cBhvr>
                                      <p:to>
                                        <p:strVal val="visible"/>
                                      </p:to>
                                    </p:set>
                                    <p:anim calcmode="lin" valueType="num">
                                      <p:cBhvr additive="base">
                                        <p:cTn id="7" dur="500" fill="hold"/>
                                        <p:tgtEl>
                                          <p:spTgt spid="52">
                                            <p:graphicEl>
                                              <a:dgm id="{91A80EC5-5433-486D-A2A1-39BF10E8DFE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2">
                                            <p:graphicEl>
                                              <a:dgm id="{91A80EC5-5433-486D-A2A1-39BF10E8DFEC}"/>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2">
                                            <p:graphicEl>
                                              <a:dgm id="{37C9E9B8-5896-4B97-844C-335E0332E11E}"/>
                                            </p:graphicEl>
                                          </p:spTgt>
                                        </p:tgtEl>
                                        <p:attrNameLst>
                                          <p:attrName>style.visibility</p:attrName>
                                        </p:attrNameLst>
                                      </p:cBhvr>
                                      <p:to>
                                        <p:strVal val="visible"/>
                                      </p:to>
                                    </p:set>
                                    <p:anim calcmode="lin" valueType="num">
                                      <p:cBhvr additive="base">
                                        <p:cTn id="13" dur="500" fill="hold"/>
                                        <p:tgtEl>
                                          <p:spTgt spid="52">
                                            <p:graphicEl>
                                              <a:dgm id="{37C9E9B8-5896-4B97-844C-335E0332E11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
                                            <p:graphicEl>
                                              <a:dgm id="{37C9E9B8-5896-4B97-844C-335E0332E11E}"/>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2">
                                            <p:graphicEl>
                                              <a:dgm id="{99B1FC32-8B96-4954-8C64-4FD550E189BE}"/>
                                            </p:graphicEl>
                                          </p:spTgt>
                                        </p:tgtEl>
                                        <p:attrNameLst>
                                          <p:attrName>style.visibility</p:attrName>
                                        </p:attrNameLst>
                                      </p:cBhvr>
                                      <p:to>
                                        <p:strVal val="visible"/>
                                      </p:to>
                                    </p:set>
                                    <p:anim calcmode="lin" valueType="num">
                                      <p:cBhvr additive="base">
                                        <p:cTn id="19" dur="500" fill="hold"/>
                                        <p:tgtEl>
                                          <p:spTgt spid="52">
                                            <p:graphicEl>
                                              <a:dgm id="{99B1FC32-8B96-4954-8C64-4FD550E189BE}"/>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
                                            <p:graphicEl>
                                              <a:dgm id="{99B1FC32-8B96-4954-8C64-4FD550E189BE}"/>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
                                            <p:graphicEl>
                                              <a:dgm id="{CD3EFEB0-C090-4A35-9050-F9590D76870B}"/>
                                            </p:graphicEl>
                                          </p:spTgt>
                                        </p:tgtEl>
                                        <p:attrNameLst>
                                          <p:attrName>style.visibility</p:attrName>
                                        </p:attrNameLst>
                                      </p:cBhvr>
                                      <p:to>
                                        <p:strVal val="visible"/>
                                      </p:to>
                                    </p:set>
                                    <p:anim calcmode="lin" valueType="num">
                                      <p:cBhvr additive="base">
                                        <p:cTn id="25" dur="500" fill="hold"/>
                                        <p:tgtEl>
                                          <p:spTgt spid="52">
                                            <p:graphicEl>
                                              <a:dgm id="{CD3EFEB0-C090-4A35-9050-F9590D76870B}"/>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
                                            <p:graphicEl>
                                              <a:dgm id="{CD3EFEB0-C090-4A35-9050-F9590D76870B}"/>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2">
                                            <p:graphicEl>
                                              <a:dgm id="{AD923707-59E9-4480-990F-9868199016DE}"/>
                                            </p:graphicEl>
                                          </p:spTgt>
                                        </p:tgtEl>
                                        <p:attrNameLst>
                                          <p:attrName>style.visibility</p:attrName>
                                        </p:attrNameLst>
                                      </p:cBhvr>
                                      <p:to>
                                        <p:strVal val="visible"/>
                                      </p:to>
                                    </p:set>
                                    <p:anim calcmode="lin" valueType="num">
                                      <p:cBhvr additive="base">
                                        <p:cTn id="31" dur="500" fill="hold"/>
                                        <p:tgtEl>
                                          <p:spTgt spid="52">
                                            <p:graphicEl>
                                              <a:dgm id="{AD923707-59E9-4480-990F-9868199016DE}"/>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
                                            <p:graphicEl>
                                              <a:dgm id="{AD923707-59E9-4480-990F-9868199016DE}"/>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2">
                                            <p:graphicEl>
                                              <a:dgm id="{A0BB6282-6F0F-4440-960D-3891E0B8E81A}"/>
                                            </p:graphicEl>
                                          </p:spTgt>
                                        </p:tgtEl>
                                        <p:attrNameLst>
                                          <p:attrName>style.visibility</p:attrName>
                                        </p:attrNameLst>
                                      </p:cBhvr>
                                      <p:to>
                                        <p:strVal val="visible"/>
                                      </p:to>
                                    </p:set>
                                    <p:anim calcmode="lin" valueType="num">
                                      <p:cBhvr additive="base">
                                        <p:cTn id="37" dur="500" fill="hold"/>
                                        <p:tgtEl>
                                          <p:spTgt spid="52">
                                            <p:graphicEl>
                                              <a:dgm id="{A0BB6282-6F0F-4440-960D-3891E0B8E81A}"/>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2">
                                            <p:graphicEl>
                                              <a:dgm id="{A0BB6282-6F0F-4440-960D-3891E0B8E81A}"/>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2">
                                            <p:graphicEl>
                                              <a:dgm id="{CD92E740-0118-4CFE-8D44-CE249A3180A9}"/>
                                            </p:graphicEl>
                                          </p:spTgt>
                                        </p:tgtEl>
                                        <p:attrNameLst>
                                          <p:attrName>style.visibility</p:attrName>
                                        </p:attrNameLst>
                                      </p:cBhvr>
                                      <p:to>
                                        <p:strVal val="visible"/>
                                      </p:to>
                                    </p:set>
                                    <p:anim calcmode="lin" valueType="num">
                                      <p:cBhvr additive="base">
                                        <p:cTn id="43" dur="500" fill="hold"/>
                                        <p:tgtEl>
                                          <p:spTgt spid="52">
                                            <p:graphicEl>
                                              <a:dgm id="{CD92E740-0118-4CFE-8D44-CE249A3180A9}"/>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2">
                                            <p:graphicEl>
                                              <a:dgm id="{CD92E740-0118-4CFE-8D44-CE249A3180A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2"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49">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6" name="Rectangle 51">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7" name="Rectangle 53">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1752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8" name="Rectangle 55">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7" y="0"/>
            <a:ext cx="12191999" cy="2217528"/>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445169" y="381000"/>
            <a:ext cx="11297652" cy="1600124"/>
          </a:xfrm>
        </p:spPr>
        <p:txBody>
          <a:bodyPr>
            <a:normAutofit/>
          </a:bodyPr>
          <a:lstStyle/>
          <a:p>
            <a:r>
              <a:rPr lang="en-US" dirty="0">
                <a:ea typeface="ＭＳ Ｐゴシック" panose="020B0600070205080204" pitchFamily="34" charset="-128"/>
              </a:rPr>
              <a:t>Server in Client-Server Communication</a:t>
            </a: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838200" y="2449918"/>
            <a:ext cx="4876800" cy="3783586"/>
          </a:xfrm>
        </p:spPr>
        <p:txBody>
          <a:bodyPr anchor="ctr">
            <a:normAutofit fontScale="55000" lnSpcReduction="20000"/>
          </a:bodyPr>
          <a:lstStyle/>
          <a:p>
            <a:pPr marL="0" indent="0" eaLnBrk="1" hangingPunct="1">
              <a:buNone/>
            </a:pPr>
            <a:r>
              <a:rPr lang="en-US" altLang="en-PK" sz="35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sequence of events at a server is shown in Fig. </a:t>
            </a:r>
          </a:p>
          <a:p>
            <a:pPr marL="0" indent="0" eaLnBrk="1" hangingPunct="1">
              <a:buNone/>
            </a:pPr>
            <a:r>
              <a:rPr lang="en-US" altLang="en-PK" sz="35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 A request arrives, is carried out, and a reply is sent.</a:t>
            </a:r>
          </a:p>
          <a:p>
            <a:pPr marL="0" indent="0" eaLnBrk="1" hangingPunct="1">
              <a:buNone/>
            </a:pPr>
            <a:r>
              <a:rPr lang="en-US" altLang="en-PK" sz="35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(b) A request arrives and is carried out, just as before, but the server crashes before it can send the reply.</a:t>
            </a:r>
          </a:p>
          <a:p>
            <a:pPr marL="0" indent="0" eaLnBrk="1" hangingPunct="1">
              <a:buNone/>
            </a:pPr>
            <a:r>
              <a:rPr lang="en-US" altLang="en-PK" sz="35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 Again, a request arrives, but this time the server crashes before it can even be carried out and no reply is sent back.</a:t>
            </a:r>
          </a:p>
          <a:p>
            <a:pPr marL="0" indent="0" eaLnBrk="1" hangingPunct="1">
              <a:buNone/>
            </a:pPr>
            <a:endParaRPr lang="en-US" altLang="en-PK" sz="1800"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descr="A picture containing table&#10;&#10;Description automatically generated">
            <a:extLst>
              <a:ext uri="{FF2B5EF4-FFF2-40B4-BE49-F238E27FC236}">
                <a16:creationId xmlns:a16="http://schemas.microsoft.com/office/drawing/2014/main" id="{05853C48-47BB-3A6C-79E7-3372AFD7DC41}"/>
              </a:ext>
            </a:extLst>
          </p:cNvPr>
          <p:cNvPicPr>
            <a:picLocks noChangeAspect="1"/>
          </p:cNvPicPr>
          <p:nvPr/>
        </p:nvPicPr>
        <p:blipFill rotWithShape="1">
          <a:blip r:embed="rId4">
            <a:extLst>
              <a:ext uri="{28A0092B-C50C-407E-A947-70E740481C1C}">
                <a14:useLocalDpi xmlns:a14="http://schemas.microsoft.com/office/drawing/2010/main" val="0"/>
              </a:ext>
            </a:extLst>
          </a:blip>
          <a:srcRect l="-8" t="12657" r="5" b="-2764"/>
          <a:stretch/>
        </p:blipFill>
        <p:spPr>
          <a:xfrm>
            <a:off x="6096000" y="2349229"/>
            <a:ext cx="5926282" cy="426978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152741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7"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8" name="Picture 11">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E00511A7-69E0-29D2-CD29-A76BE488B8FA}"/>
              </a:ext>
            </a:extLst>
          </p:cNvPr>
          <p:cNvSpPr>
            <a:spLocks noGrp="1"/>
          </p:cNvSpPr>
          <p:nvPr>
            <p:ph type="title"/>
          </p:nvPr>
        </p:nvSpPr>
        <p:spPr>
          <a:xfrm>
            <a:off x="287676" y="559814"/>
            <a:ext cx="10898671" cy="998208"/>
          </a:xfrm>
        </p:spPr>
        <p:txBody>
          <a:bodyPr anchor="t">
            <a:normAutofit fontScale="90000"/>
          </a:bodyPr>
          <a:lstStyle/>
          <a:p>
            <a:r>
              <a:rPr lang="en-US" dirty="0">
                <a:solidFill>
                  <a:schemeClr val="tx1"/>
                </a:solidFill>
                <a:ea typeface="ＭＳ Ｐゴシック" panose="020B0600070205080204" pitchFamily="34" charset="-128"/>
              </a:rPr>
              <a:t>Server in Client-Server Communication Cont..</a:t>
            </a:r>
            <a:endParaRPr lang="en-PK" dirty="0">
              <a:solidFill>
                <a:schemeClr val="tx1"/>
              </a:solidFill>
            </a:endParaRPr>
          </a:p>
        </p:txBody>
      </p:sp>
      <p:pic>
        <p:nvPicPr>
          <p:cNvPr id="19" name="Picture 13">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5" name="Content Placeholder 4">
            <a:extLst>
              <a:ext uri="{FF2B5EF4-FFF2-40B4-BE49-F238E27FC236}">
                <a16:creationId xmlns:a16="http://schemas.microsoft.com/office/drawing/2014/main" id="{093CC739-6986-46A2-3250-193838452E25}"/>
              </a:ext>
            </a:extLst>
          </p:cNvPr>
          <p:cNvGraphicFramePr>
            <a:graphicFrameLocks noGrp="1"/>
          </p:cNvGraphicFramePr>
          <p:nvPr>
            <p:ph idx="1"/>
            <p:extLst>
              <p:ext uri="{D42A27DB-BD31-4B8C-83A1-F6EECF244321}">
                <p14:modId xmlns:p14="http://schemas.microsoft.com/office/powerpoint/2010/main" val="4290560482"/>
              </p:ext>
            </p:extLst>
          </p:nvPr>
        </p:nvGraphicFramePr>
        <p:xfrm>
          <a:off x="503435" y="2403097"/>
          <a:ext cx="10669844" cy="37099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443528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49">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66" name="Rectangle 51">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67" name="Rectangle 53">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1752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68" name="Rectangle 55">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7" y="0"/>
            <a:ext cx="12191999" cy="2217528"/>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555840" cy="1600124"/>
          </a:xfrm>
        </p:spPr>
        <p:txBody>
          <a:bodyPr>
            <a:normAutofit/>
          </a:bodyPr>
          <a:lstStyle/>
          <a:p>
            <a:r>
              <a:rPr lang="en-US" dirty="0">
                <a:ea typeface="ＭＳ Ｐゴシック" panose="020B0600070205080204" pitchFamily="34" charset="-128"/>
              </a:rPr>
              <a:t>Client in Client-Server Communication</a:t>
            </a:r>
            <a:endParaRPr lang="en-PK" dirty="0"/>
          </a:p>
        </p:txBody>
      </p:sp>
      <p:graphicFrame>
        <p:nvGraphicFramePr>
          <p:cNvPr id="9" name="Content Placeholder 8">
            <a:extLst>
              <a:ext uri="{FF2B5EF4-FFF2-40B4-BE49-F238E27FC236}">
                <a16:creationId xmlns:a16="http://schemas.microsoft.com/office/drawing/2014/main" id="{3F37BE49-E3CD-6F2E-0BC0-9EF43B22AEE0}"/>
              </a:ext>
            </a:extLst>
          </p:cNvPr>
          <p:cNvGraphicFramePr>
            <a:graphicFrameLocks noGrp="1"/>
          </p:cNvGraphicFramePr>
          <p:nvPr>
            <p:ph idx="1"/>
            <p:extLst>
              <p:ext uri="{D42A27DB-BD31-4B8C-83A1-F6EECF244321}">
                <p14:modId xmlns:p14="http://schemas.microsoft.com/office/powerpoint/2010/main" val="4230364930"/>
              </p:ext>
            </p:extLst>
          </p:nvPr>
        </p:nvGraphicFramePr>
        <p:xfrm>
          <a:off x="838199" y="2449917"/>
          <a:ext cx="9795553" cy="38054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648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Reliable Group Communication</a:t>
            </a:r>
          </a:p>
        </p:txBody>
      </p:sp>
    </p:spTree>
    <p:extLst>
      <p:ext uri="{BB962C8B-B14F-4D97-AF65-F5344CB8AC3E}">
        <p14:creationId xmlns:p14="http://schemas.microsoft.com/office/powerpoint/2010/main" val="863166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76668104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819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tLang="en-PK" dirty="0">
                <a:ea typeface="ＭＳ Ｐゴシック" panose="020B0600070205080204" pitchFamily="34" charset="-128"/>
              </a:rPr>
              <a:t>Reliable Group Communication</a:t>
            </a:r>
            <a:br>
              <a:rPr lang="en-US" altLang="en-PK" dirty="0">
                <a:ea typeface="ＭＳ Ｐゴシック" panose="020B0600070205080204" pitchFamily="34" charset="-128"/>
              </a:rPr>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1"/>
            <a:ext cx="8796337" cy="3679004"/>
          </a:xfrm>
        </p:spPr>
        <p:txBody>
          <a:bodyPr anchor="ctr">
            <a:noAutofit/>
          </a:bodyPr>
          <a:lstStyle/>
          <a:p>
            <a:pPr marL="0" indent="0" algn="ctr" eaLnBrk="1" hangingPunct="1">
              <a:buNone/>
            </a:pPr>
            <a:r>
              <a:rPr lang="en-US" b="0" i="0" dirty="0">
                <a:solidFill>
                  <a:schemeClr val="tx1"/>
                </a:solidFill>
                <a:effectLst/>
                <a:latin typeface="Arial" panose="020B0604020202020204" pitchFamily="34" charset="0"/>
              </a:rPr>
              <a:t>“Reliable multicast services guarantee that all </a:t>
            </a:r>
            <a:r>
              <a:rPr lang="en-US" b="0" i="0" u="sng" dirty="0">
                <a:solidFill>
                  <a:srgbClr val="0033CC"/>
                </a:solidFill>
                <a:effectLst/>
                <a:latin typeface="Arial" panose="020B0604020202020204" pitchFamily="34" charset="0"/>
              </a:rPr>
              <a:t>messages are delivered </a:t>
            </a:r>
            <a:r>
              <a:rPr lang="en-US" b="0" i="0" dirty="0">
                <a:solidFill>
                  <a:schemeClr val="tx1"/>
                </a:solidFill>
                <a:effectLst/>
                <a:latin typeface="Arial" panose="020B0604020202020204" pitchFamily="34" charset="0"/>
              </a:rPr>
              <a:t>to all members of a process group.”</a:t>
            </a:r>
            <a:endPar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17906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fontScale="90000"/>
          </a:bodyPr>
          <a:lstStyle/>
          <a:p>
            <a:r>
              <a:rPr lang="en-US" dirty="0">
                <a:solidFill>
                  <a:schemeClr val="tx2"/>
                </a:solidFill>
              </a:rPr>
              <a:t>Basic Reliable-Multicasting Schemes</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392FEA5F-8A01-499A-45EC-6EDC1F213C65}"/>
              </a:ext>
            </a:extLst>
          </p:cNvPr>
          <p:cNvGraphicFramePr>
            <a:graphicFrameLocks noGrp="1"/>
          </p:cNvGraphicFramePr>
          <p:nvPr>
            <p:ph idx="1"/>
            <p:extLst>
              <p:ext uri="{D42A27DB-BD31-4B8C-83A1-F6EECF244321}">
                <p14:modId xmlns:p14="http://schemas.microsoft.com/office/powerpoint/2010/main" val="2948331109"/>
              </p:ext>
            </p:extLst>
          </p:nvPr>
        </p:nvGraphicFramePr>
        <p:xfrm>
          <a:off x="1171254" y="1589989"/>
          <a:ext cx="10002025" cy="452309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187862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1">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1" name="Rectangle 53">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62" name="Picture 55">
            <a:extLst>
              <a:ext uri="{FF2B5EF4-FFF2-40B4-BE49-F238E27FC236}">
                <a16:creationId xmlns:a16="http://schemas.microsoft.com/office/drawing/2014/main" id="{18CBEC9D-9F9B-4383-B986-DE5B184A9A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40500" t="44401"/>
          <a:stretch/>
        </p:blipFill>
        <p:spPr>
          <a:xfrm>
            <a:off x="-3048" y="-1"/>
            <a:ext cx="1146048" cy="1070909"/>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461340"/>
            <a:ext cx="10771598" cy="1518568"/>
          </a:xfrm>
        </p:spPr>
        <p:txBody>
          <a:bodyPr>
            <a:normAutofit/>
          </a:bodyPr>
          <a:lstStyle/>
          <a:p>
            <a:r>
              <a:rPr lang="en-US" dirty="0">
                <a:solidFill>
                  <a:schemeClr val="tx2"/>
                </a:solidFill>
              </a:rPr>
              <a:t>Basic Reliable-Multicasting Schemes Cont..</a:t>
            </a:r>
            <a:endParaRPr lang="en-PK" dirty="0">
              <a:solidFill>
                <a:schemeClr val="tx2"/>
              </a:solidFill>
            </a:endParaRPr>
          </a:p>
        </p:txBody>
      </p:sp>
      <p:sp>
        <p:nvSpPr>
          <p:cNvPr id="63" name="Content Placeholder 48">
            <a:extLst>
              <a:ext uri="{FF2B5EF4-FFF2-40B4-BE49-F238E27FC236}">
                <a16:creationId xmlns:a16="http://schemas.microsoft.com/office/drawing/2014/main" id="{3186691D-14EB-2CF5-1D5C-3E6F1B786163}"/>
              </a:ext>
            </a:extLst>
          </p:cNvPr>
          <p:cNvSpPr>
            <a:spLocks noGrp="1"/>
          </p:cNvSpPr>
          <p:nvPr>
            <p:ph idx="1"/>
          </p:nvPr>
        </p:nvSpPr>
        <p:spPr>
          <a:xfrm>
            <a:off x="2204384" y="5568593"/>
            <a:ext cx="7740721" cy="919084"/>
          </a:xfrm>
        </p:spPr>
        <p:txBody>
          <a:bodyPr>
            <a:normAutofit/>
          </a:bodyPr>
          <a:lstStyle/>
          <a:p>
            <a:pPr marL="0" indent="0">
              <a:buNone/>
            </a:pPr>
            <a:r>
              <a:rPr lang="en-US" sz="1800" dirty="0">
                <a:solidFill>
                  <a:schemeClr val="tx2"/>
                </a:solidFill>
                <a:latin typeface="Arial" panose="020B0604020202020204" pitchFamily="34" charset="0"/>
                <a:cs typeface="Arial" panose="020B0604020202020204" pitchFamily="34" charset="0"/>
              </a:rPr>
              <a:t>(a) Message transmission – note that the third receiver is expecting 24.</a:t>
            </a:r>
          </a:p>
          <a:p>
            <a:pPr marL="0" indent="0">
              <a:buNone/>
            </a:pPr>
            <a:r>
              <a:rPr lang="en-US" sz="1800" dirty="0">
                <a:solidFill>
                  <a:schemeClr val="tx2"/>
                </a:solidFill>
                <a:latin typeface="Arial" panose="020B0604020202020204" pitchFamily="34" charset="0"/>
                <a:cs typeface="Arial" panose="020B0604020202020204" pitchFamily="34" charset="0"/>
              </a:rPr>
              <a:t>(b) Reporting feedback – the third receiver informs the sender.</a:t>
            </a:r>
          </a:p>
        </p:txBody>
      </p:sp>
      <p:pic>
        <p:nvPicPr>
          <p:cNvPr id="9" name="Content Placeholder 8" descr="Diagram&#10;&#10;Description automatically generated">
            <a:extLst>
              <a:ext uri="{FF2B5EF4-FFF2-40B4-BE49-F238E27FC236}">
                <a16:creationId xmlns:a16="http://schemas.microsoft.com/office/drawing/2014/main" id="{E13CDD90-9EE8-711C-F598-37E8CA60EC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3200" y="1979908"/>
            <a:ext cx="6670964" cy="34979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4" name="Picture 57">
            <a:extLst>
              <a:ext uri="{FF2B5EF4-FFF2-40B4-BE49-F238E27FC236}">
                <a16:creationId xmlns:a16="http://schemas.microsoft.com/office/drawing/2014/main" id="{AFE52FC7-B3EF-46A4-B8CE-292164EC928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3529152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Distributed Commit</a:t>
            </a:r>
          </a:p>
        </p:txBody>
      </p:sp>
    </p:spTree>
    <p:extLst>
      <p:ext uri="{BB962C8B-B14F-4D97-AF65-F5344CB8AC3E}">
        <p14:creationId xmlns:p14="http://schemas.microsoft.com/office/powerpoint/2010/main" val="2377689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84849152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1320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757989" y="685800"/>
            <a:ext cx="10443411" cy="1295324"/>
          </a:xfrm>
        </p:spPr>
        <p:txBody>
          <a:bodyPr>
            <a:normAutofit fontScale="90000"/>
          </a:bodyPr>
          <a:lstStyle/>
          <a:p>
            <a:r>
              <a:rPr lang="en-US" altLang="en-PK" dirty="0">
                <a:ea typeface="ＭＳ Ｐゴシック" panose="020B0600070205080204" pitchFamily="34" charset="-128"/>
              </a:rPr>
              <a:t>Distributed Commit</a:t>
            </a:r>
            <a:br>
              <a:rPr lang="en-US" altLang="en-PK" dirty="0">
                <a:ea typeface="ＭＳ Ｐゴシック" panose="020B0600070205080204" pitchFamily="34" charset="-128"/>
              </a:rPr>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0"/>
            <a:ext cx="8796337" cy="3607085"/>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“The distributed commit problem involves having an operation being performed by </a:t>
            </a:r>
            <a:r>
              <a:rPr lang="en-US" altLang="en-PK" dirty="0">
                <a:solidFill>
                  <a:srgbClr val="0033CC"/>
                </a:solidFill>
                <a:latin typeface="Arial" panose="020B0604020202020204" pitchFamily="34" charset="0"/>
                <a:ea typeface="ＭＳ Ｐゴシック" panose="020B0600070205080204" pitchFamily="34" charset="-128"/>
                <a:cs typeface="Arial" panose="020B0604020202020204" pitchFamily="34" charset="0"/>
              </a:rPr>
              <a:t>each member </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of a process group, or </a:t>
            </a:r>
            <a:r>
              <a:rPr lang="en-US" altLang="en-PK" dirty="0">
                <a:solidFill>
                  <a:srgbClr val="C00000"/>
                </a:solidFill>
                <a:latin typeface="Arial" panose="020B0604020202020204" pitchFamily="34" charset="0"/>
                <a:ea typeface="ＭＳ Ｐゴシック" panose="020B0600070205080204" pitchFamily="34" charset="-128"/>
                <a:cs typeface="Arial" panose="020B0604020202020204" pitchFamily="34" charset="0"/>
              </a:rPr>
              <a:t>none at all</a:t>
            </a: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4069132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a:bodyPr>
          <a:lstStyle/>
          <a:p>
            <a:r>
              <a:rPr lang="en-US" altLang="en-PK" dirty="0">
                <a:solidFill>
                  <a:schemeClr val="tx2"/>
                </a:solidFill>
                <a:ea typeface="ＭＳ Ｐゴシック" panose="020B0600070205080204" pitchFamily="34" charset="-128"/>
              </a:rPr>
              <a:t>Distributed Commit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D9F8ED3E-0007-558F-DD02-7629BD739D52}"/>
              </a:ext>
            </a:extLst>
          </p:cNvPr>
          <p:cNvGraphicFramePr>
            <a:graphicFrameLocks noGrp="1"/>
          </p:cNvGraphicFramePr>
          <p:nvPr>
            <p:ph idx="1"/>
            <p:extLst>
              <p:ext uri="{D42A27DB-BD31-4B8C-83A1-F6EECF244321}">
                <p14:modId xmlns:p14="http://schemas.microsoft.com/office/powerpoint/2010/main" val="2371069569"/>
              </p:ext>
            </p:extLst>
          </p:nvPr>
        </p:nvGraphicFramePr>
        <p:xfrm>
          <a:off x="1503680" y="1857375"/>
          <a:ext cx="10106793" cy="463967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6397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E007DB54-D29B-4F5D-A6CF-45737547B7EC}"/>
                                            </p:graphicEl>
                                          </p:spTgt>
                                        </p:tgtEl>
                                        <p:attrNameLst>
                                          <p:attrName>style.visibility</p:attrName>
                                        </p:attrNameLst>
                                      </p:cBhvr>
                                      <p:to>
                                        <p:strVal val="visible"/>
                                      </p:to>
                                    </p:set>
                                    <p:anim calcmode="lin" valueType="num">
                                      <p:cBhvr additive="base">
                                        <p:cTn id="7" dur="500" fill="hold"/>
                                        <p:tgtEl>
                                          <p:spTgt spid="3">
                                            <p:graphicEl>
                                              <a:dgm id="{E007DB54-D29B-4F5D-A6CF-45737547B7E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E007DB54-D29B-4F5D-A6CF-45737547B7EC}"/>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6A2ED050-AD51-4FA1-A905-5F0BC6E9C48D}"/>
                                            </p:graphicEl>
                                          </p:spTgt>
                                        </p:tgtEl>
                                        <p:attrNameLst>
                                          <p:attrName>style.visibility</p:attrName>
                                        </p:attrNameLst>
                                      </p:cBhvr>
                                      <p:to>
                                        <p:strVal val="visible"/>
                                      </p:to>
                                    </p:set>
                                    <p:anim calcmode="lin" valueType="num">
                                      <p:cBhvr additive="base">
                                        <p:cTn id="13" dur="500" fill="hold"/>
                                        <p:tgtEl>
                                          <p:spTgt spid="3">
                                            <p:graphicEl>
                                              <a:dgm id="{6A2ED050-AD51-4FA1-A905-5F0BC6E9C48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6A2ED050-AD51-4FA1-A905-5F0BC6E9C48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graphicEl>
                                              <a:dgm id="{7B2A27CA-2E1D-40A3-AE8C-EF7615A8D163}"/>
                                            </p:graphicEl>
                                          </p:spTgt>
                                        </p:tgtEl>
                                        <p:attrNameLst>
                                          <p:attrName>style.visibility</p:attrName>
                                        </p:attrNameLst>
                                      </p:cBhvr>
                                      <p:to>
                                        <p:strVal val="visible"/>
                                      </p:to>
                                    </p:set>
                                    <p:anim calcmode="lin" valueType="num">
                                      <p:cBhvr additive="base">
                                        <p:cTn id="19" dur="500" fill="hold"/>
                                        <p:tgtEl>
                                          <p:spTgt spid="3">
                                            <p:graphicEl>
                                              <a:dgm id="{7B2A27CA-2E1D-40A3-AE8C-EF7615A8D163}"/>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7B2A27CA-2E1D-40A3-AE8C-EF7615A8D163}"/>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graphicEl>
                                              <a:dgm id="{2F8D16DC-974E-4970-A330-B99F8470430A}"/>
                                            </p:graphicEl>
                                          </p:spTgt>
                                        </p:tgtEl>
                                        <p:attrNameLst>
                                          <p:attrName>style.visibility</p:attrName>
                                        </p:attrNameLst>
                                      </p:cBhvr>
                                      <p:to>
                                        <p:strVal val="visible"/>
                                      </p:to>
                                    </p:set>
                                    <p:anim calcmode="lin" valueType="num">
                                      <p:cBhvr additive="base">
                                        <p:cTn id="25" dur="500" fill="hold"/>
                                        <p:tgtEl>
                                          <p:spTgt spid="3">
                                            <p:graphicEl>
                                              <a:dgm id="{2F8D16DC-974E-4970-A330-B99F8470430A}"/>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graphicEl>
                                              <a:dgm id="{2F8D16DC-974E-4970-A330-B99F8470430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a:bodyPr>
          <a:lstStyle/>
          <a:p>
            <a:r>
              <a:rPr lang="en-US" altLang="en-PK" dirty="0">
                <a:solidFill>
                  <a:schemeClr val="tx2"/>
                </a:solidFill>
                <a:ea typeface="ＭＳ Ｐゴシック" panose="020B0600070205080204" pitchFamily="34" charset="-128"/>
              </a:rPr>
              <a:t>Distributed Commit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 …</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6" name="Content Placeholder 5">
            <a:extLst>
              <a:ext uri="{FF2B5EF4-FFF2-40B4-BE49-F238E27FC236}">
                <a16:creationId xmlns:a16="http://schemas.microsoft.com/office/drawing/2014/main" id="{EEB79140-9EF4-4D94-2AB3-463DDE669CF4}"/>
              </a:ext>
            </a:extLst>
          </p:cNvPr>
          <p:cNvGraphicFramePr>
            <a:graphicFrameLocks noGrp="1"/>
          </p:cNvGraphicFramePr>
          <p:nvPr>
            <p:ph idx="1"/>
            <p:extLst>
              <p:ext uri="{D42A27DB-BD31-4B8C-83A1-F6EECF244321}">
                <p14:modId xmlns:p14="http://schemas.microsoft.com/office/powerpoint/2010/main" val="4007815336"/>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9079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820AA0EB-9C73-44C1-96AC-7B2E600501D8}"/>
                                            </p:graphicEl>
                                          </p:spTgt>
                                        </p:tgtEl>
                                        <p:attrNameLst>
                                          <p:attrName>style.visibility</p:attrName>
                                        </p:attrNameLst>
                                      </p:cBhvr>
                                      <p:to>
                                        <p:strVal val="visible"/>
                                      </p:to>
                                    </p:set>
                                    <p:anim calcmode="lin" valueType="num">
                                      <p:cBhvr additive="base">
                                        <p:cTn id="7" dur="500" fill="hold"/>
                                        <p:tgtEl>
                                          <p:spTgt spid="6">
                                            <p:graphicEl>
                                              <a:dgm id="{820AA0EB-9C73-44C1-96AC-7B2E600501D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820AA0EB-9C73-44C1-96AC-7B2E600501D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45F37E6C-A5B4-4009-8345-F5590BE79169}"/>
                                            </p:graphicEl>
                                          </p:spTgt>
                                        </p:tgtEl>
                                        <p:attrNameLst>
                                          <p:attrName>style.visibility</p:attrName>
                                        </p:attrNameLst>
                                      </p:cBhvr>
                                      <p:to>
                                        <p:strVal val="visible"/>
                                      </p:to>
                                    </p:set>
                                    <p:anim calcmode="lin" valueType="num">
                                      <p:cBhvr additive="base">
                                        <p:cTn id="13" dur="500" fill="hold"/>
                                        <p:tgtEl>
                                          <p:spTgt spid="6">
                                            <p:graphicEl>
                                              <a:dgm id="{45F37E6C-A5B4-4009-8345-F5590BE7916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45F37E6C-A5B4-4009-8345-F5590BE79169}"/>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graphicEl>
                                              <a:dgm id="{F75F6EE3-F96B-44DA-BE97-448F662F2AB7}"/>
                                            </p:graphicEl>
                                          </p:spTgt>
                                        </p:tgtEl>
                                        <p:attrNameLst>
                                          <p:attrName>style.visibility</p:attrName>
                                        </p:attrNameLst>
                                      </p:cBhvr>
                                      <p:to>
                                        <p:strVal val="visible"/>
                                      </p:to>
                                    </p:set>
                                    <p:anim calcmode="lin" valueType="num">
                                      <p:cBhvr additive="base">
                                        <p:cTn id="17" dur="500" fill="hold"/>
                                        <p:tgtEl>
                                          <p:spTgt spid="6">
                                            <p:graphicEl>
                                              <a:dgm id="{F75F6EE3-F96B-44DA-BE97-448F662F2AB7}"/>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F75F6EE3-F96B-44DA-BE97-448F662F2AB7}"/>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graphicEl>
                                              <a:dgm id="{B9D7B436-CF65-4041-BF72-AFAE27031F51}"/>
                                            </p:graphicEl>
                                          </p:spTgt>
                                        </p:tgtEl>
                                        <p:attrNameLst>
                                          <p:attrName>style.visibility</p:attrName>
                                        </p:attrNameLst>
                                      </p:cBhvr>
                                      <p:to>
                                        <p:strVal val="visible"/>
                                      </p:to>
                                    </p:set>
                                    <p:anim calcmode="lin" valueType="num">
                                      <p:cBhvr additive="base">
                                        <p:cTn id="23" dur="500" fill="hold"/>
                                        <p:tgtEl>
                                          <p:spTgt spid="6">
                                            <p:graphicEl>
                                              <a:dgm id="{B9D7B436-CF65-4041-BF72-AFAE27031F51}"/>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graphicEl>
                                              <a:dgm id="{B9D7B436-CF65-4041-BF72-AFAE27031F51}"/>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graphicEl>
                                              <a:dgm id="{3F205EBD-FF8C-41D7-BE58-777F4D3EEAC6}"/>
                                            </p:graphicEl>
                                          </p:spTgt>
                                        </p:tgtEl>
                                        <p:attrNameLst>
                                          <p:attrName>style.visibility</p:attrName>
                                        </p:attrNameLst>
                                      </p:cBhvr>
                                      <p:to>
                                        <p:strVal val="visible"/>
                                      </p:to>
                                    </p:set>
                                    <p:anim calcmode="lin" valueType="num">
                                      <p:cBhvr additive="base">
                                        <p:cTn id="27" dur="500" fill="hold"/>
                                        <p:tgtEl>
                                          <p:spTgt spid="6">
                                            <p:graphicEl>
                                              <a:dgm id="{3F205EBD-FF8C-41D7-BE58-777F4D3EEAC6}"/>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3F205EBD-FF8C-41D7-BE58-777F4D3EEAC6}"/>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graphicEl>
                                              <a:dgm id="{6EC1A34B-E3BC-406D-8C47-48DC2C7FE406}"/>
                                            </p:graphicEl>
                                          </p:spTgt>
                                        </p:tgtEl>
                                        <p:attrNameLst>
                                          <p:attrName>style.visibility</p:attrName>
                                        </p:attrNameLst>
                                      </p:cBhvr>
                                      <p:to>
                                        <p:strVal val="visible"/>
                                      </p:to>
                                    </p:set>
                                    <p:anim calcmode="lin" valueType="num">
                                      <p:cBhvr additive="base">
                                        <p:cTn id="33" dur="500" fill="hold"/>
                                        <p:tgtEl>
                                          <p:spTgt spid="6">
                                            <p:graphicEl>
                                              <a:dgm id="{6EC1A34B-E3BC-406D-8C47-48DC2C7FE406}"/>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graphicEl>
                                              <a:dgm id="{6EC1A34B-E3BC-406D-8C47-48DC2C7FE406}"/>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
                                            <p:graphicEl>
                                              <a:dgm id="{5BA76DF3-79E2-4D76-B05B-29A982B14F37}"/>
                                            </p:graphicEl>
                                          </p:spTgt>
                                        </p:tgtEl>
                                        <p:attrNameLst>
                                          <p:attrName>style.visibility</p:attrName>
                                        </p:attrNameLst>
                                      </p:cBhvr>
                                      <p:to>
                                        <p:strVal val="visible"/>
                                      </p:to>
                                    </p:set>
                                    <p:anim calcmode="lin" valueType="num">
                                      <p:cBhvr additive="base">
                                        <p:cTn id="37" dur="500" fill="hold"/>
                                        <p:tgtEl>
                                          <p:spTgt spid="6">
                                            <p:graphicEl>
                                              <a:dgm id="{5BA76DF3-79E2-4D76-B05B-29A982B14F37}"/>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5BA76DF3-79E2-4D76-B05B-29A982B14F3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t>One-Phase Commit Protocol:</a:t>
            </a:r>
            <a:br>
              <a:rPr lang="en-US"/>
            </a:br>
            <a:endParaRPr lang="en-PK" dirty="0"/>
          </a:p>
        </p:txBody>
      </p:sp>
      <p:graphicFrame>
        <p:nvGraphicFramePr>
          <p:cNvPr id="36" name="Rectangle 3">
            <a:extLst>
              <a:ext uri="{FF2B5EF4-FFF2-40B4-BE49-F238E27FC236}">
                <a16:creationId xmlns:a16="http://schemas.microsoft.com/office/drawing/2014/main" id="{7CF91EFE-3D52-3E13-C3CA-D69B8517EF3F}"/>
              </a:ext>
            </a:extLst>
          </p:cNvPr>
          <p:cNvGraphicFramePr>
            <a:graphicFrameLocks noGrp="1"/>
          </p:cNvGraphicFramePr>
          <p:nvPr>
            <p:ph idx="1"/>
            <p:extLst>
              <p:ext uri="{D42A27DB-BD31-4B8C-83A1-F6EECF244321}">
                <p14:modId xmlns:p14="http://schemas.microsoft.com/office/powerpoint/2010/main" val="19899697"/>
              </p:ext>
            </p:extLst>
          </p:nvPr>
        </p:nvGraphicFramePr>
        <p:xfrm>
          <a:off x="1185863" y="2362200"/>
          <a:ext cx="8796337" cy="39354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Rectangle 1">
            <a:extLst>
              <a:ext uri="{FF2B5EF4-FFF2-40B4-BE49-F238E27FC236}">
                <a16:creationId xmlns:a16="http://schemas.microsoft.com/office/drawing/2014/main" id="{4931247D-CE96-33F6-13B0-02E7C21FBC9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E" altLang="en-PK" sz="1400" b="1" i="0" u="none" strike="noStrike" cap="none" normalizeH="0" baseline="0">
                <a:ln>
                  <a:noFill/>
                </a:ln>
                <a:solidFill>
                  <a:srgbClr val="000000"/>
                </a:solidFill>
                <a:effectLst/>
                <a:latin typeface="Arial" panose="020B0604020202020204" pitchFamily="34" charset="0"/>
                <a:cs typeface="Arial" panose="020B0604020202020204" pitchFamily="34" charset="0"/>
              </a:rPr>
              <a:t>The solutions</a:t>
            </a:r>
            <a:r>
              <a:rPr kumimoji="0" lang="en-IE" altLang="en-PK"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T</a:t>
            </a:r>
            <a:r>
              <a:rPr kumimoji="0" lang="en-IE" altLang="en-PK" sz="1400" b="0" i="1" u="none" strike="noStrike" cap="none" normalizeH="0" baseline="0">
                <a:ln>
                  <a:noFill/>
                </a:ln>
                <a:solidFill>
                  <a:srgbClr val="000000"/>
                </a:solidFill>
                <a:effectLst/>
                <a:latin typeface="Arial" panose="020B0604020202020204" pitchFamily="34" charset="0"/>
                <a:cs typeface="Arial" panose="020B0604020202020204" pitchFamily="34" charset="0"/>
              </a:rPr>
              <a:t>wo-Phase</a:t>
            </a:r>
            <a:r>
              <a:rPr kumimoji="0" lang="en-IE" altLang="en-PK" sz="1400" b="0" i="0" u="none" strike="noStrike" cap="none" normalizeH="0" baseline="0">
                <a:ln>
                  <a:noFill/>
                </a:ln>
                <a:solidFill>
                  <a:srgbClr val="000000"/>
                </a:solidFill>
                <a:effectLst/>
                <a:latin typeface="Arial" panose="020B0604020202020204" pitchFamily="34" charset="0"/>
                <a:cs typeface="Arial" panose="020B0604020202020204" pitchFamily="34" charset="0"/>
              </a:rPr>
              <a:t> and </a:t>
            </a:r>
            <a:r>
              <a:rPr kumimoji="0" lang="en-IE" altLang="en-PK" sz="1400" b="0" i="1" u="none" strike="noStrike" cap="none" normalizeH="0" baseline="0">
                <a:ln>
                  <a:noFill/>
                </a:ln>
                <a:solidFill>
                  <a:srgbClr val="000000"/>
                </a:solidFill>
                <a:effectLst/>
                <a:latin typeface="Arial" panose="020B0604020202020204" pitchFamily="34" charset="0"/>
                <a:cs typeface="Arial" panose="020B0604020202020204" pitchFamily="34" charset="0"/>
              </a:rPr>
              <a:t>Three-Phase Commit Protocols</a:t>
            </a:r>
            <a:endParaRPr kumimoji="0" lang="en-IE" altLang="en-PK" sz="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IE" altLang="en-PK"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br>
            <a:endParaRPr kumimoji="0" lang="en-IE" altLang="en-PK"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IE" altLang="en-PK"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403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19916AE3-FB99-4459-AA12-2854DF13E6D3}"/>
                                            </p:graphicEl>
                                          </p:spTgt>
                                        </p:tgtEl>
                                        <p:attrNameLst>
                                          <p:attrName>style.visibility</p:attrName>
                                        </p:attrNameLst>
                                      </p:cBhvr>
                                      <p:to>
                                        <p:strVal val="visible"/>
                                      </p:to>
                                    </p:set>
                                    <p:anim calcmode="lin" valueType="num">
                                      <p:cBhvr additive="base">
                                        <p:cTn id="7" dur="500" fill="hold"/>
                                        <p:tgtEl>
                                          <p:spTgt spid="36">
                                            <p:graphicEl>
                                              <a:dgm id="{19916AE3-FB99-4459-AA12-2854DF13E6D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19916AE3-FB99-4459-AA12-2854DF13E6D3}"/>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8151EDBA-6F36-45DA-83BE-D70062B4FFEB}"/>
                                            </p:graphicEl>
                                          </p:spTgt>
                                        </p:tgtEl>
                                        <p:attrNameLst>
                                          <p:attrName>style.visibility</p:attrName>
                                        </p:attrNameLst>
                                      </p:cBhvr>
                                      <p:to>
                                        <p:strVal val="visible"/>
                                      </p:to>
                                    </p:set>
                                    <p:anim calcmode="lin" valueType="num">
                                      <p:cBhvr additive="base">
                                        <p:cTn id="11" dur="500" fill="hold"/>
                                        <p:tgtEl>
                                          <p:spTgt spid="36">
                                            <p:graphicEl>
                                              <a:dgm id="{8151EDBA-6F36-45DA-83BE-D70062B4FFEB}"/>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8151EDBA-6F36-45DA-83BE-D70062B4FFEB}"/>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AB672E9B-F66A-4C50-AE9B-FD1939A2CF90}"/>
                                            </p:graphicEl>
                                          </p:spTgt>
                                        </p:tgtEl>
                                        <p:attrNameLst>
                                          <p:attrName>style.visibility</p:attrName>
                                        </p:attrNameLst>
                                      </p:cBhvr>
                                      <p:to>
                                        <p:strVal val="visible"/>
                                      </p:to>
                                    </p:set>
                                    <p:anim calcmode="lin" valueType="num">
                                      <p:cBhvr additive="base">
                                        <p:cTn id="17" dur="500" fill="hold"/>
                                        <p:tgtEl>
                                          <p:spTgt spid="36">
                                            <p:graphicEl>
                                              <a:dgm id="{AB672E9B-F66A-4C50-AE9B-FD1939A2CF90}"/>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AB672E9B-F66A-4C50-AE9B-FD1939A2CF90}"/>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
                                            <p:graphicEl>
                                              <a:dgm id="{AD380678-4B61-405A-BC06-4DB30F313B22}"/>
                                            </p:graphicEl>
                                          </p:spTgt>
                                        </p:tgtEl>
                                        <p:attrNameLst>
                                          <p:attrName>style.visibility</p:attrName>
                                        </p:attrNameLst>
                                      </p:cBhvr>
                                      <p:to>
                                        <p:strVal val="visible"/>
                                      </p:to>
                                    </p:set>
                                    <p:anim calcmode="lin" valueType="num">
                                      <p:cBhvr additive="base">
                                        <p:cTn id="23" dur="500" fill="hold"/>
                                        <p:tgtEl>
                                          <p:spTgt spid="36">
                                            <p:graphicEl>
                                              <a:dgm id="{AD380678-4B61-405A-BC06-4DB30F313B2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36">
                                            <p:graphicEl>
                                              <a:dgm id="{AD380678-4B61-405A-BC06-4DB30F313B2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6">
                                            <p:graphicEl>
                                              <a:dgm id="{8EF6B7BC-9938-43C1-997E-4C65BE4991B5}"/>
                                            </p:graphicEl>
                                          </p:spTgt>
                                        </p:tgtEl>
                                        <p:attrNameLst>
                                          <p:attrName>style.visibility</p:attrName>
                                        </p:attrNameLst>
                                      </p:cBhvr>
                                      <p:to>
                                        <p:strVal val="visible"/>
                                      </p:to>
                                    </p:set>
                                    <p:anim calcmode="lin" valueType="num">
                                      <p:cBhvr additive="base">
                                        <p:cTn id="27" dur="500" fill="hold"/>
                                        <p:tgtEl>
                                          <p:spTgt spid="36">
                                            <p:graphicEl>
                                              <a:dgm id="{8EF6B7BC-9938-43C1-997E-4C65BE4991B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8EF6B7BC-9938-43C1-997E-4C65BE4991B5}"/>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6">
                                            <p:graphicEl>
                                              <a:dgm id="{E201970D-8FFF-4AD7-951C-BE026813BFF7}"/>
                                            </p:graphicEl>
                                          </p:spTgt>
                                        </p:tgtEl>
                                        <p:attrNameLst>
                                          <p:attrName>style.visibility</p:attrName>
                                        </p:attrNameLst>
                                      </p:cBhvr>
                                      <p:to>
                                        <p:strVal val="visible"/>
                                      </p:to>
                                    </p:set>
                                    <p:anim calcmode="lin" valueType="num">
                                      <p:cBhvr additive="base">
                                        <p:cTn id="33" dur="500" fill="hold"/>
                                        <p:tgtEl>
                                          <p:spTgt spid="36">
                                            <p:graphicEl>
                                              <a:dgm id="{E201970D-8FFF-4AD7-951C-BE026813BFF7}"/>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36">
                                            <p:graphicEl>
                                              <a:dgm id="{E201970D-8FFF-4AD7-951C-BE026813BFF7}"/>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6">
                                            <p:graphicEl>
                                              <a:dgm id="{42DC7B0B-1CC2-4B3E-B67C-9BBBF4484AD9}"/>
                                            </p:graphicEl>
                                          </p:spTgt>
                                        </p:tgtEl>
                                        <p:attrNameLst>
                                          <p:attrName>style.visibility</p:attrName>
                                        </p:attrNameLst>
                                      </p:cBhvr>
                                      <p:to>
                                        <p:strVal val="visible"/>
                                      </p:to>
                                    </p:set>
                                    <p:anim calcmode="lin" valueType="num">
                                      <p:cBhvr additive="base">
                                        <p:cTn id="39" dur="500" fill="hold"/>
                                        <p:tgtEl>
                                          <p:spTgt spid="36">
                                            <p:graphicEl>
                                              <a:dgm id="{42DC7B0B-1CC2-4B3E-B67C-9BBBF4484AD9}"/>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36">
                                            <p:graphicEl>
                                              <a:dgm id="{42DC7B0B-1CC2-4B3E-B67C-9BBBF4484AD9}"/>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6">
                                            <p:graphicEl>
                                              <a:dgm id="{BF619C30-E903-43D8-B9D3-2831EAB8560F}"/>
                                            </p:graphicEl>
                                          </p:spTgt>
                                        </p:tgtEl>
                                        <p:attrNameLst>
                                          <p:attrName>style.visibility</p:attrName>
                                        </p:attrNameLst>
                                      </p:cBhvr>
                                      <p:to>
                                        <p:strVal val="visible"/>
                                      </p:to>
                                    </p:set>
                                    <p:anim calcmode="lin" valueType="num">
                                      <p:cBhvr additive="base">
                                        <p:cTn id="43" dur="500" fill="hold"/>
                                        <p:tgtEl>
                                          <p:spTgt spid="36">
                                            <p:graphicEl>
                                              <a:dgm id="{BF619C30-E903-43D8-B9D3-2831EAB8560F}"/>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
                                            <p:graphicEl>
                                              <a:dgm id="{BF619C30-E903-43D8-B9D3-2831EAB8560F}"/>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
                                            <p:graphicEl>
                                              <a:dgm id="{12F8EC58-D14B-4482-97D7-97F6E05EC945}"/>
                                            </p:graphicEl>
                                          </p:spTgt>
                                        </p:tgtEl>
                                        <p:attrNameLst>
                                          <p:attrName>style.visibility</p:attrName>
                                        </p:attrNameLst>
                                      </p:cBhvr>
                                      <p:to>
                                        <p:strVal val="visible"/>
                                      </p:to>
                                    </p:set>
                                    <p:anim calcmode="lin" valueType="num">
                                      <p:cBhvr additive="base">
                                        <p:cTn id="49" dur="500" fill="hold"/>
                                        <p:tgtEl>
                                          <p:spTgt spid="36">
                                            <p:graphicEl>
                                              <a:dgm id="{12F8EC58-D14B-4482-97D7-97F6E05EC945}"/>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36">
                                            <p:graphicEl>
                                              <a:dgm id="{12F8EC58-D14B-4482-97D7-97F6E05EC94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one"/>
        </p:bldSub>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t>Two-Phase Commit Protocol</a:t>
            </a:r>
            <a:br>
              <a:rPr lang="en-US"/>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362200"/>
            <a:ext cx="8796337" cy="3935413"/>
          </a:xfrm>
        </p:spPr>
        <p:txBody>
          <a:bodyPr anchor="ctr">
            <a:noAutofit/>
          </a:bodyPr>
          <a:lstStyle/>
          <a:p>
            <a:pPr marL="0" indent="0" algn="ctr">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“Assuming that no failures occur, the protocol consists of the following two phases, each consisting of two steps: The first phase is the voting phase, and the second phase is the decision phase.”</a:t>
            </a:r>
          </a:p>
        </p:txBody>
      </p:sp>
    </p:spTree>
    <p:extLst>
      <p:ext uri="{BB962C8B-B14F-4D97-AF65-F5344CB8AC3E}">
        <p14:creationId xmlns:p14="http://schemas.microsoft.com/office/powerpoint/2010/main" val="1917359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F7C12EAC-BD05-461D-9D1F-0862BA1F4C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57480" y="76200"/>
            <a:ext cx="2057400" cy="2057400"/>
          </a:xfrm>
          <a:prstGeom prst="rect">
            <a:avLst/>
          </a:prstGeom>
        </p:spPr>
      </p:pic>
      <p:pic>
        <p:nvPicPr>
          <p:cNvPr id="14" name="Picture 13">
            <a:extLst>
              <a:ext uri="{FF2B5EF4-FFF2-40B4-BE49-F238E27FC236}">
                <a16:creationId xmlns:a16="http://schemas.microsoft.com/office/drawing/2014/main" id="{69D8DA42-2FEE-4C06-AFD6-6508150C4C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2473"/>
          <a:stretch/>
        </p:blipFill>
        <p:spPr>
          <a:xfrm>
            <a:off x="11234928" y="3144779"/>
            <a:ext cx="954024" cy="2548349"/>
          </a:xfrm>
          <a:prstGeom prst="rect">
            <a:avLst/>
          </a:prstGeom>
        </p:spPr>
      </p:pic>
      <p:sp>
        <p:nvSpPr>
          <p:cNvPr id="2" name="Title 1">
            <a:extLst>
              <a:ext uri="{FF2B5EF4-FFF2-40B4-BE49-F238E27FC236}">
                <a16:creationId xmlns:a16="http://schemas.microsoft.com/office/drawing/2014/main" id="{9B0C4BCE-13A2-2137-C4E7-F40695BD1872}"/>
              </a:ext>
            </a:extLst>
          </p:cNvPr>
          <p:cNvSpPr>
            <a:spLocks noGrp="1"/>
          </p:cNvSpPr>
          <p:nvPr>
            <p:ph type="title"/>
          </p:nvPr>
        </p:nvSpPr>
        <p:spPr>
          <a:xfrm>
            <a:off x="1012507" y="450266"/>
            <a:ext cx="10679484" cy="1263542"/>
          </a:xfrm>
        </p:spPr>
        <p:txBody>
          <a:bodyPr anchor="t">
            <a:normAutofit/>
          </a:bodyPr>
          <a:lstStyle/>
          <a:p>
            <a:r>
              <a:rPr lang="en-US">
                <a:solidFill>
                  <a:schemeClr val="tx2"/>
                </a:solidFill>
              </a:rPr>
              <a:t>Two-Phase Commit Protocol Cont…</a:t>
            </a:r>
            <a:endParaRPr lang="en-PK" dirty="0">
              <a:solidFill>
                <a:schemeClr val="tx2"/>
              </a:solidFill>
            </a:endParaRPr>
          </a:p>
        </p:txBody>
      </p:sp>
      <p:graphicFrame>
        <p:nvGraphicFramePr>
          <p:cNvPr id="5" name="Content Placeholder 4">
            <a:extLst>
              <a:ext uri="{FF2B5EF4-FFF2-40B4-BE49-F238E27FC236}">
                <a16:creationId xmlns:a16="http://schemas.microsoft.com/office/drawing/2014/main" id="{53BB36E4-FA7C-64EA-A21D-F49A75B90355}"/>
              </a:ext>
            </a:extLst>
          </p:cNvPr>
          <p:cNvGraphicFramePr>
            <a:graphicFrameLocks noGrp="1"/>
          </p:cNvGraphicFramePr>
          <p:nvPr>
            <p:ph idx="1"/>
            <p:extLst>
              <p:ext uri="{D42A27DB-BD31-4B8C-83A1-F6EECF244321}">
                <p14:modId xmlns:p14="http://schemas.microsoft.com/office/powerpoint/2010/main" val="3575375107"/>
              </p:ext>
            </p:extLst>
          </p:nvPr>
        </p:nvGraphicFramePr>
        <p:xfrm>
          <a:off x="750013" y="2087873"/>
          <a:ext cx="10808414" cy="42297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16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F29BE08E-4D19-450A-B44F-CDEF77C561CE}"/>
                                            </p:graphicEl>
                                          </p:spTgt>
                                        </p:tgtEl>
                                        <p:attrNameLst>
                                          <p:attrName>style.visibility</p:attrName>
                                        </p:attrNameLst>
                                      </p:cBhvr>
                                      <p:to>
                                        <p:strVal val="visible"/>
                                      </p:to>
                                    </p:set>
                                    <p:anim calcmode="lin" valueType="num">
                                      <p:cBhvr additive="base">
                                        <p:cTn id="7" dur="500" fill="hold"/>
                                        <p:tgtEl>
                                          <p:spTgt spid="5">
                                            <p:graphicEl>
                                              <a:dgm id="{F29BE08E-4D19-450A-B44F-CDEF77C561C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F29BE08E-4D19-450A-B44F-CDEF77C561C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01A719CE-F069-4799-B36C-FB2FF81D439B}"/>
                                            </p:graphicEl>
                                          </p:spTgt>
                                        </p:tgtEl>
                                        <p:attrNameLst>
                                          <p:attrName>style.visibility</p:attrName>
                                        </p:attrNameLst>
                                      </p:cBhvr>
                                      <p:to>
                                        <p:strVal val="visible"/>
                                      </p:to>
                                    </p:set>
                                    <p:anim calcmode="lin" valueType="num">
                                      <p:cBhvr additive="base">
                                        <p:cTn id="13" dur="500" fill="hold"/>
                                        <p:tgtEl>
                                          <p:spTgt spid="5">
                                            <p:graphicEl>
                                              <a:dgm id="{01A719CE-F069-4799-B36C-FB2FF81D439B}"/>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01A719CE-F069-4799-B36C-FB2FF81D439B}"/>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graphicEl>
                                              <a:dgm id="{44589C3B-3F70-46EC-9BB1-6ADD3B3DE92C}"/>
                                            </p:graphicEl>
                                          </p:spTgt>
                                        </p:tgtEl>
                                        <p:attrNameLst>
                                          <p:attrName>style.visibility</p:attrName>
                                        </p:attrNameLst>
                                      </p:cBhvr>
                                      <p:to>
                                        <p:strVal val="visible"/>
                                      </p:to>
                                    </p:set>
                                    <p:anim calcmode="lin" valueType="num">
                                      <p:cBhvr additive="base">
                                        <p:cTn id="17" dur="500" fill="hold"/>
                                        <p:tgtEl>
                                          <p:spTgt spid="5">
                                            <p:graphicEl>
                                              <a:dgm id="{44589C3B-3F70-46EC-9BB1-6ADD3B3DE92C}"/>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graphicEl>
                                              <a:dgm id="{44589C3B-3F70-46EC-9BB1-6ADD3B3DE92C}"/>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graphicEl>
                                              <a:dgm id="{69A41E2E-4172-4591-AE6A-98F2AC392C79}"/>
                                            </p:graphicEl>
                                          </p:spTgt>
                                        </p:tgtEl>
                                        <p:attrNameLst>
                                          <p:attrName>style.visibility</p:attrName>
                                        </p:attrNameLst>
                                      </p:cBhvr>
                                      <p:to>
                                        <p:strVal val="visible"/>
                                      </p:to>
                                    </p:set>
                                    <p:anim calcmode="lin" valueType="num">
                                      <p:cBhvr additive="base">
                                        <p:cTn id="23" dur="500" fill="hold"/>
                                        <p:tgtEl>
                                          <p:spTgt spid="5">
                                            <p:graphicEl>
                                              <a:dgm id="{69A41E2E-4172-4591-AE6A-98F2AC392C79}"/>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graphicEl>
                                              <a:dgm id="{69A41E2E-4172-4591-AE6A-98F2AC392C79}"/>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graphicEl>
                                              <a:dgm id="{5D789F88-8564-4D53-959E-D31EDF1B7832}"/>
                                            </p:graphicEl>
                                          </p:spTgt>
                                        </p:tgtEl>
                                        <p:attrNameLst>
                                          <p:attrName>style.visibility</p:attrName>
                                        </p:attrNameLst>
                                      </p:cBhvr>
                                      <p:to>
                                        <p:strVal val="visible"/>
                                      </p:to>
                                    </p:set>
                                    <p:anim calcmode="lin" valueType="num">
                                      <p:cBhvr additive="base">
                                        <p:cTn id="27" dur="500" fill="hold"/>
                                        <p:tgtEl>
                                          <p:spTgt spid="5">
                                            <p:graphicEl>
                                              <a:dgm id="{5D789F88-8564-4D53-959E-D31EDF1B7832}"/>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graphicEl>
                                              <a:dgm id="{5D789F88-8564-4D53-959E-D31EDF1B7832}"/>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graphicEl>
                                              <a:dgm id="{7F3719BA-4C35-40D6-A681-13699C816562}"/>
                                            </p:graphicEl>
                                          </p:spTgt>
                                        </p:tgtEl>
                                        <p:attrNameLst>
                                          <p:attrName>style.visibility</p:attrName>
                                        </p:attrNameLst>
                                      </p:cBhvr>
                                      <p:to>
                                        <p:strVal val="visible"/>
                                      </p:to>
                                    </p:set>
                                    <p:anim calcmode="lin" valueType="num">
                                      <p:cBhvr additive="base">
                                        <p:cTn id="33" dur="500" fill="hold"/>
                                        <p:tgtEl>
                                          <p:spTgt spid="5">
                                            <p:graphicEl>
                                              <a:dgm id="{7F3719BA-4C35-40D6-A681-13699C816562}"/>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graphicEl>
                                              <a:dgm id="{7F3719BA-4C35-40D6-A681-13699C816562}"/>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
                                            <p:graphicEl>
                                              <a:dgm id="{F9963AA0-80DB-4A1B-883D-D93408F6E1A3}"/>
                                            </p:graphicEl>
                                          </p:spTgt>
                                        </p:tgtEl>
                                        <p:attrNameLst>
                                          <p:attrName>style.visibility</p:attrName>
                                        </p:attrNameLst>
                                      </p:cBhvr>
                                      <p:to>
                                        <p:strVal val="visible"/>
                                      </p:to>
                                    </p:set>
                                    <p:anim calcmode="lin" valueType="num">
                                      <p:cBhvr additive="base">
                                        <p:cTn id="37" dur="500" fill="hold"/>
                                        <p:tgtEl>
                                          <p:spTgt spid="5">
                                            <p:graphicEl>
                                              <a:dgm id="{F9963AA0-80DB-4A1B-883D-D93408F6E1A3}"/>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graphicEl>
                                              <a:dgm id="{F9963AA0-80DB-4A1B-883D-D93408F6E1A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1" name="Rectangle 2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23" name="Picture 2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9B0C4BCE-13A2-2137-C4E7-F40695BD1872}"/>
              </a:ext>
            </a:extLst>
          </p:cNvPr>
          <p:cNvSpPr>
            <a:spLocks noGrp="1"/>
          </p:cNvSpPr>
          <p:nvPr>
            <p:ph type="title"/>
          </p:nvPr>
        </p:nvSpPr>
        <p:spPr>
          <a:xfrm>
            <a:off x="838199" y="559813"/>
            <a:ext cx="10977081" cy="1145697"/>
          </a:xfrm>
        </p:spPr>
        <p:txBody>
          <a:bodyPr vert="horz" lIns="91440" tIns="45720" rIns="91440" bIns="45720" rtlCol="0" anchor="ctr">
            <a:normAutofit/>
          </a:bodyPr>
          <a:lstStyle/>
          <a:p>
            <a:r>
              <a:rPr lang="en-US" dirty="0">
                <a:solidFill>
                  <a:schemeClr val="tx2"/>
                </a:solidFill>
              </a:rPr>
              <a:t>Two-Phase Commit Protocol </a:t>
            </a:r>
            <a:r>
              <a:rPr lang="en-US" dirty="0" err="1">
                <a:solidFill>
                  <a:schemeClr val="tx2"/>
                </a:solidFill>
              </a:rPr>
              <a:t>Cont</a:t>
            </a:r>
            <a:r>
              <a:rPr lang="en-US" dirty="0">
                <a:solidFill>
                  <a:schemeClr val="tx2"/>
                </a:solidFill>
              </a:rPr>
              <a:t>…</a:t>
            </a:r>
          </a:p>
        </p:txBody>
      </p:sp>
      <p:sp>
        <p:nvSpPr>
          <p:cNvPr id="11" name="TextBox 10">
            <a:extLst>
              <a:ext uri="{FF2B5EF4-FFF2-40B4-BE49-F238E27FC236}">
                <a16:creationId xmlns:a16="http://schemas.microsoft.com/office/drawing/2014/main" id="{C4A663BD-5F80-8C81-D9FE-010552CBAEEE}"/>
              </a:ext>
            </a:extLst>
          </p:cNvPr>
          <p:cNvSpPr txBox="1"/>
          <p:nvPr/>
        </p:nvSpPr>
        <p:spPr>
          <a:xfrm>
            <a:off x="2883801" y="5269045"/>
            <a:ext cx="6421349" cy="1013973"/>
          </a:xfrm>
          <a:prstGeom prst="rect">
            <a:avLst/>
          </a:prstGeom>
        </p:spPr>
        <p:txBody>
          <a:bodyPr vert="horz" lIns="91440" tIns="45720" rIns="91440" bIns="45720" rtlCol="0">
            <a:normAutofit/>
          </a:bodyPr>
          <a:lstStyle/>
          <a:p>
            <a:pPr marL="114300">
              <a:lnSpc>
                <a:spcPct val="110000"/>
              </a:lnSpc>
              <a:spcAft>
                <a:spcPts val="600"/>
              </a:spcAft>
              <a:buClr>
                <a:schemeClr val="accent1"/>
              </a:buClr>
            </a:pPr>
            <a:r>
              <a:rPr lang="en-US" dirty="0">
                <a:latin typeface="Arial" panose="020B0604020202020204" pitchFamily="34" charset="0"/>
                <a:cs typeface="Arial" panose="020B0604020202020204" pitchFamily="34" charset="0"/>
              </a:rPr>
              <a:t>(a) The finite state machine for the coordinator in 2PC. </a:t>
            </a:r>
          </a:p>
          <a:p>
            <a:pPr marL="114300">
              <a:lnSpc>
                <a:spcPct val="110000"/>
              </a:lnSpc>
              <a:spcAft>
                <a:spcPts val="600"/>
              </a:spcAft>
              <a:buClr>
                <a:schemeClr val="accent1"/>
              </a:buClr>
            </a:pPr>
            <a:r>
              <a:rPr lang="en-US" dirty="0">
                <a:latin typeface="Arial" panose="020B0604020202020204" pitchFamily="34" charset="0"/>
                <a:cs typeface="Arial" panose="020B0604020202020204" pitchFamily="34" charset="0"/>
              </a:rPr>
              <a:t>(b) The finite state machine for a participant.</a:t>
            </a:r>
          </a:p>
        </p:txBody>
      </p:sp>
      <p:pic>
        <p:nvPicPr>
          <p:cNvPr id="7" name="Content Placeholder 6" descr="Diagram&#10;&#10;Description automatically generated">
            <a:extLst>
              <a:ext uri="{FF2B5EF4-FFF2-40B4-BE49-F238E27FC236}">
                <a16:creationId xmlns:a16="http://schemas.microsoft.com/office/drawing/2014/main" id="{0E5ECC2E-9065-F9AE-9228-2282314CECC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787703" y="2141194"/>
            <a:ext cx="9117388" cy="25528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Picture 2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Tree>
    <p:extLst>
      <p:ext uri="{BB962C8B-B14F-4D97-AF65-F5344CB8AC3E}">
        <p14:creationId xmlns:p14="http://schemas.microsoft.com/office/powerpoint/2010/main" val="4249711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267128" y="559813"/>
            <a:ext cx="11342669" cy="1675009"/>
          </a:xfrm>
        </p:spPr>
        <p:txBody>
          <a:bodyPr anchor="t">
            <a:normAutofit fontScale="90000"/>
          </a:bodyPr>
          <a:lstStyle/>
          <a:p>
            <a:r>
              <a:rPr lang="en-US" dirty="0">
                <a:solidFill>
                  <a:schemeClr val="tx2"/>
                </a:solidFill>
              </a:rPr>
              <a:t>Drawbacks of Two-Phase Commit Protocol</a:t>
            </a:r>
            <a:br>
              <a:rPr lang="en-US" dirty="0">
                <a:solidFill>
                  <a:schemeClr val="tx2"/>
                </a:solidFill>
              </a:rPr>
            </a:b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BAFB7A63-D4B6-7969-E060-64AD50FBF58F}"/>
              </a:ext>
            </a:extLst>
          </p:cNvPr>
          <p:cNvGraphicFramePr>
            <a:graphicFrameLocks noGrp="1"/>
          </p:cNvGraphicFramePr>
          <p:nvPr>
            <p:ph idx="1"/>
            <p:extLst>
              <p:ext uri="{D42A27DB-BD31-4B8C-83A1-F6EECF244321}">
                <p14:modId xmlns:p14="http://schemas.microsoft.com/office/powerpoint/2010/main" val="558604950"/>
              </p:ext>
            </p:extLst>
          </p:nvPr>
        </p:nvGraphicFramePr>
        <p:xfrm>
          <a:off x="914400" y="1535750"/>
          <a:ext cx="10258879" cy="45773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019720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t>Three-Phase Commit Protocol</a:t>
            </a:r>
            <a:br>
              <a:rPr lang="en-US" dirty="0"/>
            </a:br>
            <a:endParaRPr lang="en-PK" dirty="0"/>
          </a:p>
        </p:txBody>
      </p:sp>
      <p:graphicFrame>
        <p:nvGraphicFramePr>
          <p:cNvPr id="5" name="Content Placeholder 4">
            <a:extLst>
              <a:ext uri="{FF2B5EF4-FFF2-40B4-BE49-F238E27FC236}">
                <a16:creationId xmlns:a16="http://schemas.microsoft.com/office/drawing/2014/main" id="{DE72D395-F1A1-7AFC-F0E9-17CC58C48C11}"/>
              </a:ext>
            </a:extLst>
          </p:cNvPr>
          <p:cNvGraphicFramePr>
            <a:graphicFrameLocks noGrp="1"/>
          </p:cNvGraphicFramePr>
          <p:nvPr>
            <p:ph idx="1"/>
            <p:extLst>
              <p:ext uri="{D42A27DB-BD31-4B8C-83A1-F6EECF244321}">
                <p14:modId xmlns:p14="http://schemas.microsoft.com/office/powerpoint/2010/main" val="1922403192"/>
              </p:ext>
            </p:extLst>
          </p:nvPr>
        </p:nvGraphicFramePr>
        <p:xfrm>
          <a:off x="1185862" y="2362200"/>
          <a:ext cx="10412579" cy="39664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2960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ED548311-20B3-4AC9-88AC-654828262CE7}"/>
                                            </p:graphicEl>
                                          </p:spTgt>
                                        </p:tgtEl>
                                        <p:attrNameLst>
                                          <p:attrName>style.visibility</p:attrName>
                                        </p:attrNameLst>
                                      </p:cBhvr>
                                      <p:to>
                                        <p:strVal val="visible"/>
                                      </p:to>
                                    </p:set>
                                    <p:anim calcmode="lin" valueType="num">
                                      <p:cBhvr additive="base">
                                        <p:cTn id="7" dur="500" fill="hold"/>
                                        <p:tgtEl>
                                          <p:spTgt spid="5">
                                            <p:graphicEl>
                                              <a:dgm id="{ED548311-20B3-4AC9-88AC-654828262CE7}"/>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ED548311-20B3-4AC9-88AC-654828262CE7}"/>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82D560B1-BF78-414E-9EFC-844CC2320A2E}"/>
                                            </p:graphicEl>
                                          </p:spTgt>
                                        </p:tgtEl>
                                        <p:attrNameLst>
                                          <p:attrName>style.visibility</p:attrName>
                                        </p:attrNameLst>
                                      </p:cBhvr>
                                      <p:to>
                                        <p:strVal val="visible"/>
                                      </p:to>
                                    </p:set>
                                    <p:anim calcmode="lin" valueType="num">
                                      <p:cBhvr additive="base">
                                        <p:cTn id="13" dur="500" fill="hold"/>
                                        <p:tgtEl>
                                          <p:spTgt spid="5">
                                            <p:graphicEl>
                                              <a:dgm id="{82D560B1-BF78-414E-9EFC-844CC2320A2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82D560B1-BF78-414E-9EFC-844CC2320A2E}"/>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graphicEl>
                                              <a:dgm id="{5F70F814-0E84-418F-8092-C8A6A7BEF7A9}"/>
                                            </p:graphicEl>
                                          </p:spTgt>
                                        </p:tgtEl>
                                        <p:attrNameLst>
                                          <p:attrName>style.visibility</p:attrName>
                                        </p:attrNameLst>
                                      </p:cBhvr>
                                      <p:to>
                                        <p:strVal val="visible"/>
                                      </p:to>
                                    </p:set>
                                    <p:anim calcmode="lin" valueType="num">
                                      <p:cBhvr additive="base">
                                        <p:cTn id="17" dur="500" fill="hold"/>
                                        <p:tgtEl>
                                          <p:spTgt spid="5">
                                            <p:graphicEl>
                                              <a:dgm id="{5F70F814-0E84-418F-8092-C8A6A7BEF7A9}"/>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graphicEl>
                                              <a:dgm id="{5F70F814-0E84-418F-8092-C8A6A7BEF7A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E1FD2E25-D010-9490-D27A-DBD9267BB46B}"/>
              </a:ext>
            </a:extLst>
          </p:cNvPr>
          <p:cNvSpPr>
            <a:spLocks noGrp="1"/>
          </p:cNvSpPr>
          <p:nvPr>
            <p:ph type="title"/>
          </p:nvPr>
        </p:nvSpPr>
        <p:spPr>
          <a:xfrm>
            <a:off x="838201" y="559814"/>
            <a:ext cx="10348146" cy="1176519"/>
          </a:xfrm>
        </p:spPr>
        <p:txBody>
          <a:bodyPr anchor="t">
            <a:normAutofit/>
          </a:bodyPr>
          <a:lstStyle/>
          <a:p>
            <a:r>
              <a:rPr lang="en-US" dirty="0">
                <a:solidFill>
                  <a:schemeClr val="tx2"/>
                </a:solidFill>
              </a:rPr>
              <a:t>Three-Phase Commit Protocol </a:t>
            </a:r>
            <a:r>
              <a:rPr lang="en-US" dirty="0" err="1">
                <a:solidFill>
                  <a:schemeClr val="tx2"/>
                </a:solidFill>
              </a:rPr>
              <a:t>Cont</a:t>
            </a:r>
            <a:r>
              <a:rPr lang="en-US" dirty="0">
                <a:solidFill>
                  <a:schemeClr val="tx2"/>
                </a:solidFill>
              </a:rPr>
              <a:t>…</a:t>
            </a:r>
            <a:endParaRPr lang="en-PK" dirty="0">
              <a:solidFill>
                <a:schemeClr val="tx2"/>
              </a:solidFill>
            </a:endParaRPr>
          </a:p>
        </p:txBody>
      </p:sp>
      <p:pic>
        <p:nvPicPr>
          <p:cNvPr id="14" name="Picture 13">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sp>
        <p:nvSpPr>
          <p:cNvPr id="4" name="Rectangle 1">
            <a:extLst>
              <a:ext uri="{FF2B5EF4-FFF2-40B4-BE49-F238E27FC236}">
                <a16:creationId xmlns:a16="http://schemas.microsoft.com/office/drawing/2014/main" id="{F79D7513-2FB1-AE89-6214-97658C50883B}"/>
              </a:ext>
            </a:extLst>
          </p:cNvPr>
          <p:cNvSpPr>
            <a:spLocks noGrp="1" noChangeArrowheads="1"/>
          </p:cNvSpPr>
          <p:nvPr>
            <p:ph idx="1"/>
          </p:nvPr>
        </p:nvSpPr>
        <p:spPr bwMode="auto">
          <a:xfrm>
            <a:off x="3616505" y="4813489"/>
            <a:ext cx="556859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 The finite state machine for the coordinator in 3PC.</a:t>
            </a: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(b) The finite state machine for a participant.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6" name="Picture 5" descr="Diagram&#10;&#10;Description automatically generated">
            <a:extLst>
              <a:ext uri="{FF2B5EF4-FFF2-40B4-BE49-F238E27FC236}">
                <a16:creationId xmlns:a16="http://schemas.microsoft.com/office/drawing/2014/main" id="{5E67FEBD-C8CD-E002-EE41-013117A404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5837" y="1920436"/>
            <a:ext cx="8517541" cy="25483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94298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Recovery</a:t>
            </a:r>
          </a:p>
        </p:txBody>
      </p:sp>
    </p:spTree>
    <p:extLst>
      <p:ext uri="{BB962C8B-B14F-4D97-AF65-F5344CB8AC3E}">
        <p14:creationId xmlns:p14="http://schemas.microsoft.com/office/powerpoint/2010/main" val="12943017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42099322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8972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t>Recovery</a:t>
            </a:r>
            <a:br>
              <a:rPr lang="en-US" dirty="0"/>
            </a:br>
            <a:endParaRPr lang="en-PK" dirty="0"/>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185863" y="2075380"/>
            <a:ext cx="8796337" cy="4222233"/>
          </a:xfrm>
        </p:spPr>
        <p:txBody>
          <a:bodyPr anchor="ctr">
            <a:noAutofit/>
          </a:bodyPr>
          <a:lstStyle/>
          <a:p>
            <a:pPr marL="0" indent="0" algn="ctr" eaLnBrk="1" hangingPunct="1">
              <a:buNone/>
            </a:pPr>
            <a:r>
              <a:rPr lang="en-US" altLang="en-PK" dirty="0">
                <a:solidFill>
                  <a:schemeClr val="tx1"/>
                </a:solidFill>
                <a:latin typeface="Arial" panose="020B0604020202020204" pitchFamily="34" charset="0"/>
                <a:ea typeface="ＭＳ Ｐゴシック" panose="020B0600070205080204" pitchFamily="34" charset="-128"/>
                <a:cs typeface="Arial" panose="020B0604020202020204" pitchFamily="34" charset="0"/>
              </a:rPr>
              <a:t>“The whole idea of error recovery is to replace an erroneous state with an error-free state. Once a failure has occurred, it is essential that the process where the failure happened recovers to a correct state.”</a:t>
            </a:r>
          </a:p>
        </p:txBody>
      </p:sp>
    </p:spTree>
    <p:extLst>
      <p:ext uri="{BB962C8B-B14F-4D97-AF65-F5344CB8AC3E}">
        <p14:creationId xmlns:p14="http://schemas.microsoft.com/office/powerpoint/2010/main" val="1362343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4"/>
            <a:ext cx="9669598" cy="907036"/>
          </a:xfrm>
        </p:spPr>
        <p:txBody>
          <a:bodyPr anchor="t">
            <a:normAutofit fontScale="90000"/>
          </a:bodyPr>
          <a:lstStyle/>
          <a:p>
            <a:r>
              <a:rPr lang="en-US" altLang="en-PK" dirty="0">
                <a:solidFill>
                  <a:schemeClr val="tx2"/>
                </a:solidFill>
                <a:ea typeface="ＭＳ Ｐゴシック" panose="020B0600070205080204" pitchFamily="34" charset="-128"/>
              </a:rPr>
              <a:t>Recovery </a:t>
            </a:r>
            <a:r>
              <a:rPr lang="en-US" altLang="en-PK" dirty="0" err="1">
                <a:solidFill>
                  <a:schemeClr val="tx2"/>
                </a:solidFill>
                <a:ea typeface="ＭＳ Ｐゴシック" panose="020B0600070205080204" pitchFamily="34" charset="-128"/>
              </a:rPr>
              <a:t>Cont</a:t>
            </a:r>
            <a:r>
              <a:rPr lang="en-US" altLang="en-PK" dirty="0">
                <a:solidFill>
                  <a:schemeClr val="tx2"/>
                </a:solidFill>
                <a:ea typeface="ＭＳ Ｐゴシック" panose="020B0600070205080204" pitchFamily="34" charset="-128"/>
              </a:rPr>
              <a:t>…</a:t>
            </a:r>
            <a:br>
              <a:rPr lang="en-US" altLang="en-PK" dirty="0">
                <a:solidFill>
                  <a:schemeClr val="tx2"/>
                </a:solidFill>
                <a:ea typeface="ＭＳ Ｐゴシック" panose="020B0600070205080204" pitchFamily="34" charset="-128"/>
              </a:rPr>
            </a:b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85C5A60E-40C4-1057-7E2D-7A6FF3167133}"/>
              </a:ext>
            </a:extLst>
          </p:cNvPr>
          <p:cNvGraphicFramePr>
            <a:graphicFrameLocks noGrp="1"/>
          </p:cNvGraphicFramePr>
          <p:nvPr>
            <p:ph idx="1"/>
            <p:extLst>
              <p:ext uri="{D42A27DB-BD31-4B8C-83A1-F6EECF244321}">
                <p14:modId xmlns:p14="http://schemas.microsoft.com/office/powerpoint/2010/main" val="133005288"/>
              </p:ext>
            </p:extLst>
          </p:nvPr>
        </p:nvGraphicFramePr>
        <p:xfrm>
          <a:off x="1503681" y="1857375"/>
          <a:ext cx="9669598" cy="42557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6145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DFAC0FA7-512F-4F5E-AA0C-ED885A82276C}"/>
                                            </p:graphicEl>
                                          </p:spTgt>
                                        </p:tgtEl>
                                        <p:attrNameLst>
                                          <p:attrName>style.visibility</p:attrName>
                                        </p:attrNameLst>
                                      </p:cBhvr>
                                      <p:to>
                                        <p:strVal val="visible"/>
                                      </p:to>
                                    </p:set>
                                    <p:anim calcmode="lin" valueType="num">
                                      <p:cBhvr additive="base">
                                        <p:cTn id="7" dur="500" fill="hold"/>
                                        <p:tgtEl>
                                          <p:spTgt spid="3">
                                            <p:graphicEl>
                                              <a:dgm id="{DFAC0FA7-512F-4F5E-AA0C-ED885A82276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DFAC0FA7-512F-4F5E-AA0C-ED885A82276C}"/>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1A080A65-EF31-4E8C-9AB5-F5B86A1CBC50}"/>
                                            </p:graphicEl>
                                          </p:spTgt>
                                        </p:tgtEl>
                                        <p:attrNameLst>
                                          <p:attrName>style.visibility</p:attrName>
                                        </p:attrNameLst>
                                      </p:cBhvr>
                                      <p:to>
                                        <p:strVal val="visible"/>
                                      </p:to>
                                    </p:set>
                                    <p:anim calcmode="lin" valueType="num">
                                      <p:cBhvr additive="base">
                                        <p:cTn id="13" dur="500" fill="hold"/>
                                        <p:tgtEl>
                                          <p:spTgt spid="3">
                                            <p:graphicEl>
                                              <a:dgm id="{1A080A65-EF31-4E8C-9AB5-F5B86A1CBC50}"/>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1A080A65-EF31-4E8C-9AB5-F5B86A1CBC5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1" name="Rectangle 70">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4100"/>
              <a:t>Backward Recovery</a:t>
            </a:r>
            <a:br>
              <a:rPr lang="en-US" sz="4100"/>
            </a:br>
            <a:br>
              <a:rPr lang="en-US" sz="4100"/>
            </a:br>
            <a:endParaRPr lang="en-PK" sz="4100"/>
          </a:p>
        </p:txBody>
      </p:sp>
      <p:graphicFrame>
        <p:nvGraphicFramePr>
          <p:cNvPr id="62" name="Rectangle 3">
            <a:extLst>
              <a:ext uri="{FF2B5EF4-FFF2-40B4-BE49-F238E27FC236}">
                <a16:creationId xmlns:a16="http://schemas.microsoft.com/office/drawing/2014/main" id="{BECE890D-1C6A-D3B6-6FAD-C703F3BD9A7D}"/>
              </a:ext>
            </a:extLst>
          </p:cNvPr>
          <p:cNvGraphicFramePr>
            <a:graphicFrameLocks noGrp="1"/>
          </p:cNvGraphicFramePr>
          <p:nvPr>
            <p:ph idx="1"/>
            <p:extLst>
              <p:ext uri="{D42A27DB-BD31-4B8C-83A1-F6EECF244321}">
                <p14:modId xmlns:p14="http://schemas.microsoft.com/office/powerpoint/2010/main" val="380615137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489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graphicEl>
                                              <a:dgm id="{C7C0B7AA-D971-4BD6-B8F9-EF0C7DC9EDEE}"/>
                                            </p:graphicEl>
                                          </p:spTgt>
                                        </p:tgtEl>
                                        <p:attrNameLst>
                                          <p:attrName>style.visibility</p:attrName>
                                        </p:attrNameLst>
                                      </p:cBhvr>
                                      <p:to>
                                        <p:strVal val="visible"/>
                                      </p:to>
                                    </p:set>
                                    <p:anim calcmode="lin" valueType="num">
                                      <p:cBhvr additive="base">
                                        <p:cTn id="7" dur="500" fill="hold"/>
                                        <p:tgtEl>
                                          <p:spTgt spid="62">
                                            <p:graphicEl>
                                              <a:dgm id="{C7C0B7AA-D971-4BD6-B8F9-EF0C7DC9EDE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graphicEl>
                                              <a:dgm id="{C7C0B7AA-D971-4BD6-B8F9-EF0C7DC9EDE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
                                            <p:graphicEl>
                                              <a:dgm id="{1AA282AA-0C6D-42B9-BCA3-449C74A89116}"/>
                                            </p:graphicEl>
                                          </p:spTgt>
                                        </p:tgtEl>
                                        <p:attrNameLst>
                                          <p:attrName>style.visibility</p:attrName>
                                        </p:attrNameLst>
                                      </p:cBhvr>
                                      <p:to>
                                        <p:strVal val="visible"/>
                                      </p:to>
                                    </p:set>
                                    <p:anim calcmode="lin" valueType="num">
                                      <p:cBhvr additive="base">
                                        <p:cTn id="13" dur="500" fill="hold"/>
                                        <p:tgtEl>
                                          <p:spTgt spid="62">
                                            <p:graphicEl>
                                              <a:dgm id="{1AA282AA-0C6D-42B9-BCA3-449C74A8911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
                                            <p:graphicEl>
                                              <a:dgm id="{1AA282AA-0C6D-42B9-BCA3-449C74A8911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
                                            <p:graphicEl>
                                              <a:dgm id="{44E0969A-8FCC-4925-8416-4EE438D4FE28}"/>
                                            </p:graphicEl>
                                          </p:spTgt>
                                        </p:tgtEl>
                                        <p:attrNameLst>
                                          <p:attrName>style.visibility</p:attrName>
                                        </p:attrNameLst>
                                      </p:cBhvr>
                                      <p:to>
                                        <p:strVal val="visible"/>
                                      </p:to>
                                    </p:set>
                                    <p:anim calcmode="lin" valueType="num">
                                      <p:cBhvr additive="base">
                                        <p:cTn id="19" dur="500" fill="hold"/>
                                        <p:tgtEl>
                                          <p:spTgt spid="62">
                                            <p:graphicEl>
                                              <a:dgm id="{44E0969A-8FCC-4925-8416-4EE438D4FE28}"/>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graphicEl>
                                              <a:dgm id="{44E0969A-8FCC-4925-8416-4EE438D4FE28}"/>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
                                            <p:graphicEl>
                                              <a:dgm id="{8E59B853-7327-44DF-B0CF-D28DA66384AA}"/>
                                            </p:graphicEl>
                                          </p:spTgt>
                                        </p:tgtEl>
                                        <p:attrNameLst>
                                          <p:attrName>style.visibility</p:attrName>
                                        </p:attrNameLst>
                                      </p:cBhvr>
                                      <p:to>
                                        <p:strVal val="visible"/>
                                      </p:to>
                                    </p:set>
                                    <p:anim calcmode="lin" valueType="num">
                                      <p:cBhvr additive="base">
                                        <p:cTn id="25" dur="500" fill="hold"/>
                                        <p:tgtEl>
                                          <p:spTgt spid="62">
                                            <p:graphicEl>
                                              <a:dgm id="{8E59B853-7327-44DF-B0CF-D28DA66384AA}"/>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graphicEl>
                                              <a:dgm id="{8E59B853-7327-44DF-B0CF-D28DA66384A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2" grpId="0">
        <p:bldSub>
          <a:bldDgm bld="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1" name="Rectangle 70">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ectangle 72">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4100" dirty="0"/>
              <a:t>Forward Recovery</a:t>
            </a:r>
            <a:br>
              <a:rPr lang="en-US" sz="4100" dirty="0"/>
            </a:br>
            <a:br>
              <a:rPr lang="en-US" sz="4100" dirty="0"/>
            </a:br>
            <a:endParaRPr lang="en-PK" sz="4100" dirty="0"/>
          </a:p>
        </p:txBody>
      </p:sp>
      <p:graphicFrame>
        <p:nvGraphicFramePr>
          <p:cNvPr id="62" name="Rectangle 3">
            <a:extLst>
              <a:ext uri="{FF2B5EF4-FFF2-40B4-BE49-F238E27FC236}">
                <a16:creationId xmlns:a16="http://schemas.microsoft.com/office/drawing/2014/main" id="{BECE890D-1C6A-D3B6-6FAD-C703F3BD9A7D}"/>
              </a:ext>
            </a:extLst>
          </p:cNvPr>
          <p:cNvGraphicFramePr>
            <a:graphicFrameLocks noGrp="1"/>
          </p:cNvGraphicFramePr>
          <p:nvPr>
            <p:ph idx="1"/>
            <p:extLst>
              <p:ext uri="{D42A27DB-BD31-4B8C-83A1-F6EECF244321}">
                <p14:modId xmlns:p14="http://schemas.microsoft.com/office/powerpoint/2010/main" val="316477475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2125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graphicEl>
                                              <a:dgm id="{C7C0B7AA-D971-4BD6-B8F9-EF0C7DC9EDEE}"/>
                                            </p:graphicEl>
                                          </p:spTgt>
                                        </p:tgtEl>
                                        <p:attrNameLst>
                                          <p:attrName>style.visibility</p:attrName>
                                        </p:attrNameLst>
                                      </p:cBhvr>
                                      <p:to>
                                        <p:strVal val="visible"/>
                                      </p:to>
                                    </p:set>
                                    <p:anim calcmode="lin" valueType="num">
                                      <p:cBhvr additive="base">
                                        <p:cTn id="7" dur="500" fill="hold"/>
                                        <p:tgtEl>
                                          <p:spTgt spid="62">
                                            <p:graphicEl>
                                              <a:dgm id="{C7C0B7AA-D971-4BD6-B8F9-EF0C7DC9EDE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graphicEl>
                                              <a:dgm id="{C7C0B7AA-D971-4BD6-B8F9-EF0C7DC9EDE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
                                            <p:graphicEl>
                                              <a:dgm id="{1AA282AA-0C6D-42B9-BCA3-449C74A89116}"/>
                                            </p:graphicEl>
                                          </p:spTgt>
                                        </p:tgtEl>
                                        <p:attrNameLst>
                                          <p:attrName>style.visibility</p:attrName>
                                        </p:attrNameLst>
                                      </p:cBhvr>
                                      <p:to>
                                        <p:strVal val="visible"/>
                                      </p:to>
                                    </p:set>
                                    <p:anim calcmode="lin" valueType="num">
                                      <p:cBhvr additive="base">
                                        <p:cTn id="13" dur="500" fill="hold"/>
                                        <p:tgtEl>
                                          <p:spTgt spid="62">
                                            <p:graphicEl>
                                              <a:dgm id="{1AA282AA-0C6D-42B9-BCA3-449C74A8911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
                                            <p:graphicEl>
                                              <a:dgm id="{1AA282AA-0C6D-42B9-BCA3-449C74A8911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
                                            <p:graphicEl>
                                              <a:dgm id="{44E0969A-8FCC-4925-8416-4EE438D4FE28}"/>
                                            </p:graphicEl>
                                          </p:spTgt>
                                        </p:tgtEl>
                                        <p:attrNameLst>
                                          <p:attrName>style.visibility</p:attrName>
                                        </p:attrNameLst>
                                      </p:cBhvr>
                                      <p:to>
                                        <p:strVal val="visible"/>
                                      </p:to>
                                    </p:set>
                                    <p:anim calcmode="lin" valueType="num">
                                      <p:cBhvr additive="base">
                                        <p:cTn id="19" dur="500" fill="hold"/>
                                        <p:tgtEl>
                                          <p:spTgt spid="62">
                                            <p:graphicEl>
                                              <a:dgm id="{44E0969A-8FCC-4925-8416-4EE438D4FE28}"/>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graphicEl>
                                              <a:dgm id="{44E0969A-8FCC-4925-8416-4EE438D4FE28}"/>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
                                            <p:graphicEl>
                                              <a:dgm id="{8E59B853-7327-44DF-B0CF-D28DA66384AA}"/>
                                            </p:graphicEl>
                                          </p:spTgt>
                                        </p:tgtEl>
                                        <p:attrNameLst>
                                          <p:attrName>style.visibility</p:attrName>
                                        </p:attrNameLst>
                                      </p:cBhvr>
                                      <p:to>
                                        <p:strVal val="visible"/>
                                      </p:to>
                                    </p:set>
                                    <p:anim calcmode="lin" valueType="num">
                                      <p:cBhvr additive="base">
                                        <p:cTn id="25" dur="500" fill="hold"/>
                                        <p:tgtEl>
                                          <p:spTgt spid="62">
                                            <p:graphicEl>
                                              <a:dgm id="{8E59B853-7327-44DF-B0CF-D28DA66384AA}"/>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graphicEl>
                                              <a:dgm id="{8E59B853-7327-44DF-B0CF-D28DA66384A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2" grpId="0">
        <p:bldSub>
          <a:bldDgm bld="one"/>
        </p:bldSub>
      </p:bldGraphic>
    </p:bldLst>
  </p:timing>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2193</TotalTime>
  <Words>2354</Words>
  <Application>Microsoft Office PowerPoint</Application>
  <PresentationFormat>Widescreen</PresentationFormat>
  <Paragraphs>235</Paragraphs>
  <Slides>49</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Avenir Next LT Pro</vt:lpstr>
      <vt:lpstr>AvenirNext LT Pro Medium</vt:lpstr>
      <vt:lpstr>Calibri</vt:lpstr>
      <vt:lpstr>Söhne</vt:lpstr>
      <vt:lpstr>Times New Roman</vt:lpstr>
      <vt:lpstr>BlockprintVTI</vt:lpstr>
      <vt:lpstr>CS621 Parallel and Distributed Computing</vt:lpstr>
      <vt:lpstr>CS621 Parallel and Distributed Computing</vt:lpstr>
      <vt:lpstr>Objectives</vt:lpstr>
      <vt:lpstr>Fault Tolerance</vt:lpstr>
      <vt:lpstr>Fault Tolerance Cont…</vt:lpstr>
      <vt:lpstr>Fault Classification</vt:lpstr>
      <vt:lpstr>Failure Classification</vt:lpstr>
      <vt:lpstr>Failure Masking</vt:lpstr>
      <vt:lpstr>Failure Masking Cont…</vt:lpstr>
      <vt:lpstr>CS621 Parallel and Distributed Computing</vt:lpstr>
      <vt:lpstr>Objectives</vt:lpstr>
      <vt:lpstr>Process Resilience </vt:lpstr>
      <vt:lpstr>Process Resilience Cont…</vt:lpstr>
      <vt:lpstr>Flat Group</vt:lpstr>
      <vt:lpstr>Hierarchical Group</vt:lpstr>
      <vt:lpstr>Failure Masking and Replication </vt:lpstr>
      <vt:lpstr>Primary-Base Protocols  </vt:lpstr>
      <vt:lpstr>Replicated-Write Protocols  </vt:lpstr>
      <vt:lpstr>CS621 Parallel and Distributed Computing</vt:lpstr>
      <vt:lpstr>Objectives</vt:lpstr>
      <vt:lpstr>Reliable Client-Server Communication </vt:lpstr>
      <vt:lpstr>Peer to Peer Communication</vt:lpstr>
      <vt:lpstr>RPC Semantics in the Presence of Failures </vt:lpstr>
      <vt:lpstr>Server in Client-Server Communication</vt:lpstr>
      <vt:lpstr>Server in Client-Server Communication Cont..</vt:lpstr>
      <vt:lpstr>Client in Client-Server Communication</vt:lpstr>
      <vt:lpstr>CS621 Parallel and Distributed Computing</vt:lpstr>
      <vt:lpstr>Objectives</vt:lpstr>
      <vt:lpstr>Reliable Group Communication </vt:lpstr>
      <vt:lpstr>Basic Reliable-Multicasting Schemes</vt:lpstr>
      <vt:lpstr>Basic Reliable-Multicasting Schemes Cont..</vt:lpstr>
      <vt:lpstr>CS621 Parallel and Distributed Computing</vt:lpstr>
      <vt:lpstr>Objectives</vt:lpstr>
      <vt:lpstr>Distributed Commit </vt:lpstr>
      <vt:lpstr>Distributed Commit Cont…</vt:lpstr>
      <vt:lpstr>Distributed Commit Cont …</vt:lpstr>
      <vt:lpstr>One-Phase Commit Protocol: </vt:lpstr>
      <vt:lpstr>Two-Phase Commit Protocol </vt:lpstr>
      <vt:lpstr>Two-Phase Commit Protocol Cont…</vt:lpstr>
      <vt:lpstr>Two-Phase Commit Protocol Cont…</vt:lpstr>
      <vt:lpstr>Drawbacks of Two-Phase Commit Protocol </vt:lpstr>
      <vt:lpstr>Three-Phase Commit Protocol </vt:lpstr>
      <vt:lpstr>Three-Phase Commit Protocol Cont…</vt:lpstr>
      <vt:lpstr>CS621 Parallel and Distributed Computing</vt:lpstr>
      <vt:lpstr>Objectives</vt:lpstr>
      <vt:lpstr>Recovery </vt:lpstr>
      <vt:lpstr>Recovery Cont… </vt:lpstr>
      <vt:lpstr>Backward Recovery  </vt:lpstr>
      <vt:lpstr>Forward Recovery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Academics 4</dc:creator>
  <cp:lastModifiedBy>Said Nabi</cp:lastModifiedBy>
  <cp:revision>1071</cp:revision>
  <dcterms:created xsi:type="dcterms:W3CDTF">2023-01-20T10:20:35Z</dcterms:created>
  <dcterms:modified xsi:type="dcterms:W3CDTF">2023-05-08T11:35:14Z</dcterms:modified>
</cp:coreProperties>
</file>