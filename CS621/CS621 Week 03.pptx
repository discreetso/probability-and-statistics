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18.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29.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notesSlides/notesSlide30.xml" ContentType="application/vnd.openxmlformats-officedocument.presentationml.notesSlide+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33.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34.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35.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56"/>
  </p:notesMasterIdLst>
  <p:sldIdLst>
    <p:sldId id="342" r:id="rId2"/>
    <p:sldId id="318" r:id="rId3"/>
    <p:sldId id="319" r:id="rId4"/>
    <p:sldId id="338" r:id="rId5"/>
    <p:sldId id="343" r:id="rId6"/>
    <p:sldId id="261" r:id="rId7"/>
    <p:sldId id="336" r:id="rId8"/>
    <p:sldId id="340" r:id="rId9"/>
    <p:sldId id="341" r:id="rId10"/>
    <p:sldId id="335" r:id="rId11"/>
    <p:sldId id="344" r:id="rId12"/>
    <p:sldId id="339" r:id="rId13"/>
    <p:sldId id="337" r:id="rId14"/>
    <p:sldId id="295" r:id="rId15"/>
    <p:sldId id="320" r:id="rId16"/>
    <p:sldId id="292" r:id="rId17"/>
    <p:sldId id="311" r:id="rId18"/>
    <p:sldId id="297" r:id="rId19"/>
    <p:sldId id="332" r:id="rId20"/>
    <p:sldId id="322" r:id="rId21"/>
    <p:sldId id="323" r:id="rId22"/>
    <p:sldId id="278" r:id="rId23"/>
    <p:sldId id="293" r:id="rId24"/>
    <p:sldId id="312" r:id="rId25"/>
    <p:sldId id="313" r:id="rId26"/>
    <p:sldId id="324" r:id="rId27"/>
    <p:sldId id="333" r:id="rId28"/>
    <p:sldId id="288" r:id="rId29"/>
    <p:sldId id="314" r:id="rId30"/>
    <p:sldId id="294" r:id="rId31"/>
    <p:sldId id="305" r:id="rId32"/>
    <p:sldId id="310" r:id="rId33"/>
    <p:sldId id="298" r:id="rId34"/>
    <p:sldId id="299" r:id="rId35"/>
    <p:sldId id="326" r:id="rId36"/>
    <p:sldId id="327" r:id="rId37"/>
    <p:sldId id="300" r:id="rId38"/>
    <p:sldId id="301" r:id="rId39"/>
    <p:sldId id="302" r:id="rId40"/>
    <p:sldId id="328" r:id="rId41"/>
    <p:sldId id="334" r:id="rId42"/>
    <p:sldId id="290" r:id="rId43"/>
    <p:sldId id="306" r:id="rId44"/>
    <p:sldId id="316" r:id="rId45"/>
    <p:sldId id="289" r:id="rId46"/>
    <p:sldId id="309" r:id="rId47"/>
    <p:sldId id="296" r:id="rId48"/>
    <p:sldId id="308" r:id="rId49"/>
    <p:sldId id="307" r:id="rId50"/>
    <p:sldId id="330" r:id="rId51"/>
    <p:sldId id="345" r:id="rId52"/>
    <p:sldId id="267" r:id="rId53"/>
    <p:sldId id="291" r:id="rId54"/>
    <p:sldId id="346"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A25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34" autoAdjust="0"/>
    <p:restoredTop sz="85965" autoAdjust="0"/>
  </p:normalViewPr>
  <p:slideViewPr>
    <p:cSldViewPr snapToGrid="0">
      <p:cViewPr varScale="1">
        <p:scale>
          <a:sx n="98" d="100"/>
          <a:sy n="98" d="100"/>
        </p:scale>
        <p:origin x="108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2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pn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24.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image" Target="../media/image13.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Introduction of Shared Memory.</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Architecture of Shared Memory.</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7EB6DE-10E2-44E8-8BF0-C495FE1A80D0}"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PK"/>
        </a:p>
      </dgm:t>
    </dgm:pt>
    <dgm:pt modelId="{562BE234-2438-4F50-BC32-7B510387CDA4}">
      <dgm:prSet custT="1"/>
      <dgm:spPr/>
      <dgm:t>
        <a:bodyPr/>
        <a:lstStyle/>
        <a:p>
          <a:r>
            <a:rPr lang="en-GB" sz="2000" dirty="0">
              <a:latin typeface="Arial" panose="020B0604020202020204" pitchFamily="34" charset="0"/>
              <a:cs typeface="Arial" panose="020B0604020202020204" pitchFamily="34" charset="0"/>
            </a:rPr>
            <a:t>Processors have direct access to global memory and I/O </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through bus or fast switching network</a:t>
          </a:r>
          <a:endParaRPr lang="en-PK" sz="2000" dirty="0">
            <a:latin typeface="Arial" panose="020B0604020202020204" pitchFamily="34" charset="0"/>
            <a:cs typeface="Arial" panose="020B0604020202020204" pitchFamily="34" charset="0"/>
          </a:endParaRPr>
        </a:p>
      </dgm:t>
    </dgm:pt>
    <dgm:pt modelId="{FEAB4DF5-5B04-4C9C-97D0-BF48460C0A68}" type="parTrans" cxnId="{ABEFD425-6F40-41A6-AC71-98C1C8D8F2FF}">
      <dgm:prSet/>
      <dgm:spPr/>
      <dgm:t>
        <a:bodyPr/>
        <a:lstStyle/>
        <a:p>
          <a:endParaRPr lang="en-PK"/>
        </a:p>
      </dgm:t>
    </dgm:pt>
    <dgm:pt modelId="{AEA81E1B-5819-42AD-AF81-B9BA97A8F6B2}" type="sibTrans" cxnId="{ABEFD425-6F40-41A6-AC71-98C1C8D8F2FF}">
      <dgm:prSet/>
      <dgm:spPr/>
      <dgm:t>
        <a:bodyPr/>
        <a:lstStyle/>
        <a:p>
          <a:endParaRPr lang="en-PK"/>
        </a:p>
      </dgm:t>
    </dgm:pt>
    <dgm:pt modelId="{945F7535-2623-4D32-909B-20E58EAE01F5}">
      <dgm:prSet custT="1"/>
      <dgm:spPr/>
      <dgm:t>
        <a:bodyPr/>
        <a:lstStyle/>
        <a:p>
          <a:r>
            <a:rPr lang="en-GB" sz="2000" dirty="0">
              <a:latin typeface="Arial" panose="020B0604020202020204" pitchFamily="34" charset="0"/>
              <a:cs typeface="Arial" panose="020B0604020202020204" pitchFamily="34" charset="0"/>
            </a:rPr>
            <a:t>Cache Coherency Protocol guarantees consistency </a:t>
          </a:r>
          <a:br>
            <a:rPr lang="en-GB" sz="2000" dirty="0">
              <a:latin typeface="Arial" panose="020B0604020202020204" pitchFamily="34" charset="0"/>
              <a:cs typeface="Arial" panose="020B0604020202020204" pitchFamily="34" charset="0"/>
            </a:rPr>
          </a:br>
          <a:r>
            <a:rPr lang="en-GB" sz="2000" dirty="0">
              <a:latin typeface="Arial" panose="020B0604020202020204" pitchFamily="34" charset="0"/>
              <a:cs typeface="Arial" panose="020B0604020202020204" pitchFamily="34" charset="0"/>
            </a:rPr>
            <a:t>of memory and I/O accesses</a:t>
          </a:r>
          <a:endParaRPr lang="en-PK" sz="2000" dirty="0">
            <a:latin typeface="Arial" panose="020B0604020202020204" pitchFamily="34" charset="0"/>
            <a:cs typeface="Arial" panose="020B0604020202020204" pitchFamily="34" charset="0"/>
          </a:endParaRPr>
        </a:p>
      </dgm:t>
    </dgm:pt>
    <dgm:pt modelId="{B2A8DED4-3DE0-4A2C-858E-45890A476EC3}" type="parTrans" cxnId="{5C077FDA-5B6D-40EF-9F5E-4519C1E80AD6}">
      <dgm:prSet/>
      <dgm:spPr/>
      <dgm:t>
        <a:bodyPr/>
        <a:lstStyle/>
        <a:p>
          <a:endParaRPr lang="en-PK"/>
        </a:p>
      </dgm:t>
    </dgm:pt>
    <dgm:pt modelId="{AA81D046-1315-4581-BF51-65C4CEF4BDFB}" type="sibTrans" cxnId="{5C077FDA-5B6D-40EF-9F5E-4519C1E80AD6}">
      <dgm:prSet/>
      <dgm:spPr/>
      <dgm:t>
        <a:bodyPr/>
        <a:lstStyle/>
        <a:p>
          <a:endParaRPr lang="en-PK"/>
        </a:p>
      </dgm:t>
    </dgm:pt>
    <dgm:pt modelId="{40CD59DA-0A5A-4B43-B1BA-EEAF6F175AA1}">
      <dgm:prSet custT="1"/>
      <dgm:spPr/>
      <dgm:t>
        <a:bodyPr/>
        <a:lstStyle/>
        <a:p>
          <a:r>
            <a:rPr lang="en-GB" sz="2000" dirty="0">
              <a:latin typeface="Arial" panose="020B0604020202020204" pitchFamily="34" charset="0"/>
              <a:cs typeface="Arial" panose="020B0604020202020204" pitchFamily="34" charset="0"/>
            </a:rPr>
            <a:t>Each processor also has its own memory (cache)</a:t>
          </a:r>
          <a:endParaRPr lang="en-PK" sz="2000" dirty="0">
            <a:latin typeface="Arial" panose="020B0604020202020204" pitchFamily="34" charset="0"/>
            <a:cs typeface="Arial" panose="020B0604020202020204" pitchFamily="34" charset="0"/>
          </a:endParaRPr>
        </a:p>
      </dgm:t>
    </dgm:pt>
    <dgm:pt modelId="{B3E38A39-354B-4460-B715-F862EFAE7F94}" type="parTrans" cxnId="{45527B53-CB22-4C92-836E-7D8DECCFD299}">
      <dgm:prSet/>
      <dgm:spPr/>
      <dgm:t>
        <a:bodyPr/>
        <a:lstStyle/>
        <a:p>
          <a:endParaRPr lang="en-PK"/>
        </a:p>
      </dgm:t>
    </dgm:pt>
    <dgm:pt modelId="{FE9E9EB8-4149-412B-8049-752D5CD583DE}" type="sibTrans" cxnId="{45527B53-CB22-4C92-836E-7D8DECCFD299}">
      <dgm:prSet/>
      <dgm:spPr/>
      <dgm:t>
        <a:bodyPr/>
        <a:lstStyle/>
        <a:p>
          <a:endParaRPr lang="en-PK"/>
        </a:p>
      </dgm:t>
    </dgm:pt>
    <dgm:pt modelId="{C8FE1BCD-A9B4-4329-B9C2-91EBD254AEEB}" type="pres">
      <dgm:prSet presAssocID="{557EB6DE-10E2-44E8-8BF0-C495FE1A80D0}" presName="hierChild1" presStyleCnt="0">
        <dgm:presLayoutVars>
          <dgm:chPref val="1"/>
          <dgm:dir/>
          <dgm:animOne val="branch"/>
          <dgm:animLvl val="lvl"/>
          <dgm:resizeHandles/>
        </dgm:presLayoutVars>
      </dgm:prSet>
      <dgm:spPr/>
    </dgm:pt>
    <dgm:pt modelId="{6142C0DF-0C10-458E-A521-AF722F9A7E59}" type="pres">
      <dgm:prSet presAssocID="{562BE234-2438-4F50-BC32-7B510387CDA4}" presName="hierRoot1" presStyleCnt="0"/>
      <dgm:spPr/>
    </dgm:pt>
    <dgm:pt modelId="{349E7DD9-49EE-4F10-B163-F37FC27E4D42}" type="pres">
      <dgm:prSet presAssocID="{562BE234-2438-4F50-BC32-7B510387CDA4}" presName="composite" presStyleCnt="0"/>
      <dgm:spPr/>
    </dgm:pt>
    <dgm:pt modelId="{B83B02DA-AE6C-42BD-ADF4-B2FA4BB52BEB}" type="pres">
      <dgm:prSet presAssocID="{562BE234-2438-4F50-BC32-7B510387CDA4}" presName="background" presStyleLbl="node0" presStyleIdx="0" presStyleCnt="3"/>
      <dgm:spPr/>
    </dgm:pt>
    <dgm:pt modelId="{7FDCF89B-E548-4A61-A799-766D4241CFD2}" type="pres">
      <dgm:prSet presAssocID="{562BE234-2438-4F50-BC32-7B510387CDA4}" presName="text" presStyleLbl="fgAcc0" presStyleIdx="0" presStyleCnt="3">
        <dgm:presLayoutVars>
          <dgm:chPref val="3"/>
        </dgm:presLayoutVars>
      </dgm:prSet>
      <dgm:spPr/>
    </dgm:pt>
    <dgm:pt modelId="{DAD50C9B-7BC0-4221-89B4-FA08AA8DB127}" type="pres">
      <dgm:prSet presAssocID="{562BE234-2438-4F50-BC32-7B510387CDA4}" presName="hierChild2" presStyleCnt="0"/>
      <dgm:spPr/>
    </dgm:pt>
    <dgm:pt modelId="{7320B7EB-701E-4136-93F6-C9D5A90AB69B}" type="pres">
      <dgm:prSet presAssocID="{945F7535-2623-4D32-909B-20E58EAE01F5}" presName="hierRoot1" presStyleCnt="0"/>
      <dgm:spPr/>
    </dgm:pt>
    <dgm:pt modelId="{D53D0495-C6BE-442B-A9DF-ADE24BAD3DE3}" type="pres">
      <dgm:prSet presAssocID="{945F7535-2623-4D32-909B-20E58EAE01F5}" presName="composite" presStyleCnt="0"/>
      <dgm:spPr/>
    </dgm:pt>
    <dgm:pt modelId="{AED70B80-33CA-45C1-A365-77F694E2DDB6}" type="pres">
      <dgm:prSet presAssocID="{945F7535-2623-4D32-909B-20E58EAE01F5}" presName="background" presStyleLbl="node0" presStyleIdx="1" presStyleCnt="3"/>
      <dgm:spPr/>
    </dgm:pt>
    <dgm:pt modelId="{6CF24236-8FAF-41E3-AFAB-F0FA0F75F288}" type="pres">
      <dgm:prSet presAssocID="{945F7535-2623-4D32-909B-20E58EAE01F5}" presName="text" presStyleLbl="fgAcc0" presStyleIdx="1" presStyleCnt="3">
        <dgm:presLayoutVars>
          <dgm:chPref val="3"/>
        </dgm:presLayoutVars>
      </dgm:prSet>
      <dgm:spPr/>
    </dgm:pt>
    <dgm:pt modelId="{DE652103-736A-4893-AEB5-B7FDED0F7641}" type="pres">
      <dgm:prSet presAssocID="{945F7535-2623-4D32-909B-20E58EAE01F5}" presName="hierChild2" presStyleCnt="0"/>
      <dgm:spPr/>
    </dgm:pt>
    <dgm:pt modelId="{B3892DCF-FC22-4579-A021-7C886CCC3869}" type="pres">
      <dgm:prSet presAssocID="{40CD59DA-0A5A-4B43-B1BA-EEAF6F175AA1}" presName="hierRoot1" presStyleCnt="0"/>
      <dgm:spPr/>
    </dgm:pt>
    <dgm:pt modelId="{0DCCFEC0-06F3-4D72-970F-227FCE996E21}" type="pres">
      <dgm:prSet presAssocID="{40CD59DA-0A5A-4B43-B1BA-EEAF6F175AA1}" presName="composite" presStyleCnt="0"/>
      <dgm:spPr/>
    </dgm:pt>
    <dgm:pt modelId="{DB4DDAB7-3FE2-49FC-A344-B50BDA5ADE59}" type="pres">
      <dgm:prSet presAssocID="{40CD59DA-0A5A-4B43-B1BA-EEAF6F175AA1}" presName="background" presStyleLbl="node0" presStyleIdx="2" presStyleCnt="3"/>
      <dgm:spPr/>
    </dgm:pt>
    <dgm:pt modelId="{C41B8B67-B8CE-4DAA-AECB-51F961DDB654}" type="pres">
      <dgm:prSet presAssocID="{40CD59DA-0A5A-4B43-B1BA-EEAF6F175AA1}" presName="text" presStyleLbl="fgAcc0" presStyleIdx="2" presStyleCnt="3">
        <dgm:presLayoutVars>
          <dgm:chPref val="3"/>
        </dgm:presLayoutVars>
      </dgm:prSet>
      <dgm:spPr/>
    </dgm:pt>
    <dgm:pt modelId="{12BB78E8-6B70-4CDC-89C1-B6BF12E4613A}" type="pres">
      <dgm:prSet presAssocID="{40CD59DA-0A5A-4B43-B1BA-EEAF6F175AA1}" presName="hierChild2" presStyleCnt="0"/>
      <dgm:spPr/>
    </dgm:pt>
  </dgm:ptLst>
  <dgm:cxnLst>
    <dgm:cxn modelId="{ABEFD425-6F40-41A6-AC71-98C1C8D8F2FF}" srcId="{557EB6DE-10E2-44E8-8BF0-C495FE1A80D0}" destId="{562BE234-2438-4F50-BC32-7B510387CDA4}" srcOrd="0" destOrd="0" parTransId="{FEAB4DF5-5B04-4C9C-97D0-BF48460C0A68}" sibTransId="{AEA81E1B-5819-42AD-AF81-B9BA97A8F6B2}"/>
    <dgm:cxn modelId="{A871364C-2C76-4D7A-A8AE-A33866C3DF28}" type="presOf" srcId="{945F7535-2623-4D32-909B-20E58EAE01F5}" destId="{6CF24236-8FAF-41E3-AFAB-F0FA0F75F288}" srcOrd="0" destOrd="0" presId="urn:microsoft.com/office/officeart/2005/8/layout/hierarchy1"/>
    <dgm:cxn modelId="{45527B53-CB22-4C92-836E-7D8DECCFD299}" srcId="{557EB6DE-10E2-44E8-8BF0-C495FE1A80D0}" destId="{40CD59DA-0A5A-4B43-B1BA-EEAF6F175AA1}" srcOrd="2" destOrd="0" parTransId="{B3E38A39-354B-4460-B715-F862EFAE7F94}" sibTransId="{FE9E9EB8-4149-412B-8049-752D5CD583DE}"/>
    <dgm:cxn modelId="{BC1F24B2-464F-4EF8-886D-42921BF8790C}" type="presOf" srcId="{40CD59DA-0A5A-4B43-B1BA-EEAF6F175AA1}" destId="{C41B8B67-B8CE-4DAA-AECB-51F961DDB654}" srcOrd="0" destOrd="0" presId="urn:microsoft.com/office/officeart/2005/8/layout/hierarchy1"/>
    <dgm:cxn modelId="{C78B70B4-AC15-49C5-A8B9-7424450BF5BD}" type="presOf" srcId="{557EB6DE-10E2-44E8-8BF0-C495FE1A80D0}" destId="{C8FE1BCD-A9B4-4329-B9C2-91EBD254AEEB}" srcOrd="0" destOrd="0" presId="urn:microsoft.com/office/officeart/2005/8/layout/hierarchy1"/>
    <dgm:cxn modelId="{5C077FDA-5B6D-40EF-9F5E-4519C1E80AD6}" srcId="{557EB6DE-10E2-44E8-8BF0-C495FE1A80D0}" destId="{945F7535-2623-4D32-909B-20E58EAE01F5}" srcOrd="1" destOrd="0" parTransId="{B2A8DED4-3DE0-4A2C-858E-45890A476EC3}" sibTransId="{AA81D046-1315-4581-BF51-65C4CEF4BDFB}"/>
    <dgm:cxn modelId="{DF0669E1-443F-42B7-B737-2F9E7B5C1C97}" type="presOf" srcId="{562BE234-2438-4F50-BC32-7B510387CDA4}" destId="{7FDCF89B-E548-4A61-A799-766D4241CFD2}" srcOrd="0" destOrd="0" presId="urn:microsoft.com/office/officeart/2005/8/layout/hierarchy1"/>
    <dgm:cxn modelId="{8900D91E-6E38-4185-AC69-B98BADCFD697}" type="presParOf" srcId="{C8FE1BCD-A9B4-4329-B9C2-91EBD254AEEB}" destId="{6142C0DF-0C10-458E-A521-AF722F9A7E59}" srcOrd="0" destOrd="0" presId="urn:microsoft.com/office/officeart/2005/8/layout/hierarchy1"/>
    <dgm:cxn modelId="{74CDF3C7-3493-4B5C-9E97-1EB2FF66FB4B}" type="presParOf" srcId="{6142C0DF-0C10-458E-A521-AF722F9A7E59}" destId="{349E7DD9-49EE-4F10-B163-F37FC27E4D42}" srcOrd="0" destOrd="0" presId="urn:microsoft.com/office/officeart/2005/8/layout/hierarchy1"/>
    <dgm:cxn modelId="{350DC227-D7F8-448F-B2E9-1E7A75D0C6BB}" type="presParOf" srcId="{349E7DD9-49EE-4F10-B163-F37FC27E4D42}" destId="{B83B02DA-AE6C-42BD-ADF4-B2FA4BB52BEB}" srcOrd="0" destOrd="0" presId="urn:microsoft.com/office/officeart/2005/8/layout/hierarchy1"/>
    <dgm:cxn modelId="{DE945182-6AFA-4AFB-A4BC-F5ABF2945EF9}" type="presParOf" srcId="{349E7DD9-49EE-4F10-B163-F37FC27E4D42}" destId="{7FDCF89B-E548-4A61-A799-766D4241CFD2}" srcOrd="1" destOrd="0" presId="urn:microsoft.com/office/officeart/2005/8/layout/hierarchy1"/>
    <dgm:cxn modelId="{B5771407-E937-4F6B-849B-AAD7C11FAC3C}" type="presParOf" srcId="{6142C0DF-0C10-458E-A521-AF722F9A7E59}" destId="{DAD50C9B-7BC0-4221-89B4-FA08AA8DB127}" srcOrd="1" destOrd="0" presId="urn:microsoft.com/office/officeart/2005/8/layout/hierarchy1"/>
    <dgm:cxn modelId="{C1281737-7394-4AA9-8362-13E6D6AE245A}" type="presParOf" srcId="{C8FE1BCD-A9B4-4329-B9C2-91EBD254AEEB}" destId="{7320B7EB-701E-4136-93F6-C9D5A90AB69B}" srcOrd="1" destOrd="0" presId="urn:microsoft.com/office/officeart/2005/8/layout/hierarchy1"/>
    <dgm:cxn modelId="{B407F606-B731-4AC1-8C30-E0DA35C41B30}" type="presParOf" srcId="{7320B7EB-701E-4136-93F6-C9D5A90AB69B}" destId="{D53D0495-C6BE-442B-A9DF-ADE24BAD3DE3}" srcOrd="0" destOrd="0" presId="urn:microsoft.com/office/officeart/2005/8/layout/hierarchy1"/>
    <dgm:cxn modelId="{DF0EA230-D97A-4B40-ABFC-2B9EDC642B3E}" type="presParOf" srcId="{D53D0495-C6BE-442B-A9DF-ADE24BAD3DE3}" destId="{AED70B80-33CA-45C1-A365-77F694E2DDB6}" srcOrd="0" destOrd="0" presId="urn:microsoft.com/office/officeart/2005/8/layout/hierarchy1"/>
    <dgm:cxn modelId="{29A2C8F5-ECCD-49FA-81A2-E5576BFE92DA}" type="presParOf" srcId="{D53D0495-C6BE-442B-A9DF-ADE24BAD3DE3}" destId="{6CF24236-8FAF-41E3-AFAB-F0FA0F75F288}" srcOrd="1" destOrd="0" presId="urn:microsoft.com/office/officeart/2005/8/layout/hierarchy1"/>
    <dgm:cxn modelId="{EA5575D9-6F6A-44B9-A212-8316823B3082}" type="presParOf" srcId="{7320B7EB-701E-4136-93F6-C9D5A90AB69B}" destId="{DE652103-736A-4893-AEB5-B7FDED0F7641}" srcOrd="1" destOrd="0" presId="urn:microsoft.com/office/officeart/2005/8/layout/hierarchy1"/>
    <dgm:cxn modelId="{B75D1565-A347-40D7-958D-45992ADCAE6E}" type="presParOf" srcId="{C8FE1BCD-A9B4-4329-B9C2-91EBD254AEEB}" destId="{B3892DCF-FC22-4579-A021-7C886CCC3869}" srcOrd="2" destOrd="0" presId="urn:microsoft.com/office/officeart/2005/8/layout/hierarchy1"/>
    <dgm:cxn modelId="{E1C45E15-F5DD-464A-B4E2-F0C663F11122}" type="presParOf" srcId="{B3892DCF-FC22-4579-A021-7C886CCC3869}" destId="{0DCCFEC0-06F3-4D72-970F-227FCE996E21}" srcOrd="0" destOrd="0" presId="urn:microsoft.com/office/officeart/2005/8/layout/hierarchy1"/>
    <dgm:cxn modelId="{C421FEB6-0AC5-4E2B-9903-A87BB5BEB931}" type="presParOf" srcId="{0DCCFEC0-06F3-4D72-970F-227FCE996E21}" destId="{DB4DDAB7-3FE2-49FC-A344-B50BDA5ADE59}" srcOrd="0" destOrd="0" presId="urn:microsoft.com/office/officeart/2005/8/layout/hierarchy1"/>
    <dgm:cxn modelId="{CBCB4BE9-9CB3-473C-AE7C-0EE5636D6B3B}" type="presParOf" srcId="{0DCCFEC0-06F3-4D72-970F-227FCE996E21}" destId="{C41B8B67-B8CE-4DAA-AECB-51F961DDB654}" srcOrd="1" destOrd="0" presId="urn:microsoft.com/office/officeart/2005/8/layout/hierarchy1"/>
    <dgm:cxn modelId="{7691A862-C5BB-4D11-8970-0CE47BC9FA33}" type="presParOf" srcId="{B3892DCF-FC22-4579-A021-7C886CCC3869}" destId="{12BB78E8-6B70-4CDC-89C1-B6BF12E4613A}"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57EB6DE-10E2-44E8-8BF0-C495FE1A80D0}" type="doc">
      <dgm:prSet loTypeId="urn:microsoft.com/office/officeart/2005/8/layout/hierarchy1" loCatId="hierarchy" qsTypeId="urn:microsoft.com/office/officeart/2005/8/quickstyle/simple1" qsCatId="simple" csTypeId="urn:microsoft.com/office/officeart/2005/8/colors/colorful2" csCatId="colorful" phldr="1"/>
      <dgm:spPr/>
      <dgm:t>
        <a:bodyPr/>
        <a:lstStyle/>
        <a:p>
          <a:endParaRPr lang="en-PK"/>
        </a:p>
      </dgm:t>
    </dgm:pt>
    <dgm:pt modelId="{66511BB7-2130-4E1B-9EF7-1830AD69F450}">
      <dgm:prSet custT="1"/>
      <dgm:spPr/>
      <dgm:t>
        <a:bodyPr/>
        <a:lstStyle/>
        <a:p>
          <a:pPr>
            <a:defRPr b="1"/>
          </a:pPr>
          <a:r>
            <a:rPr lang="en-GB" sz="2000" b="0" dirty="0">
              <a:latin typeface="Arial" panose="020B0604020202020204" pitchFamily="34" charset="0"/>
              <a:cs typeface="Arial" panose="020B0604020202020204" pitchFamily="34" charset="0"/>
            </a:rPr>
            <a:t>Data structures are shared in global address space</a:t>
          </a:r>
          <a:endParaRPr lang="en-PK" sz="2000" b="0" dirty="0">
            <a:latin typeface="Arial" panose="020B0604020202020204" pitchFamily="34" charset="0"/>
            <a:cs typeface="Arial" panose="020B0604020202020204" pitchFamily="34" charset="0"/>
          </a:endParaRPr>
        </a:p>
      </dgm:t>
    </dgm:pt>
    <dgm:pt modelId="{28AF36C2-3016-44AE-98FD-0987D3443687}" type="parTrans" cxnId="{596007A7-3804-4DC9-A618-F73D0A1459DB}">
      <dgm:prSet/>
      <dgm:spPr/>
      <dgm:t>
        <a:bodyPr/>
        <a:lstStyle/>
        <a:p>
          <a:endParaRPr lang="en-PK"/>
        </a:p>
      </dgm:t>
    </dgm:pt>
    <dgm:pt modelId="{488A22E7-18D4-4D50-8F6B-154F42B1152C}" type="sibTrans" cxnId="{596007A7-3804-4DC9-A618-F73D0A1459DB}">
      <dgm:prSet/>
      <dgm:spPr/>
      <dgm:t>
        <a:bodyPr/>
        <a:lstStyle/>
        <a:p>
          <a:endParaRPr lang="en-PK"/>
        </a:p>
      </dgm:t>
    </dgm:pt>
    <dgm:pt modelId="{8375106A-65BB-4118-9D86-B3DFFBEE8C2C}">
      <dgm:prSet custT="1"/>
      <dgm:spPr/>
      <dgm:t>
        <a:bodyPr/>
        <a:lstStyle/>
        <a:p>
          <a:pPr>
            <a:defRPr b="1"/>
          </a:pPr>
          <a:r>
            <a:rPr lang="en-GB" sz="2000" b="0" dirty="0">
              <a:latin typeface="Arial" panose="020B0604020202020204" pitchFamily="34" charset="0"/>
              <a:cs typeface="Arial" panose="020B0604020202020204" pitchFamily="34" charset="0"/>
            </a:rPr>
            <a:t>Concurrent access to shared memory must be coordinated</a:t>
          </a:r>
          <a:endParaRPr lang="en-PK" sz="2000" b="0" dirty="0">
            <a:latin typeface="Arial" panose="020B0604020202020204" pitchFamily="34" charset="0"/>
            <a:cs typeface="Arial" panose="020B0604020202020204" pitchFamily="34" charset="0"/>
          </a:endParaRPr>
        </a:p>
      </dgm:t>
    </dgm:pt>
    <dgm:pt modelId="{EA070A8C-2D66-42DD-9410-928E8526B12C}" type="parTrans" cxnId="{95DC571A-0AB3-4EE2-86B2-0E643F299EEE}">
      <dgm:prSet/>
      <dgm:spPr/>
      <dgm:t>
        <a:bodyPr/>
        <a:lstStyle/>
        <a:p>
          <a:endParaRPr lang="en-PK"/>
        </a:p>
      </dgm:t>
    </dgm:pt>
    <dgm:pt modelId="{3FDB27AD-8A6D-4E4B-BD9C-64DD1B7B5B8A}" type="sibTrans" cxnId="{95DC571A-0AB3-4EE2-86B2-0E643F299EEE}">
      <dgm:prSet/>
      <dgm:spPr/>
      <dgm:t>
        <a:bodyPr/>
        <a:lstStyle/>
        <a:p>
          <a:endParaRPr lang="en-PK"/>
        </a:p>
      </dgm:t>
    </dgm:pt>
    <dgm:pt modelId="{4920CA11-7B2C-4A19-A0CD-F81470876C25}">
      <dgm:prSet custT="1"/>
      <dgm:spPr/>
      <dgm:t>
        <a:bodyPr/>
        <a:lstStyle/>
        <a:p>
          <a:pPr>
            <a:defRPr b="1"/>
          </a:pPr>
          <a:r>
            <a:rPr lang="en-GB" sz="2000" b="0" dirty="0">
              <a:latin typeface="Arial" panose="020B0604020202020204" pitchFamily="34" charset="0"/>
              <a:cs typeface="Arial" panose="020B0604020202020204" pitchFamily="34" charset="0"/>
            </a:rPr>
            <a:t>Programming Models</a:t>
          </a:r>
          <a:endParaRPr lang="en-PK" sz="2000" b="0" dirty="0">
            <a:latin typeface="Arial" panose="020B0604020202020204" pitchFamily="34" charset="0"/>
            <a:cs typeface="Arial" panose="020B0604020202020204" pitchFamily="34" charset="0"/>
          </a:endParaRPr>
        </a:p>
      </dgm:t>
    </dgm:pt>
    <dgm:pt modelId="{6F0FF0F8-E938-4074-99CA-39248149F55E}" type="parTrans" cxnId="{ECCC18D9-AEF7-4660-B7CF-6B0FCD7A796D}">
      <dgm:prSet/>
      <dgm:spPr/>
      <dgm:t>
        <a:bodyPr/>
        <a:lstStyle/>
        <a:p>
          <a:endParaRPr lang="en-PK"/>
        </a:p>
      </dgm:t>
    </dgm:pt>
    <dgm:pt modelId="{8A7C736A-684B-42D7-A7F8-11A1A43B139C}" type="sibTrans" cxnId="{ECCC18D9-AEF7-4660-B7CF-6B0FCD7A796D}">
      <dgm:prSet/>
      <dgm:spPr/>
      <dgm:t>
        <a:bodyPr/>
        <a:lstStyle/>
        <a:p>
          <a:endParaRPr lang="en-PK"/>
        </a:p>
      </dgm:t>
    </dgm:pt>
    <dgm:pt modelId="{FCDA70E4-B124-4B2F-967E-EA1593E33A81}">
      <dgm:prSet custT="1"/>
      <dgm:spPr/>
      <dgm:t>
        <a:bodyPr/>
        <a:lstStyle/>
        <a:p>
          <a:r>
            <a:rPr lang="en-GB" sz="2000" b="0" dirty="0">
              <a:latin typeface="Arial" panose="020B0604020202020204" pitchFamily="34" charset="0"/>
              <a:cs typeface="Arial" panose="020B0604020202020204" pitchFamily="34" charset="0"/>
            </a:rPr>
            <a:t>Multithreading (Thread Libraries)</a:t>
          </a:r>
          <a:endParaRPr lang="en-PK" sz="2000" b="0" dirty="0">
            <a:latin typeface="Arial" panose="020B0604020202020204" pitchFamily="34" charset="0"/>
            <a:cs typeface="Arial" panose="020B0604020202020204" pitchFamily="34" charset="0"/>
          </a:endParaRPr>
        </a:p>
      </dgm:t>
    </dgm:pt>
    <dgm:pt modelId="{0E736F1E-765D-4534-8B97-096156736BC3}" type="parTrans" cxnId="{4683FB74-B4FE-4E11-AA5C-50659186AF50}">
      <dgm:prSet/>
      <dgm:spPr/>
      <dgm:t>
        <a:bodyPr/>
        <a:lstStyle/>
        <a:p>
          <a:endParaRPr lang="en-PK"/>
        </a:p>
      </dgm:t>
    </dgm:pt>
    <dgm:pt modelId="{D984C01C-A93C-452B-8955-0FBF22D72BBB}" type="sibTrans" cxnId="{4683FB74-B4FE-4E11-AA5C-50659186AF50}">
      <dgm:prSet/>
      <dgm:spPr/>
      <dgm:t>
        <a:bodyPr/>
        <a:lstStyle/>
        <a:p>
          <a:endParaRPr lang="en-PK"/>
        </a:p>
      </dgm:t>
    </dgm:pt>
    <dgm:pt modelId="{001B3FDF-4380-4D62-BBD3-B3E2F682FD59}">
      <dgm:prSet custT="1"/>
      <dgm:spPr/>
      <dgm:t>
        <a:bodyPr/>
        <a:lstStyle/>
        <a:p>
          <a:r>
            <a:rPr lang="en-GB" sz="2000" b="0" dirty="0">
              <a:latin typeface="Arial" panose="020B0604020202020204" pitchFamily="34" charset="0"/>
              <a:cs typeface="Arial" panose="020B0604020202020204" pitchFamily="34" charset="0"/>
            </a:rPr>
            <a:t>OpenMP</a:t>
          </a:r>
          <a:endParaRPr lang="en-PK" sz="2000" b="0" dirty="0">
            <a:latin typeface="Arial" panose="020B0604020202020204" pitchFamily="34" charset="0"/>
            <a:cs typeface="Arial" panose="020B0604020202020204" pitchFamily="34" charset="0"/>
          </a:endParaRPr>
        </a:p>
      </dgm:t>
    </dgm:pt>
    <dgm:pt modelId="{366C1375-5E3C-40C1-8762-410B73A6F15A}" type="parTrans" cxnId="{A5D407BF-FBEF-449C-98AA-4803E415BA01}">
      <dgm:prSet/>
      <dgm:spPr/>
      <dgm:t>
        <a:bodyPr/>
        <a:lstStyle/>
        <a:p>
          <a:endParaRPr lang="en-PK"/>
        </a:p>
      </dgm:t>
    </dgm:pt>
    <dgm:pt modelId="{093A4F54-D3AC-45B6-A9B7-0ED8BF24A16E}" type="sibTrans" cxnId="{A5D407BF-FBEF-449C-98AA-4803E415BA01}">
      <dgm:prSet/>
      <dgm:spPr/>
      <dgm:t>
        <a:bodyPr/>
        <a:lstStyle/>
        <a:p>
          <a:endParaRPr lang="en-PK"/>
        </a:p>
      </dgm:t>
    </dgm:pt>
    <dgm:pt modelId="{5191E511-C510-442E-BABC-578B7346541F}" type="pres">
      <dgm:prSet presAssocID="{557EB6DE-10E2-44E8-8BF0-C495FE1A80D0}" presName="hierChild1" presStyleCnt="0">
        <dgm:presLayoutVars>
          <dgm:chPref val="1"/>
          <dgm:dir/>
          <dgm:animOne val="branch"/>
          <dgm:animLvl val="lvl"/>
          <dgm:resizeHandles/>
        </dgm:presLayoutVars>
      </dgm:prSet>
      <dgm:spPr/>
    </dgm:pt>
    <dgm:pt modelId="{2FAEF3B4-E4D5-4E52-957A-7A0652B89420}" type="pres">
      <dgm:prSet presAssocID="{66511BB7-2130-4E1B-9EF7-1830AD69F450}" presName="hierRoot1" presStyleCnt="0"/>
      <dgm:spPr/>
    </dgm:pt>
    <dgm:pt modelId="{F7C85697-001E-4064-B1D4-C9E483B0DBDA}" type="pres">
      <dgm:prSet presAssocID="{66511BB7-2130-4E1B-9EF7-1830AD69F450}" presName="composite" presStyleCnt="0"/>
      <dgm:spPr/>
    </dgm:pt>
    <dgm:pt modelId="{F48502E6-56A5-43F8-A2EA-C44F64C0B78E}" type="pres">
      <dgm:prSet presAssocID="{66511BB7-2130-4E1B-9EF7-1830AD69F450}" presName="background" presStyleLbl="node0" presStyleIdx="0" presStyleCnt="3"/>
      <dgm:spPr/>
    </dgm:pt>
    <dgm:pt modelId="{84293529-D39C-4D00-9871-ACD5BEB0DB63}" type="pres">
      <dgm:prSet presAssocID="{66511BB7-2130-4E1B-9EF7-1830AD69F450}" presName="text" presStyleLbl="fgAcc0" presStyleIdx="0" presStyleCnt="3">
        <dgm:presLayoutVars>
          <dgm:chPref val="3"/>
        </dgm:presLayoutVars>
      </dgm:prSet>
      <dgm:spPr/>
    </dgm:pt>
    <dgm:pt modelId="{81B521F9-0166-42FC-8654-A87903E0819B}" type="pres">
      <dgm:prSet presAssocID="{66511BB7-2130-4E1B-9EF7-1830AD69F450}" presName="hierChild2" presStyleCnt="0"/>
      <dgm:spPr/>
    </dgm:pt>
    <dgm:pt modelId="{D2EB6679-A921-42A8-B571-E8B3530D486F}" type="pres">
      <dgm:prSet presAssocID="{8375106A-65BB-4118-9D86-B3DFFBEE8C2C}" presName="hierRoot1" presStyleCnt="0"/>
      <dgm:spPr/>
    </dgm:pt>
    <dgm:pt modelId="{0430ACF8-D714-4832-8868-C690E873C2F5}" type="pres">
      <dgm:prSet presAssocID="{8375106A-65BB-4118-9D86-B3DFFBEE8C2C}" presName="composite" presStyleCnt="0"/>
      <dgm:spPr/>
    </dgm:pt>
    <dgm:pt modelId="{A51B54C0-31E9-475B-995D-A167DF825FD3}" type="pres">
      <dgm:prSet presAssocID="{8375106A-65BB-4118-9D86-B3DFFBEE8C2C}" presName="background" presStyleLbl="node0" presStyleIdx="1" presStyleCnt="3"/>
      <dgm:spPr/>
    </dgm:pt>
    <dgm:pt modelId="{475E3FE8-8B80-4AAD-BCEE-0C65CAF9BA54}" type="pres">
      <dgm:prSet presAssocID="{8375106A-65BB-4118-9D86-B3DFFBEE8C2C}" presName="text" presStyleLbl="fgAcc0" presStyleIdx="1" presStyleCnt="3">
        <dgm:presLayoutVars>
          <dgm:chPref val="3"/>
        </dgm:presLayoutVars>
      </dgm:prSet>
      <dgm:spPr/>
    </dgm:pt>
    <dgm:pt modelId="{A2CD51BE-5517-4E3D-A2D3-3FF6EA52F4EF}" type="pres">
      <dgm:prSet presAssocID="{8375106A-65BB-4118-9D86-B3DFFBEE8C2C}" presName="hierChild2" presStyleCnt="0"/>
      <dgm:spPr/>
    </dgm:pt>
    <dgm:pt modelId="{2329A8BA-25C2-4F32-9E2E-9697A548F8FB}" type="pres">
      <dgm:prSet presAssocID="{4920CA11-7B2C-4A19-A0CD-F81470876C25}" presName="hierRoot1" presStyleCnt="0"/>
      <dgm:spPr/>
    </dgm:pt>
    <dgm:pt modelId="{3120C17F-38AC-4D0D-9B38-C7C407CDB652}" type="pres">
      <dgm:prSet presAssocID="{4920CA11-7B2C-4A19-A0CD-F81470876C25}" presName="composite" presStyleCnt="0"/>
      <dgm:spPr/>
    </dgm:pt>
    <dgm:pt modelId="{36577275-3FC5-41B1-8927-B9003BF05C75}" type="pres">
      <dgm:prSet presAssocID="{4920CA11-7B2C-4A19-A0CD-F81470876C25}" presName="background" presStyleLbl="node0" presStyleIdx="2" presStyleCnt="3"/>
      <dgm:spPr/>
    </dgm:pt>
    <dgm:pt modelId="{A9271260-977B-4572-B6A9-95C340FA3699}" type="pres">
      <dgm:prSet presAssocID="{4920CA11-7B2C-4A19-A0CD-F81470876C25}" presName="text" presStyleLbl="fgAcc0" presStyleIdx="2" presStyleCnt="3">
        <dgm:presLayoutVars>
          <dgm:chPref val="3"/>
        </dgm:presLayoutVars>
      </dgm:prSet>
      <dgm:spPr/>
    </dgm:pt>
    <dgm:pt modelId="{720C4F09-C26C-48E6-A19E-111BCF419DFE}" type="pres">
      <dgm:prSet presAssocID="{4920CA11-7B2C-4A19-A0CD-F81470876C25}" presName="hierChild2" presStyleCnt="0"/>
      <dgm:spPr/>
    </dgm:pt>
    <dgm:pt modelId="{E083F0E6-4B12-4642-B470-E5AA327A5B82}" type="pres">
      <dgm:prSet presAssocID="{0E736F1E-765D-4534-8B97-096156736BC3}" presName="Name10" presStyleLbl="parChTrans1D2" presStyleIdx="0" presStyleCnt="2"/>
      <dgm:spPr/>
    </dgm:pt>
    <dgm:pt modelId="{B75FF0F8-B692-4D10-B3D5-5073C2FACB6F}" type="pres">
      <dgm:prSet presAssocID="{FCDA70E4-B124-4B2F-967E-EA1593E33A81}" presName="hierRoot2" presStyleCnt="0"/>
      <dgm:spPr/>
    </dgm:pt>
    <dgm:pt modelId="{8B4F4F9E-FB0C-4347-8D50-654CCB236EF3}" type="pres">
      <dgm:prSet presAssocID="{FCDA70E4-B124-4B2F-967E-EA1593E33A81}" presName="composite2" presStyleCnt="0"/>
      <dgm:spPr/>
    </dgm:pt>
    <dgm:pt modelId="{6F73DBDA-6936-421B-A5A4-D2D6F44CE6E8}" type="pres">
      <dgm:prSet presAssocID="{FCDA70E4-B124-4B2F-967E-EA1593E33A81}" presName="background2" presStyleLbl="node2" presStyleIdx="0" presStyleCnt="2"/>
      <dgm:spPr/>
    </dgm:pt>
    <dgm:pt modelId="{9FAC5E74-BF91-4125-B5C7-9B0FA4D6676D}" type="pres">
      <dgm:prSet presAssocID="{FCDA70E4-B124-4B2F-967E-EA1593E33A81}" presName="text2" presStyleLbl="fgAcc2" presStyleIdx="0" presStyleCnt="2">
        <dgm:presLayoutVars>
          <dgm:chPref val="3"/>
        </dgm:presLayoutVars>
      </dgm:prSet>
      <dgm:spPr/>
    </dgm:pt>
    <dgm:pt modelId="{BBC7123E-5C6F-4076-B9EF-96C3F43F5299}" type="pres">
      <dgm:prSet presAssocID="{FCDA70E4-B124-4B2F-967E-EA1593E33A81}" presName="hierChild3" presStyleCnt="0"/>
      <dgm:spPr/>
    </dgm:pt>
    <dgm:pt modelId="{9510EE45-431F-488A-840D-A5F4D3521A94}" type="pres">
      <dgm:prSet presAssocID="{366C1375-5E3C-40C1-8762-410B73A6F15A}" presName="Name10" presStyleLbl="parChTrans1D2" presStyleIdx="1" presStyleCnt="2"/>
      <dgm:spPr/>
    </dgm:pt>
    <dgm:pt modelId="{F998ED54-FE93-4D53-9DC3-E2281841258F}" type="pres">
      <dgm:prSet presAssocID="{001B3FDF-4380-4D62-BBD3-B3E2F682FD59}" presName="hierRoot2" presStyleCnt="0"/>
      <dgm:spPr/>
    </dgm:pt>
    <dgm:pt modelId="{902D21E4-7D2A-4FC3-9BF0-B2DF14E8506D}" type="pres">
      <dgm:prSet presAssocID="{001B3FDF-4380-4D62-BBD3-B3E2F682FD59}" presName="composite2" presStyleCnt="0"/>
      <dgm:spPr/>
    </dgm:pt>
    <dgm:pt modelId="{4E205E7A-FD3E-4BCF-B62E-AC18F95E73A4}" type="pres">
      <dgm:prSet presAssocID="{001B3FDF-4380-4D62-BBD3-B3E2F682FD59}" presName="background2" presStyleLbl="node2" presStyleIdx="1" presStyleCnt="2"/>
      <dgm:spPr/>
    </dgm:pt>
    <dgm:pt modelId="{CC5B919E-FE84-40F3-8438-AF6D95EE2222}" type="pres">
      <dgm:prSet presAssocID="{001B3FDF-4380-4D62-BBD3-B3E2F682FD59}" presName="text2" presStyleLbl="fgAcc2" presStyleIdx="1" presStyleCnt="2">
        <dgm:presLayoutVars>
          <dgm:chPref val="3"/>
        </dgm:presLayoutVars>
      </dgm:prSet>
      <dgm:spPr/>
    </dgm:pt>
    <dgm:pt modelId="{EB8AF6F1-6F21-4D2B-AC8F-547BDAA3CCD5}" type="pres">
      <dgm:prSet presAssocID="{001B3FDF-4380-4D62-BBD3-B3E2F682FD59}" presName="hierChild3" presStyleCnt="0"/>
      <dgm:spPr/>
    </dgm:pt>
  </dgm:ptLst>
  <dgm:cxnLst>
    <dgm:cxn modelId="{E69C1A13-965F-43E9-8FD4-A7858C54115D}" type="presOf" srcId="{66511BB7-2130-4E1B-9EF7-1830AD69F450}" destId="{84293529-D39C-4D00-9871-ACD5BEB0DB63}" srcOrd="0" destOrd="0" presId="urn:microsoft.com/office/officeart/2005/8/layout/hierarchy1"/>
    <dgm:cxn modelId="{95DC571A-0AB3-4EE2-86B2-0E643F299EEE}" srcId="{557EB6DE-10E2-44E8-8BF0-C495FE1A80D0}" destId="{8375106A-65BB-4118-9D86-B3DFFBEE8C2C}" srcOrd="1" destOrd="0" parTransId="{EA070A8C-2D66-42DD-9410-928E8526B12C}" sibTransId="{3FDB27AD-8A6D-4E4B-BD9C-64DD1B7B5B8A}"/>
    <dgm:cxn modelId="{CAB9571B-EFCE-4A60-88BA-9B49E9210874}" type="presOf" srcId="{4920CA11-7B2C-4A19-A0CD-F81470876C25}" destId="{A9271260-977B-4572-B6A9-95C340FA3699}" srcOrd="0" destOrd="0" presId="urn:microsoft.com/office/officeart/2005/8/layout/hierarchy1"/>
    <dgm:cxn modelId="{DC13CC28-E4A3-4F70-87D4-399E3CF6B7E4}" type="presOf" srcId="{FCDA70E4-B124-4B2F-967E-EA1593E33A81}" destId="{9FAC5E74-BF91-4125-B5C7-9B0FA4D6676D}" srcOrd="0" destOrd="0" presId="urn:microsoft.com/office/officeart/2005/8/layout/hierarchy1"/>
    <dgm:cxn modelId="{BFA46A5B-E0EB-4BDF-885E-40B1DB4E5BC5}" type="presOf" srcId="{366C1375-5E3C-40C1-8762-410B73A6F15A}" destId="{9510EE45-431F-488A-840D-A5F4D3521A94}" srcOrd="0" destOrd="0" presId="urn:microsoft.com/office/officeart/2005/8/layout/hierarchy1"/>
    <dgm:cxn modelId="{C660366B-D514-499C-B210-2C49F20AC747}" type="presOf" srcId="{0E736F1E-765D-4534-8B97-096156736BC3}" destId="{E083F0E6-4B12-4642-B470-E5AA327A5B82}" srcOrd="0" destOrd="0" presId="urn:microsoft.com/office/officeart/2005/8/layout/hierarchy1"/>
    <dgm:cxn modelId="{8D33454E-5595-422F-915D-2214F3426B9A}" type="presOf" srcId="{557EB6DE-10E2-44E8-8BF0-C495FE1A80D0}" destId="{5191E511-C510-442E-BABC-578B7346541F}" srcOrd="0" destOrd="0" presId="urn:microsoft.com/office/officeart/2005/8/layout/hierarchy1"/>
    <dgm:cxn modelId="{4683FB74-B4FE-4E11-AA5C-50659186AF50}" srcId="{4920CA11-7B2C-4A19-A0CD-F81470876C25}" destId="{FCDA70E4-B124-4B2F-967E-EA1593E33A81}" srcOrd="0" destOrd="0" parTransId="{0E736F1E-765D-4534-8B97-096156736BC3}" sibTransId="{D984C01C-A93C-452B-8955-0FBF22D72BBB}"/>
    <dgm:cxn modelId="{596007A7-3804-4DC9-A618-F73D0A1459DB}" srcId="{557EB6DE-10E2-44E8-8BF0-C495FE1A80D0}" destId="{66511BB7-2130-4E1B-9EF7-1830AD69F450}" srcOrd="0" destOrd="0" parTransId="{28AF36C2-3016-44AE-98FD-0987D3443687}" sibTransId="{488A22E7-18D4-4D50-8F6B-154F42B1152C}"/>
    <dgm:cxn modelId="{A5D407BF-FBEF-449C-98AA-4803E415BA01}" srcId="{4920CA11-7B2C-4A19-A0CD-F81470876C25}" destId="{001B3FDF-4380-4D62-BBD3-B3E2F682FD59}" srcOrd="1" destOrd="0" parTransId="{366C1375-5E3C-40C1-8762-410B73A6F15A}" sibTransId="{093A4F54-D3AC-45B6-A9B7-0ED8BF24A16E}"/>
    <dgm:cxn modelId="{F7E8BAC9-CCDD-4370-8BB9-B213815E19CC}" type="presOf" srcId="{001B3FDF-4380-4D62-BBD3-B3E2F682FD59}" destId="{CC5B919E-FE84-40F3-8438-AF6D95EE2222}" srcOrd="0" destOrd="0" presId="urn:microsoft.com/office/officeart/2005/8/layout/hierarchy1"/>
    <dgm:cxn modelId="{59CB73CF-9CBB-4AF6-8292-0703F27F6E5B}" type="presOf" srcId="{8375106A-65BB-4118-9D86-B3DFFBEE8C2C}" destId="{475E3FE8-8B80-4AAD-BCEE-0C65CAF9BA54}" srcOrd="0" destOrd="0" presId="urn:microsoft.com/office/officeart/2005/8/layout/hierarchy1"/>
    <dgm:cxn modelId="{ECCC18D9-AEF7-4660-B7CF-6B0FCD7A796D}" srcId="{557EB6DE-10E2-44E8-8BF0-C495FE1A80D0}" destId="{4920CA11-7B2C-4A19-A0CD-F81470876C25}" srcOrd="2" destOrd="0" parTransId="{6F0FF0F8-E938-4074-99CA-39248149F55E}" sibTransId="{8A7C736A-684B-42D7-A7F8-11A1A43B139C}"/>
    <dgm:cxn modelId="{F5191D35-A2D9-4CC5-AE57-14AB7246206C}" type="presParOf" srcId="{5191E511-C510-442E-BABC-578B7346541F}" destId="{2FAEF3B4-E4D5-4E52-957A-7A0652B89420}" srcOrd="0" destOrd="0" presId="urn:microsoft.com/office/officeart/2005/8/layout/hierarchy1"/>
    <dgm:cxn modelId="{1047C885-84E8-49C7-B94C-122B768AFC20}" type="presParOf" srcId="{2FAEF3B4-E4D5-4E52-957A-7A0652B89420}" destId="{F7C85697-001E-4064-B1D4-C9E483B0DBDA}" srcOrd="0" destOrd="0" presId="urn:microsoft.com/office/officeart/2005/8/layout/hierarchy1"/>
    <dgm:cxn modelId="{E9541CD9-210A-4B23-B6D9-64E819A09891}" type="presParOf" srcId="{F7C85697-001E-4064-B1D4-C9E483B0DBDA}" destId="{F48502E6-56A5-43F8-A2EA-C44F64C0B78E}" srcOrd="0" destOrd="0" presId="urn:microsoft.com/office/officeart/2005/8/layout/hierarchy1"/>
    <dgm:cxn modelId="{49CFA580-B624-4DF7-A06E-739CF966075C}" type="presParOf" srcId="{F7C85697-001E-4064-B1D4-C9E483B0DBDA}" destId="{84293529-D39C-4D00-9871-ACD5BEB0DB63}" srcOrd="1" destOrd="0" presId="urn:microsoft.com/office/officeart/2005/8/layout/hierarchy1"/>
    <dgm:cxn modelId="{88BBC84E-8429-4A18-8B6E-BE9C4BC093CE}" type="presParOf" srcId="{2FAEF3B4-E4D5-4E52-957A-7A0652B89420}" destId="{81B521F9-0166-42FC-8654-A87903E0819B}" srcOrd="1" destOrd="0" presId="urn:microsoft.com/office/officeart/2005/8/layout/hierarchy1"/>
    <dgm:cxn modelId="{011E9982-33D7-45E0-80DB-14D4BCB1BB0C}" type="presParOf" srcId="{5191E511-C510-442E-BABC-578B7346541F}" destId="{D2EB6679-A921-42A8-B571-E8B3530D486F}" srcOrd="1" destOrd="0" presId="urn:microsoft.com/office/officeart/2005/8/layout/hierarchy1"/>
    <dgm:cxn modelId="{A374B17F-2DF4-426A-BB2B-EB5AA9C71C4F}" type="presParOf" srcId="{D2EB6679-A921-42A8-B571-E8B3530D486F}" destId="{0430ACF8-D714-4832-8868-C690E873C2F5}" srcOrd="0" destOrd="0" presId="urn:microsoft.com/office/officeart/2005/8/layout/hierarchy1"/>
    <dgm:cxn modelId="{A5FFAF90-7846-44B1-9BF1-DFE31A40C377}" type="presParOf" srcId="{0430ACF8-D714-4832-8868-C690E873C2F5}" destId="{A51B54C0-31E9-475B-995D-A167DF825FD3}" srcOrd="0" destOrd="0" presId="urn:microsoft.com/office/officeart/2005/8/layout/hierarchy1"/>
    <dgm:cxn modelId="{D8D1F9C8-5019-4F2A-A8E3-C17D003ECD71}" type="presParOf" srcId="{0430ACF8-D714-4832-8868-C690E873C2F5}" destId="{475E3FE8-8B80-4AAD-BCEE-0C65CAF9BA54}" srcOrd="1" destOrd="0" presId="urn:microsoft.com/office/officeart/2005/8/layout/hierarchy1"/>
    <dgm:cxn modelId="{EF31D43D-2B9E-4F12-B86A-49CDAB6A4FE7}" type="presParOf" srcId="{D2EB6679-A921-42A8-B571-E8B3530D486F}" destId="{A2CD51BE-5517-4E3D-A2D3-3FF6EA52F4EF}" srcOrd="1" destOrd="0" presId="urn:microsoft.com/office/officeart/2005/8/layout/hierarchy1"/>
    <dgm:cxn modelId="{FD6E520B-F567-4930-A15A-434C5267123B}" type="presParOf" srcId="{5191E511-C510-442E-BABC-578B7346541F}" destId="{2329A8BA-25C2-4F32-9E2E-9697A548F8FB}" srcOrd="2" destOrd="0" presId="urn:microsoft.com/office/officeart/2005/8/layout/hierarchy1"/>
    <dgm:cxn modelId="{28370FC6-173C-47DD-A7BF-97439289D233}" type="presParOf" srcId="{2329A8BA-25C2-4F32-9E2E-9697A548F8FB}" destId="{3120C17F-38AC-4D0D-9B38-C7C407CDB652}" srcOrd="0" destOrd="0" presId="urn:microsoft.com/office/officeart/2005/8/layout/hierarchy1"/>
    <dgm:cxn modelId="{23857FC2-D11A-4CA4-AA55-6916EF7034C1}" type="presParOf" srcId="{3120C17F-38AC-4D0D-9B38-C7C407CDB652}" destId="{36577275-3FC5-41B1-8927-B9003BF05C75}" srcOrd="0" destOrd="0" presId="urn:microsoft.com/office/officeart/2005/8/layout/hierarchy1"/>
    <dgm:cxn modelId="{8C72D052-A6B8-4CEF-8507-886E04D5176E}" type="presParOf" srcId="{3120C17F-38AC-4D0D-9B38-C7C407CDB652}" destId="{A9271260-977B-4572-B6A9-95C340FA3699}" srcOrd="1" destOrd="0" presId="urn:microsoft.com/office/officeart/2005/8/layout/hierarchy1"/>
    <dgm:cxn modelId="{5C6A36CC-BF81-42A1-ACE0-960C082E6152}" type="presParOf" srcId="{2329A8BA-25C2-4F32-9E2E-9697A548F8FB}" destId="{720C4F09-C26C-48E6-A19E-111BCF419DFE}" srcOrd="1" destOrd="0" presId="urn:microsoft.com/office/officeart/2005/8/layout/hierarchy1"/>
    <dgm:cxn modelId="{E60FE2F3-9DC0-42F7-B789-C6C6422A8DFB}" type="presParOf" srcId="{720C4F09-C26C-48E6-A19E-111BCF419DFE}" destId="{E083F0E6-4B12-4642-B470-E5AA327A5B82}" srcOrd="0" destOrd="0" presId="urn:microsoft.com/office/officeart/2005/8/layout/hierarchy1"/>
    <dgm:cxn modelId="{1EDF4E99-4C2E-4CAF-A590-B96D905EBB81}" type="presParOf" srcId="{720C4F09-C26C-48E6-A19E-111BCF419DFE}" destId="{B75FF0F8-B692-4D10-B3D5-5073C2FACB6F}" srcOrd="1" destOrd="0" presId="urn:microsoft.com/office/officeart/2005/8/layout/hierarchy1"/>
    <dgm:cxn modelId="{6F713ADF-21B5-4881-A9EE-4497071D14FA}" type="presParOf" srcId="{B75FF0F8-B692-4D10-B3D5-5073C2FACB6F}" destId="{8B4F4F9E-FB0C-4347-8D50-654CCB236EF3}" srcOrd="0" destOrd="0" presId="urn:microsoft.com/office/officeart/2005/8/layout/hierarchy1"/>
    <dgm:cxn modelId="{38321522-B5EC-4CA0-B8ED-A55CF73997C9}" type="presParOf" srcId="{8B4F4F9E-FB0C-4347-8D50-654CCB236EF3}" destId="{6F73DBDA-6936-421B-A5A4-D2D6F44CE6E8}" srcOrd="0" destOrd="0" presId="urn:microsoft.com/office/officeart/2005/8/layout/hierarchy1"/>
    <dgm:cxn modelId="{28767CD7-E330-486E-9AA9-A1D65D06FD44}" type="presParOf" srcId="{8B4F4F9E-FB0C-4347-8D50-654CCB236EF3}" destId="{9FAC5E74-BF91-4125-B5C7-9B0FA4D6676D}" srcOrd="1" destOrd="0" presId="urn:microsoft.com/office/officeart/2005/8/layout/hierarchy1"/>
    <dgm:cxn modelId="{66AF6014-40DA-4B3B-977D-5AB76B66E020}" type="presParOf" srcId="{B75FF0F8-B692-4D10-B3D5-5073C2FACB6F}" destId="{BBC7123E-5C6F-4076-B9EF-96C3F43F5299}" srcOrd="1" destOrd="0" presId="urn:microsoft.com/office/officeart/2005/8/layout/hierarchy1"/>
    <dgm:cxn modelId="{24032962-6FCA-45E1-88A6-B166A0D7F933}" type="presParOf" srcId="{720C4F09-C26C-48E6-A19E-111BCF419DFE}" destId="{9510EE45-431F-488A-840D-A5F4D3521A94}" srcOrd="2" destOrd="0" presId="urn:microsoft.com/office/officeart/2005/8/layout/hierarchy1"/>
    <dgm:cxn modelId="{A3B36166-8457-4CA4-AEAF-5A7E88BD1911}" type="presParOf" srcId="{720C4F09-C26C-48E6-A19E-111BCF419DFE}" destId="{F998ED54-FE93-4D53-9DC3-E2281841258F}" srcOrd="3" destOrd="0" presId="urn:microsoft.com/office/officeart/2005/8/layout/hierarchy1"/>
    <dgm:cxn modelId="{FA1A35BD-D3FC-42BE-BBFC-67766A009C11}" type="presParOf" srcId="{F998ED54-FE93-4D53-9DC3-E2281841258F}" destId="{902D21E4-7D2A-4FC3-9BF0-B2DF14E8506D}" srcOrd="0" destOrd="0" presId="urn:microsoft.com/office/officeart/2005/8/layout/hierarchy1"/>
    <dgm:cxn modelId="{40FC55E3-4850-4061-B443-EC94C2CFF434}" type="presParOf" srcId="{902D21E4-7D2A-4FC3-9BF0-B2DF14E8506D}" destId="{4E205E7A-FD3E-4BCF-B62E-AC18F95E73A4}" srcOrd="0" destOrd="0" presId="urn:microsoft.com/office/officeart/2005/8/layout/hierarchy1"/>
    <dgm:cxn modelId="{8A1FCF62-86BE-4FD8-9459-8A45794D95DF}" type="presParOf" srcId="{902D21E4-7D2A-4FC3-9BF0-B2DF14E8506D}" destId="{CC5B919E-FE84-40F3-8438-AF6D95EE2222}" srcOrd="1" destOrd="0" presId="urn:microsoft.com/office/officeart/2005/8/layout/hierarchy1"/>
    <dgm:cxn modelId="{ACF72E69-0348-45A0-B18B-74FFA1EAB4DA}" type="presParOf" srcId="{F998ED54-FE93-4D53-9DC3-E2281841258F}" destId="{EB8AF6F1-6F21-4D2B-AC8F-547BDAA3CCD5}"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Introduction of Distributed Memory.</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Architecture of Distributed Memory.</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CD1BF30-1CA4-4642-86FF-77FD2BEDBF48}" type="doc">
      <dgm:prSet loTypeId="urn:microsoft.com/office/officeart/2005/8/layout/hierarchy1" loCatId="hierarchy" qsTypeId="urn:microsoft.com/office/officeart/2005/8/quickstyle/simple1" qsCatId="simple" csTypeId="urn:microsoft.com/office/officeart/2005/8/colors/colorful1" csCatId="colorful"/>
      <dgm:spPr/>
      <dgm:t>
        <a:bodyPr/>
        <a:lstStyle/>
        <a:p>
          <a:endParaRPr lang="en-US"/>
        </a:p>
      </dgm:t>
    </dgm:pt>
    <dgm:pt modelId="{B7C4BE8E-B1EA-47FF-9174-A0B235D7FAB1}">
      <dgm:prSet/>
      <dgm:spPr/>
      <dgm:t>
        <a:bodyPr/>
        <a:lstStyle/>
        <a:p>
          <a:r>
            <a:rPr lang="en-GB" dirty="0">
              <a:latin typeface="Arial" panose="020B0604020202020204" pitchFamily="34" charset="0"/>
              <a:cs typeface="Arial" panose="020B0604020202020204" pitchFamily="34" charset="0"/>
            </a:rPr>
            <a:t>Each Processor has direct access only to its local memory</a:t>
          </a:r>
          <a:endParaRPr lang="en-US" dirty="0">
            <a:latin typeface="Arial" panose="020B0604020202020204" pitchFamily="34" charset="0"/>
            <a:cs typeface="Arial" panose="020B0604020202020204" pitchFamily="34" charset="0"/>
          </a:endParaRPr>
        </a:p>
      </dgm:t>
    </dgm:pt>
    <dgm:pt modelId="{20B5BF95-5B0E-41D2-8084-D37111988767}" type="parTrans" cxnId="{E0B5478F-8FFB-4C82-9A66-627F52037F59}">
      <dgm:prSet/>
      <dgm:spPr/>
      <dgm:t>
        <a:bodyPr/>
        <a:lstStyle/>
        <a:p>
          <a:endParaRPr lang="en-US"/>
        </a:p>
      </dgm:t>
    </dgm:pt>
    <dgm:pt modelId="{54B3E221-09BC-412D-AC4A-CBFE4AAFE58A}" type="sibTrans" cxnId="{E0B5478F-8FFB-4C82-9A66-627F52037F59}">
      <dgm:prSet/>
      <dgm:spPr/>
      <dgm:t>
        <a:bodyPr/>
        <a:lstStyle/>
        <a:p>
          <a:endParaRPr lang="en-US"/>
        </a:p>
      </dgm:t>
    </dgm:pt>
    <dgm:pt modelId="{23C19073-1E21-491F-93D1-1522123249FB}">
      <dgm:prSet/>
      <dgm:spPr/>
      <dgm:t>
        <a:bodyPr/>
        <a:lstStyle/>
        <a:p>
          <a:r>
            <a:rPr lang="en-GB" dirty="0">
              <a:latin typeface="Arial" panose="020B0604020202020204" pitchFamily="34" charset="0"/>
              <a:cs typeface="Arial" panose="020B0604020202020204" pitchFamily="34" charset="0"/>
            </a:rPr>
            <a:t>Processors are connected via high-speed interconnect</a:t>
          </a:r>
          <a:endParaRPr lang="en-US" dirty="0">
            <a:latin typeface="Arial" panose="020B0604020202020204" pitchFamily="34" charset="0"/>
            <a:cs typeface="Arial" panose="020B0604020202020204" pitchFamily="34" charset="0"/>
          </a:endParaRPr>
        </a:p>
      </dgm:t>
    </dgm:pt>
    <dgm:pt modelId="{C85A6081-5DBD-46DF-BD51-57EEE44929B7}" type="parTrans" cxnId="{56F37522-CC4B-48BE-8887-63032B7BFA08}">
      <dgm:prSet/>
      <dgm:spPr/>
      <dgm:t>
        <a:bodyPr/>
        <a:lstStyle/>
        <a:p>
          <a:endParaRPr lang="en-US"/>
        </a:p>
      </dgm:t>
    </dgm:pt>
    <dgm:pt modelId="{724E4950-0CA7-4A20-9EB8-FD2774847436}" type="sibTrans" cxnId="{56F37522-CC4B-48BE-8887-63032B7BFA08}">
      <dgm:prSet/>
      <dgm:spPr/>
      <dgm:t>
        <a:bodyPr/>
        <a:lstStyle/>
        <a:p>
          <a:endParaRPr lang="en-US"/>
        </a:p>
      </dgm:t>
    </dgm:pt>
    <dgm:pt modelId="{757B778F-B678-4352-982E-1B9960494056}">
      <dgm:prSet/>
      <dgm:spPr/>
      <dgm:t>
        <a:bodyPr/>
        <a:lstStyle/>
        <a:p>
          <a:r>
            <a:rPr lang="en-GB" dirty="0">
              <a:latin typeface="Arial" panose="020B0604020202020204" pitchFamily="34" charset="0"/>
              <a:cs typeface="Arial" panose="020B0604020202020204" pitchFamily="34" charset="0"/>
            </a:rPr>
            <a:t>Data structures must be distributed</a:t>
          </a:r>
          <a:endParaRPr lang="en-US" dirty="0">
            <a:latin typeface="Arial" panose="020B0604020202020204" pitchFamily="34" charset="0"/>
            <a:cs typeface="Arial" panose="020B0604020202020204" pitchFamily="34" charset="0"/>
          </a:endParaRPr>
        </a:p>
      </dgm:t>
    </dgm:pt>
    <dgm:pt modelId="{65715108-9192-4C93-A800-7CE4B5600415}" type="parTrans" cxnId="{1841D59F-C4ED-4DC6-B2A6-61E4837BB205}">
      <dgm:prSet/>
      <dgm:spPr/>
      <dgm:t>
        <a:bodyPr/>
        <a:lstStyle/>
        <a:p>
          <a:endParaRPr lang="en-US"/>
        </a:p>
      </dgm:t>
    </dgm:pt>
    <dgm:pt modelId="{468A8136-2312-4D85-8470-2D4077EFE70C}" type="sibTrans" cxnId="{1841D59F-C4ED-4DC6-B2A6-61E4837BB205}">
      <dgm:prSet/>
      <dgm:spPr/>
      <dgm:t>
        <a:bodyPr/>
        <a:lstStyle/>
        <a:p>
          <a:endParaRPr lang="en-US"/>
        </a:p>
      </dgm:t>
    </dgm:pt>
    <dgm:pt modelId="{33D43EE0-D051-4BD4-8BFB-5D72B6D20F7C}" type="pres">
      <dgm:prSet presAssocID="{ECD1BF30-1CA4-4642-86FF-77FD2BEDBF48}" presName="hierChild1" presStyleCnt="0">
        <dgm:presLayoutVars>
          <dgm:chPref val="1"/>
          <dgm:dir/>
          <dgm:animOne val="branch"/>
          <dgm:animLvl val="lvl"/>
          <dgm:resizeHandles/>
        </dgm:presLayoutVars>
      </dgm:prSet>
      <dgm:spPr/>
    </dgm:pt>
    <dgm:pt modelId="{A06219FD-01F8-44EE-BC59-5671E7224DC1}" type="pres">
      <dgm:prSet presAssocID="{B7C4BE8E-B1EA-47FF-9174-A0B235D7FAB1}" presName="hierRoot1" presStyleCnt="0"/>
      <dgm:spPr/>
    </dgm:pt>
    <dgm:pt modelId="{BF45BB51-C26D-40E2-B285-6758F6E8EE4D}" type="pres">
      <dgm:prSet presAssocID="{B7C4BE8E-B1EA-47FF-9174-A0B235D7FAB1}" presName="composite" presStyleCnt="0"/>
      <dgm:spPr/>
    </dgm:pt>
    <dgm:pt modelId="{EB891552-65E8-4850-98BB-82C21A6D8C91}" type="pres">
      <dgm:prSet presAssocID="{B7C4BE8E-B1EA-47FF-9174-A0B235D7FAB1}" presName="background" presStyleLbl="node0" presStyleIdx="0" presStyleCnt="3"/>
      <dgm:spPr/>
    </dgm:pt>
    <dgm:pt modelId="{01FC31ED-C8CE-4612-9793-271705917D91}" type="pres">
      <dgm:prSet presAssocID="{B7C4BE8E-B1EA-47FF-9174-A0B235D7FAB1}" presName="text" presStyleLbl="fgAcc0" presStyleIdx="0" presStyleCnt="3">
        <dgm:presLayoutVars>
          <dgm:chPref val="3"/>
        </dgm:presLayoutVars>
      </dgm:prSet>
      <dgm:spPr/>
    </dgm:pt>
    <dgm:pt modelId="{DD87DA03-9DEC-4CC4-85AF-E2328CAA9793}" type="pres">
      <dgm:prSet presAssocID="{B7C4BE8E-B1EA-47FF-9174-A0B235D7FAB1}" presName="hierChild2" presStyleCnt="0"/>
      <dgm:spPr/>
    </dgm:pt>
    <dgm:pt modelId="{1109C4A9-E36A-486D-A595-A4B6528E8A2A}" type="pres">
      <dgm:prSet presAssocID="{23C19073-1E21-491F-93D1-1522123249FB}" presName="hierRoot1" presStyleCnt="0"/>
      <dgm:spPr/>
    </dgm:pt>
    <dgm:pt modelId="{73EE3F7D-54F8-4A70-B5EE-406C0091BF3B}" type="pres">
      <dgm:prSet presAssocID="{23C19073-1E21-491F-93D1-1522123249FB}" presName="composite" presStyleCnt="0"/>
      <dgm:spPr/>
    </dgm:pt>
    <dgm:pt modelId="{48BD9727-55B2-49D0-8441-CA18B7B40358}" type="pres">
      <dgm:prSet presAssocID="{23C19073-1E21-491F-93D1-1522123249FB}" presName="background" presStyleLbl="node0" presStyleIdx="1" presStyleCnt="3"/>
      <dgm:spPr/>
    </dgm:pt>
    <dgm:pt modelId="{F17542D0-B483-4928-B2F9-500D58DCDBC4}" type="pres">
      <dgm:prSet presAssocID="{23C19073-1E21-491F-93D1-1522123249FB}" presName="text" presStyleLbl="fgAcc0" presStyleIdx="1" presStyleCnt="3">
        <dgm:presLayoutVars>
          <dgm:chPref val="3"/>
        </dgm:presLayoutVars>
      </dgm:prSet>
      <dgm:spPr/>
    </dgm:pt>
    <dgm:pt modelId="{942707BA-3664-411D-B0D4-9DF8E8100C73}" type="pres">
      <dgm:prSet presAssocID="{23C19073-1E21-491F-93D1-1522123249FB}" presName="hierChild2" presStyleCnt="0"/>
      <dgm:spPr/>
    </dgm:pt>
    <dgm:pt modelId="{22404294-9503-4C82-9A1C-5C3FF13EDD5B}" type="pres">
      <dgm:prSet presAssocID="{757B778F-B678-4352-982E-1B9960494056}" presName="hierRoot1" presStyleCnt="0"/>
      <dgm:spPr/>
    </dgm:pt>
    <dgm:pt modelId="{BB88549A-1480-424E-B247-09D641DAED11}" type="pres">
      <dgm:prSet presAssocID="{757B778F-B678-4352-982E-1B9960494056}" presName="composite" presStyleCnt="0"/>
      <dgm:spPr/>
    </dgm:pt>
    <dgm:pt modelId="{4F556B37-A53D-4889-9F71-56CABE14E0C5}" type="pres">
      <dgm:prSet presAssocID="{757B778F-B678-4352-982E-1B9960494056}" presName="background" presStyleLbl="node0" presStyleIdx="2" presStyleCnt="3"/>
      <dgm:spPr/>
    </dgm:pt>
    <dgm:pt modelId="{AE8B6B74-E3F2-41CF-A7D9-73FC35A89784}" type="pres">
      <dgm:prSet presAssocID="{757B778F-B678-4352-982E-1B9960494056}" presName="text" presStyleLbl="fgAcc0" presStyleIdx="2" presStyleCnt="3">
        <dgm:presLayoutVars>
          <dgm:chPref val="3"/>
        </dgm:presLayoutVars>
      </dgm:prSet>
      <dgm:spPr/>
    </dgm:pt>
    <dgm:pt modelId="{B44C4C6D-97FA-4E5E-B187-A2B4E74F40F4}" type="pres">
      <dgm:prSet presAssocID="{757B778F-B678-4352-982E-1B9960494056}" presName="hierChild2" presStyleCnt="0"/>
      <dgm:spPr/>
    </dgm:pt>
  </dgm:ptLst>
  <dgm:cxnLst>
    <dgm:cxn modelId="{56CF260A-0430-4BD7-9B5E-7B5D619F5D5E}" type="presOf" srcId="{ECD1BF30-1CA4-4642-86FF-77FD2BEDBF48}" destId="{33D43EE0-D051-4BD4-8BFB-5D72B6D20F7C}" srcOrd="0" destOrd="0" presId="urn:microsoft.com/office/officeart/2005/8/layout/hierarchy1"/>
    <dgm:cxn modelId="{56F37522-CC4B-48BE-8887-63032B7BFA08}" srcId="{ECD1BF30-1CA4-4642-86FF-77FD2BEDBF48}" destId="{23C19073-1E21-491F-93D1-1522123249FB}" srcOrd="1" destOrd="0" parTransId="{C85A6081-5DBD-46DF-BD51-57EEE44929B7}" sibTransId="{724E4950-0CA7-4A20-9EB8-FD2774847436}"/>
    <dgm:cxn modelId="{54D1F742-CBF3-4AD6-A42B-A128DE3F7A1B}" type="presOf" srcId="{757B778F-B678-4352-982E-1B9960494056}" destId="{AE8B6B74-E3F2-41CF-A7D9-73FC35A89784}" srcOrd="0" destOrd="0" presId="urn:microsoft.com/office/officeart/2005/8/layout/hierarchy1"/>
    <dgm:cxn modelId="{0811C176-7A86-4E5D-8D02-4FF38DBB0BA7}" type="presOf" srcId="{B7C4BE8E-B1EA-47FF-9174-A0B235D7FAB1}" destId="{01FC31ED-C8CE-4612-9793-271705917D91}" srcOrd="0" destOrd="0" presId="urn:microsoft.com/office/officeart/2005/8/layout/hierarchy1"/>
    <dgm:cxn modelId="{E0B5478F-8FFB-4C82-9A66-627F52037F59}" srcId="{ECD1BF30-1CA4-4642-86FF-77FD2BEDBF48}" destId="{B7C4BE8E-B1EA-47FF-9174-A0B235D7FAB1}" srcOrd="0" destOrd="0" parTransId="{20B5BF95-5B0E-41D2-8084-D37111988767}" sibTransId="{54B3E221-09BC-412D-AC4A-CBFE4AAFE58A}"/>
    <dgm:cxn modelId="{1841D59F-C4ED-4DC6-B2A6-61E4837BB205}" srcId="{ECD1BF30-1CA4-4642-86FF-77FD2BEDBF48}" destId="{757B778F-B678-4352-982E-1B9960494056}" srcOrd="2" destOrd="0" parTransId="{65715108-9192-4C93-A800-7CE4B5600415}" sibTransId="{468A8136-2312-4D85-8470-2D4077EFE70C}"/>
    <dgm:cxn modelId="{2D83FEE9-50FA-4D01-A7DF-9AAC334FB3B2}" type="presOf" srcId="{23C19073-1E21-491F-93D1-1522123249FB}" destId="{F17542D0-B483-4928-B2F9-500D58DCDBC4}" srcOrd="0" destOrd="0" presId="urn:microsoft.com/office/officeart/2005/8/layout/hierarchy1"/>
    <dgm:cxn modelId="{3A7B6D49-5371-4787-A3C3-BE4B32C1A4B5}" type="presParOf" srcId="{33D43EE0-D051-4BD4-8BFB-5D72B6D20F7C}" destId="{A06219FD-01F8-44EE-BC59-5671E7224DC1}" srcOrd="0" destOrd="0" presId="urn:microsoft.com/office/officeart/2005/8/layout/hierarchy1"/>
    <dgm:cxn modelId="{C6637884-05E8-432D-B707-F964EF120568}" type="presParOf" srcId="{A06219FD-01F8-44EE-BC59-5671E7224DC1}" destId="{BF45BB51-C26D-40E2-B285-6758F6E8EE4D}" srcOrd="0" destOrd="0" presId="urn:microsoft.com/office/officeart/2005/8/layout/hierarchy1"/>
    <dgm:cxn modelId="{FD63B98E-BA73-434F-ABD6-78B13CABD1A6}" type="presParOf" srcId="{BF45BB51-C26D-40E2-B285-6758F6E8EE4D}" destId="{EB891552-65E8-4850-98BB-82C21A6D8C91}" srcOrd="0" destOrd="0" presId="urn:microsoft.com/office/officeart/2005/8/layout/hierarchy1"/>
    <dgm:cxn modelId="{390C8CCE-D74C-43D6-8744-85783FB72C7A}" type="presParOf" srcId="{BF45BB51-C26D-40E2-B285-6758F6E8EE4D}" destId="{01FC31ED-C8CE-4612-9793-271705917D91}" srcOrd="1" destOrd="0" presId="urn:microsoft.com/office/officeart/2005/8/layout/hierarchy1"/>
    <dgm:cxn modelId="{128BF535-0EAF-4FA8-866C-B37A3F5582E5}" type="presParOf" srcId="{A06219FD-01F8-44EE-BC59-5671E7224DC1}" destId="{DD87DA03-9DEC-4CC4-85AF-E2328CAA9793}" srcOrd="1" destOrd="0" presId="urn:microsoft.com/office/officeart/2005/8/layout/hierarchy1"/>
    <dgm:cxn modelId="{230469F0-1862-43A3-9547-7953E8F5F360}" type="presParOf" srcId="{33D43EE0-D051-4BD4-8BFB-5D72B6D20F7C}" destId="{1109C4A9-E36A-486D-A595-A4B6528E8A2A}" srcOrd="1" destOrd="0" presId="urn:microsoft.com/office/officeart/2005/8/layout/hierarchy1"/>
    <dgm:cxn modelId="{C1C31615-26C0-4634-A263-2AE0B04396A4}" type="presParOf" srcId="{1109C4A9-E36A-486D-A595-A4B6528E8A2A}" destId="{73EE3F7D-54F8-4A70-B5EE-406C0091BF3B}" srcOrd="0" destOrd="0" presId="urn:microsoft.com/office/officeart/2005/8/layout/hierarchy1"/>
    <dgm:cxn modelId="{8141C8EF-4199-40B0-BF8D-330696881080}" type="presParOf" srcId="{73EE3F7D-54F8-4A70-B5EE-406C0091BF3B}" destId="{48BD9727-55B2-49D0-8441-CA18B7B40358}" srcOrd="0" destOrd="0" presId="urn:microsoft.com/office/officeart/2005/8/layout/hierarchy1"/>
    <dgm:cxn modelId="{24895EC0-61A2-4659-AE8C-53A50BA92723}" type="presParOf" srcId="{73EE3F7D-54F8-4A70-B5EE-406C0091BF3B}" destId="{F17542D0-B483-4928-B2F9-500D58DCDBC4}" srcOrd="1" destOrd="0" presId="urn:microsoft.com/office/officeart/2005/8/layout/hierarchy1"/>
    <dgm:cxn modelId="{E4F88B03-2A79-49C5-B84C-0C35A3290371}" type="presParOf" srcId="{1109C4A9-E36A-486D-A595-A4B6528E8A2A}" destId="{942707BA-3664-411D-B0D4-9DF8E8100C73}" srcOrd="1" destOrd="0" presId="urn:microsoft.com/office/officeart/2005/8/layout/hierarchy1"/>
    <dgm:cxn modelId="{3114D75E-16BD-47D9-B191-C3F99CEB18E7}" type="presParOf" srcId="{33D43EE0-D051-4BD4-8BFB-5D72B6D20F7C}" destId="{22404294-9503-4C82-9A1C-5C3FF13EDD5B}" srcOrd="2" destOrd="0" presId="urn:microsoft.com/office/officeart/2005/8/layout/hierarchy1"/>
    <dgm:cxn modelId="{1ECA1C3B-A0E1-4EFD-B874-D78C384F1FA5}" type="presParOf" srcId="{22404294-9503-4C82-9A1C-5C3FF13EDD5B}" destId="{BB88549A-1480-424E-B247-09D641DAED11}" srcOrd="0" destOrd="0" presId="urn:microsoft.com/office/officeart/2005/8/layout/hierarchy1"/>
    <dgm:cxn modelId="{3875F5BE-67D5-4B01-9BB4-1EE4EBA34FC3}" type="presParOf" srcId="{BB88549A-1480-424E-B247-09D641DAED11}" destId="{4F556B37-A53D-4889-9F71-56CABE14E0C5}" srcOrd="0" destOrd="0" presId="urn:microsoft.com/office/officeart/2005/8/layout/hierarchy1"/>
    <dgm:cxn modelId="{C3B0D5B9-81CB-421C-8756-8C88483BFD9F}" type="presParOf" srcId="{BB88549A-1480-424E-B247-09D641DAED11}" destId="{AE8B6B74-E3F2-41CF-A7D9-73FC35A89784}" srcOrd="1" destOrd="0" presId="urn:microsoft.com/office/officeart/2005/8/layout/hierarchy1"/>
    <dgm:cxn modelId="{2E7A8A17-3514-436C-8FF4-900659CA4DC7}" type="presParOf" srcId="{22404294-9503-4C82-9A1C-5C3FF13EDD5B}" destId="{B44C4C6D-97FA-4E5E-B187-A2B4E74F40F4}"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A8FF4A2-B036-4018-8AA9-49B0C6ED9330}" type="doc">
      <dgm:prSet loTypeId="urn:microsoft.com/office/officeart/2005/8/layout/hierarchy1" loCatId="hierarchy" qsTypeId="urn:microsoft.com/office/officeart/2005/8/quickstyle/simple2" qsCatId="simple" csTypeId="urn:microsoft.com/office/officeart/2005/8/colors/colorful1" csCatId="colorful"/>
      <dgm:spPr/>
      <dgm:t>
        <a:bodyPr/>
        <a:lstStyle/>
        <a:p>
          <a:endParaRPr lang="en-PK"/>
        </a:p>
      </dgm:t>
    </dgm:pt>
    <dgm:pt modelId="{E51EA5D0-F721-4CCD-BBFA-419455492365}">
      <dgm:prSet custT="1"/>
      <dgm:spPr/>
      <dgm:t>
        <a:bodyPr/>
        <a:lstStyle/>
        <a:p>
          <a:r>
            <a:rPr lang="en-GB" sz="1600" dirty="0">
              <a:latin typeface="Arial" panose="020B0604020202020204" pitchFamily="34" charset="0"/>
              <a:cs typeface="Arial" panose="020B0604020202020204" pitchFamily="34" charset="0"/>
            </a:rPr>
            <a:t>Data exchange is done via explicit processor-to-processor communication: send/receive messages</a:t>
          </a:r>
          <a:endParaRPr lang="en-PK" sz="1600" dirty="0">
            <a:latin typeface="Arial" panose="020B0604020202020204" pitchFamily="34" charset="0"/>
            <a:cs typeface="Arial" panose="020B0604020202020204" pitchFamily="34" charset="0"/>
          </a:endParaRPr>
        </a:p>
      </dgm:t>
    </dgm:pt>
    <dgm:pt modelId="{5E83E1F7-842E-4EF7-B151-268D7F63349A}" type="parTrans" cxnId="{0D3213F2-1619-4A46-9F9E-1EA558A042CE}">
      <dgm:prSet/>
      <dgm:spPr/>
      <dgm:t>
        <a:bodyPr/>
        <a:lstStyle/>
        <a:p>
          <a:endParaRPr lang="en-PK"/>
        </a:p>
      </dgm:t>
    </dgm:pt>
    <dgm:pt modelId="{7B70C1C5-65A2-468A-929C-5C33D89C205E}" type="sibTrans" cxnId="{0D3213F2-1619-4A46-9F9E-1EA558A042CE}">
      <dgm:prSet/>
      <dgm:spPr/>
      <dgm:t>
        <a:bodyPr/>
        <a:lstStyle/>
        <a:p>
          <a:endParaRPr lang="en-PK"/>
        </a:p>
      </dgm:t>
    </dgm:pt>
    <dgm:pt modelId="{1A6935CF-B538-4083-AB16-33022841E2B6}">
      <dgm:prSet custT="1"/>
      <dgm:spPr/>
      <dgm:t>
        <a:bodyPr/>
        <a:lstStyle/>
        <a:p>
          <a:r>
            <a:rPr lang="en-GB" sz="1600" dirty="0">
              <a:latin typeface="Arial" panose="020B0604020202020204" pitchFamily="34" charset="0"/>
              <a:cs typeface="Arial" panose="020B0604020202020204" pitchFamily="34" charset="0"/>
            </a:rPr>
            <a:t>Programming Models</a:t>
          </a:r>
          <a:endParaRPr lang="en-PK" sz="1600" dirty="0">
            <a:latin typeface="Arial" panose="020B0604020202020204" pitchFamily="34" charset="0"/>
            <a:cs typeface="Arial" panose="020B0604020202020204" pitchFamily="34" charset="0"/>
          </a:endParaRPr>
        </a:p>
      </dgm:t>
    </dgm:pt>
    <dgm:pt modelId="{1390AE90-B55F-4A5A-B2E4-8F4E571A98A3}" type="parTrans" cxnId="{B4159520-7316-4F2C-A13E-F79E5DBA8B54}">
      <dgm:prSet/>
      <dgm:spPr/>
      <dgm:t>
        <a:bodyPr/>
        <a:lstStyle/>
        <a:p>
          <a:endParaRPr lang="en-PK"/>
        </a:p>
      </dgm:t>
    </dgm:pt>
    <dgm:pt modelId="{6BD7BCF7-96DF-41BA-807E-FCC04F96BBFA}" type="sibTrans" cxnId="{B4159520-7316-4F2C-A13E-F79E5DBA8B54}">
      <dgm:prSet/>
      <dgm:spPr/>
      <dgm:t>
        <a:bodyPr/>
        <a:lstStyle/>
        <a:p>
          <a:endParaRPr lang="en-PK"/>
        </a:p>
      </dgm:t>
    </dgm:pt>
    <dgm:pt modelId="{298334B8-8789-41F2-B4AA-33E540892DEF}">
      <dgm:prSet custT="1"/>
      <dgm:spPr/>
      <dgm:t>
        <a:bodyPr/>
        <a:lstStyle/>
        <a:p>
          <a:r>
            <a:rPr lang="en-GB" sz="1600" dirty="0">
              <a:latin typeface="Arial" panose="020B0604020202020204" pitchFamily="34" charset="0"/>
              <a:cs typeface="Arial" panose="020B0604020202020204" pitchFamily="34" charset="0"/>
            </a:rPr>
            <a:t>Widely used standard: MPI</a:t>
          </a:r>
          <a:endParaRPr lang="en-PK" sz="1600" dirty="0">
            <a:latin typeface="Arial" panose="020B0604020202020204" pitchFamily="34" charset="0"/>
            <a:cs typeface="Arial" panose="020B0604020202020204" pitchFamily="34" charset="0"/>
          </a:endParaRPr>
        </a:p>
      </dgm:t>
    </dgm:pt>
    <dgm:pt modelId="{A58FCD80-14A1-4B46-B7E1-5A1552413638}" type="parTrans" cxnId="{14420BD4-AEEC-4317-941B-3429F7232E83}">
      <dgm:prSet/>
      <dgm:spPr/>
      <dgm:t>
        <a:bodyPr/>
        <a:lstStyle/>
        <a:p>
          <a:endParaRPr lang="en-PK"/>
        </a:p>
      </dgm:t>
    </dgm:pt>
    <dgm:pt modelId="{1B12B4D6-2729-4110-A63B-1724D40593CC}" type="sibTrans" cxnId="{14420BD4-AEEC-4317-941B-3429F7232E83}">
      <dgm:prSet/>
      <dgm:spPr/>
      <dgm:t>
        <a:bodyPr/>
        <a:lstStyle/>
        <a:p>
          <a:endParaRPr lang="en-PK"/>
        </a:p>
      </dgm:t>
    </dgm:pt>
    <dgm:pt modelId="{AB4AD808-AE42-41B7-AB18-01F4838930B7}">
      <dgm:prSet custT="1"/>
      <dgm:spPr/>
      <dgm:t>
        <a:bodyPr/>
        <a:lstStyle/>
        <a:p>
          <a:r>
            <a:rPr lang="en-GB" sz="1600" dirty="0">
              <a:latin typeface="Arial" panose="020B0604020202020204" pitchFamily="34" charset="0"/>
              <a:cs typeface="Arial" panose="020B0604020202020204" pitchFamily="34" charset="0"/>
            </a:rPr>
            <a:t>Others: PVM, PARMACS, Express, P4, Chameleon, etc.</a:t>
          </a:r>
          <a:endParaRPr lang="en-PK" sz="1600" dirty="0">
            <a:latin typeface="Arial" panose="020B0604020202020204" pitchFamily="34" charset="0"/>
            <a:cs typeface="Arial" panose="020B0604020202020204" pitchFamily="34" charset="0"/>
          </a:endParaRPr>
        </a:p>
      </dgm:t>
    </dgm:pt>
    <dgm:pt modelId="{BF0BAA13-085B-4FCC-9491-CEFA0FC2A5D8}" type="parTrans" cxnId="{4A92F454-967C-4D87-9607-9C6C8E4DD461}">
      <dgm:prSet/>
      <dgm:spPr/>
      <dgm:t>
        <a:bodyPr/>
        <a:lstStyle/>
        <a:p>
          <a:endParaRPr lang="en-PK"/>
        </a:p>
      </dgm:t>
    </dgm:pt>
    <dgm:pt modelId="{613B61B2-0180-4F6C-BFDF-87BC32177F15}" type="sibTrans" cxnId="{4A92F454-967C-4D87-9607-9C6C8E4DD461}">
      <dgm:prSet/>
      <dgm:spPr/>
      <dgm:t>
        <a:bodyPr/>
        <a:lstStyle/>
        <a:p>
          <a:endParaRPr lang="en-PK"/>
        </a:p>
      </dgm:t>
    </dgm:pt>
    <dgm:pt modelId="{697002D0-9E62-4AA7-88A4-E3517DE88EB4}" type="pres">
      <dgm:prSet presAssocID="{7A8FF4A2-B036-4018-8AA9-49B0C6ED9330}" presName="hierChild1" presStyleCnt="0">
        <dgm:presLayoutVars>
          <dgm:chPref val="1"/>
          <dgm:dir/>
          <dgm:animOne val="branch"/>
          <dgm:animLvl val="lvl"/>
          <dgm:resizeHandles/>
        </dgm:presLayoutVars>
      </dgm:prSet>
      <dgm:spPr/>
    </dgm:pt>
    <dgm:pt modelId="{F8D384E8-7B18-44C5-AF85-D4CAC2F13648}" type="pres">
      <dgm:prSet presAssocID="{E51EA5D0-F721-4CCD-BBFA-419455492365}" presName="hierRoot1" presStyleCnt="0"/>
      <dgm:spPr/>
    </dgm:pt>
    <dgm:pt modelId="{4CA4309C-8B91-4095-8624-474BFC642E73}" type="pres">
      <dgm:prSet presAssocID="{E51EA5D0-F721-4CCD-BBFA-419455492365}" presName="composite" presStyleCnt="0"/>
      <dgm:spPr/>
    </dgm:pt>
    <dgm:pt modelId="{323719A5-EC90-4B88-918F-E5A8C36C2A60}" type="pres">
      <dgm:prSet presAssocID="{E51EA5D0-F721-4CCD-BBFA-419455492365}" presName="background" presStyleLbl="node0" presStyleIdx="0" presStyleCnt="2"/>
      <dgm:spPr/>
    </dgm:pt>
    <dgm:pt modelId="{2BD272EE-261D-45D5-BBDE-7F727BEB2F53}" type="pres">
      <dgm:prSet presAssocID="{E51EA5D0-F721-4CCD-BBFA-419455492365}" presName="text" presStyleLbl="fgAcc0" presStyleIdx="0" presStyleCnt="2" custLinFactNeighborX="-2472" custLinFactNeighborY="633">
        <dgm:presLayoutVars>
          <dgm:chPref val="3"/>
        </dgm:presLayoutVars>
      </dgm:prSet>
      <dgm:spPr/>
    </dgm:pt>
    <dgm:pt modelId="{674A46C5-AE00-40FA-B2C1-54968A56AE41}" type="pres">
      <dgm:prSet presAssocID="{E51EA5D0-F721-4CCD-BBFA-419455492365}" presName="hierChild2" presStyleCnt="0"/>
      <dgm:spPr/>
    </dgm:pt>
    <dgm:pt modelId="{9A268BA9-155A-48B7-9B4C-221E92B797EB}" type="pres">
      <dgm:prSet presAssocID="{1A6935CF-B538-4083-AB16-33022841E2B6}" presName="hierRoot1" presStyleCnt="0"/>
      <dgm:spPr/>
    </dgm:pt>
    <dgm:pt modelId="{3422CFBE-26F1-41BA-84BB-EFE9E0144A8F}" type="pres">
      <dgm:prSet presAssocID="{1A6935CF-B538-4083-AB16-33022841E2B6}" presName="composite" presStyleCnt="0"/>
      <dgm:spPr/>
    </dgm:pt>
    <dgm:pt modelId="{9EA07817-2DBC-4186-A8E2-1BE975C74ECD}" type="pres">
      <dgm:prSet presAssocID="{1A6935CF-B538-4083-AB16-33022841E2B6}" presName="background" presStyleLbl="node0" presStyleIdx="1" presStyleCnt="2"/>
      <dgm:spPr/>
    </dgm:pt>
    <dgm:pt modelId="{9DE148D8-9110-4DD4-A690-2FB228B2615C}" type="pres">
      <dgm:prSet presAssocID="{1A6935CF-B538-4083-AB16-33022841E2B6}" presName="text" presStyleLbl="fgAcc0" presStyleIdx="1" presStyleCnt="2" custLinFactNeighborX="-1668" custLinFactNeighborY="633">
        <dgm:presLayoutVars>
          <dgm:chPref val="3"/>
        </dgm:presLayoutVars>
      </dgm:prSet>
      <dgm:spPr/>
    </dgm:pt>
    <dgm:pt modelId="{C7205BC9-0923-476D-854A-88FE1AD44D7B}" type="pres">
      <dgm:prSet presAssocID="{1A6935CF-B538-4083-AB16-33022841E2B6}" presName="hierChild2" presStyleCnt="0"/>
      <dgm:spPr/>
    </dgm:pt>
    <dgm:pt modelId="{CDA434EF-685B-48C5-A8EB-5FFD7B973566}" type="pres">
      <dgm:prSet presAssocID="{A58FCD80-14A1-4B46-B7E1-5A1552413638}" presName="Name10" presStyleLbl="parChTrans1D2" presStyleIdx="0" presStyleCnt="2"/>
      <dgm:spPr/>
    </dgm:pt>
    <dgm:pt modelId="{C2C19124-29A3-4594-B43A-AFFA7D64F19A}" type="pres">
      <dgm:prSet presAssocID="{298334B8-8789-41F2-B4AA-33E540892DEF}" presName="hierRoot2" presStyleCnt="0"/>
      <dgm:spPr/>
    </dgm:pt>
    <dgm:pt modelId="{51ABED7A-15DE-4050-BC65-0F1218D980B3}" type="pres">
      <dgm:prSet presAssocID="{298334B8-8789-41F2-B4AA-33E540892DEF}" presName="composite2" presStyleCnt="0"/>
      <dgm:spPr/>
    </dgm:pt>
    <dgm:pt modelId="{F8357A6E-E50C-454D-B734-EB2261A24706}" type="pres">
      <dgm:prSet presAssocID="{298334B8-8789-41F2-B4AA-33E540892DEF}" presName="background2" presStyleLbl="node2" presStyleIdx="0" presStyleCnt="2"/>
      <dgm:spPr/>
    </dgm:pt>
    <dgm:pt modelId="{0EAFA72F-E2AF-490F-AD25-B2B51509AF36}" type="pres">
      <dgm:prSet presAssocID="{298334B8-8789-41F2-B4AA-33E540892DEF}" presName="text2" presStyleLbl="fgAcc2" presStyleIdx="0" presStyleCnt="2">
        <dgm:presLayoutVars>
          <dgm:chPref val="3"/>
        </dgm:presLayoutVars>
      </dgm:prSet>
      <dgm:spPr/>
    </dgm:pt>
    <dgm:pt modelId="{2EED2A48-548F-4163-93BD-41C661E143C8}" type="pres">
      <dgm:prSet presAssocID="{298334B8-8789-41F2-B4AA-33E540892DEF}" presName="hierChild3" presStyleCnt="0"/>
      <dgm:spPr/>
    </dgm:pt>
    <dgm:pt modelId="{862946F3-5AC9-4D3B-B3E9-54C1501D49CE}" type="pres">
      <dgm:prSet presAssocID="{BF0BAA13-085B-4FCC-9491-CEFA0FC2A5D8}" presName="Name10" presStyleLbl="parChTrans1D2" presStyleIdx="1" presStyleCnt="2"/>
      <dgm:spPr/>
    </dgm:pt>
    <dgm:pt modelId="{02E0FC01-F7A0-44CA-AA1F-73338E0741E1}" type="pres">
      <dgm:prSet presAssocID="{AB4AD808-AE42-41B7-AB18-01F4838930B7}" presName="hierRoot2" presStyleCnt="0"/>
      <dgm:spPr/>
    </dgm:pt>
    <dgm:pt modelId="{84992CC0-6A94-4549-B6C7-4A5943C0E53E}" type="pres">
      <dgm:prSet presAssocID="{AB4AD808-AE42-41B7-AB18-01F4838930B7}" presName="composite2" presStyleCnt="0"/>
      <dgm:spPr/>
    </dgm:pt>
    <dgm:pt modelId="{7EE45A3B-5D33-48FC-9C6C-EF510CA74C91}" type="pres">
      <dgm:prSet presAssocID="{AB4AD808-AE42-41B7-AB18-01F4838930B7}" presName="background2" presStyleLbl="node2" presStyleIdx="1" presStyleCnt="2"/>
      <dgm:spPr/>
    </dgm:pt>
    <dgm:pt modelId="{A752753B-80FF-419D-AA1C-791709D181C2}" type="pres">
      <dgm:prSet presAssocID="{AB4AD808-AE42-41B7-AB18-01F4838930B7}" presName="text2" presStyleLbl="fgAcc2" presStyleIdx="1" presStyleCnt="2">
        <dgm:presLayoutVars>
          <dgm:chPref val="3"/>
        </dgm:presLayoutVars>
      </dgm:prSet>
      <dgm:spPr/>
    </dgm:pt>
    <dgm:pt modelId="{F6C30DC2-E57B-459D-86CA-FB13B62578F1}" type="pres">
      <dgm:prSet presAssocID="{AB4AD808-AE42-41B7-AB18-01F4838930B7}" presName="hierChild3" presStyleCnt="0"/>
      <dgm:spPr/>
    </dgm:pt>
  </dgm:ptLst>
  <dgm:cxnLst>
    <dgm:cxn modelId="{B4159520-7316-4F2C-A13E-F79E5DBA8B54}" srcId="{7A8FF4A2-B036-4018-8AA9-49B0C6ED9330}" destId="{1A6935CF-B538-4083-AB16-33022841E2B6}" srcOrd="1" destOrd="0" parTransId="{1390AE90-B55F-4A5A-B2E4-8F4E571A98A3}" sibTransId="{6BD7BCF7-96DF-41BA-807E-FCC04F96BBFA}"/>
    <dgm:cxn modelId="{CA32E644-5CFA-4F21-AF42-E00C3CCB79EA}" type="presOf" srcId="{7A8FF4A2-B036-4018-8AA9-49B0C6ED9330}" destId="{697002D0-9E62-4AA7-88A4-E3517DE88EB4}" srcOrd="0" destOrd="0" presId="urn:microsoft.com/office/officeart/2005/8/layout/hierarchy1"/>
    <dgm:cxn modelId="{4A92F454-967C-4D87-9607-9C6C8E4DD461}" srcId="{1A6935CF-B538-4083-AB16-33022841E2B6}" destId="{AB4AD808-AE42-41B7-AB18-01F4838930B7}" srcOrd="1" destOrd="0" parTransId="{BF0BAA13-085B-4FCC-9491-CEFA0FC2A5D8}" sibTransId="{613B61B2-0180-4F6C-BFDF-87BC32177F15}"/>
    <dgm:cxn modelId="{F65D4057-437E-4D7F-9E00-254C826B48C6}" type="presOf" srcId="{AB4AD808-AE42-41B7-AB18-01F4838930B7}" destId="{A752753B-80FF-419D-AA1C-791709D181C2}" srcOrd="0" destOrd="0" presId="urn:microsoft.com/office/officeart/2005/8/layout/hierarchy1"/>
    <dgm:cxn modelId="{50FFC285-97EC-4A5D-88C6-E30A1F8C6EDE}" type="presOf" srcId="{E51EA5D0-F721-4CCD-BBFA-419455492365}" destId="{2BD272EE-261D-45D5-BBDE-7F727BEB2F53}" srcOrd="0" destOrd="0" presId="urn:microsoft.com/office/officeart/2005/8/layout/hierarchy1"/>
    <dgm:cxn modelId="{CD5B759E-190B-4A0D-B0CC-B2EE8BF6CD09}" type="presOf" srcId="{1A6935CF-B538-4083-AB16-33022841E2B6}" destId="{9DE148D8-9110-4DD4-A690-2FB228B2615C}" srcOrd="0" destOrd="0" presId="urn:microsoft.com/office/officeart/2005/8/layout/hierarchy1"/>
    <dgm:cxn modelId="{B7104D9F-1A4E-4F7E-960B-ACEDB3266CB6}" type="presOf" srcId="{A58FCD80-14A1-4B46-B7E1-5A1552413638}" destId="{CDA434EF-685B-48C5-A8EB-5FFD7B973566}" srcOrd="0" destOrd="0" presId="urn:microsoft.com/office/officeart/2005/8/layout/hierarchy1"/>
    <dgm:cxn modelId="{14420BD4-AEEC-4317-941B-3429F7232E83}" srcId="{1A6935CF-B538-4083-AB16-33022841E2B6}" destId="{298334B8-8789-41F2-B4AA-33E540892DEF}" srcOrd="0" destOrd="0" parTransId="{A58FCD80-14A1-4B46-B7E1-5A1552413638}" sibTransId="{1B12B4D6-2729-4110-A63B-1724D40593CC}"/>
    <dgm:cxn modelId="{0D3213F2-1619-4A46-9F9E-1EA558A042CE}" srcId="{7A8FF4A2-B036-4018-8AA9-49B0C6ED9330}" destId="{E51EA5D0-F721-4CCD-BBFA-419455492365}" srcOrd="0" destOrd="0" parTransId="{5E83E1F7-842E-4EF7-B151-268D7F63349A}" sibTransId="{7B70C1C5-65A2-468A-929C-5C33D89C205E}"/>
    <dgm:cxn modelId="{6D46A4F2-E88A-4902-B226-27A4D749A149}" type="presOf" srcId="{BF0BAA13-085B-4FCC-9491-CEFA0FC2A5D8}" destId="{862946F3-5AC9-4D3B-B3E9-54C1501D49CE}" srcOrd="0" destOrd="0" presId="urn:microsoft.com/office/officeart/2005/8/layout/hierarchy1"/>
    <dgm:cxn modelId="{A72110FC-F68E-431B-B2B6-02CFE6BF47DF}" type="presOf" srcId="{298334B8-8789-41F2-B4AA-33E540892DEF}" destId="{0EAFA72F-E2AF-490F-AD25-B2B51509AF36}" srcOrd="0" destOrd="0" presId="urn:microsoft.com/office/officeart/2005/8/layout/hierarchy1"/>
    <dgm:cxn modelId="{94454518-41C2-4BE3-8F38-314A0D288BF5}" type="presParOf" srcId="{697002D0-9E62-4AA7-88A4-E3517DE88EB4}" destId="{F8D384E8-7B18-44C5-AF85-D4CAC2F13648}" srcOrd="0" destOrd="0" presId="urn:microsoft.com/office/officeart/2005/8/layout/hierarchy1"/>
    <dgm:cxn modelId="{D7A86EE4-2A8D-4DC5-8A5F-1F4DADBC02F3}" type="presParOf" srcId="{F8D384E8-7B18-44C5-AF85-D4CAC2F13648}" destId="{4CA4309C-8B91-4095-8624-474BFC642E73}" srcOrd="0" destOrd="0" presId="urn:microsoft.com/office/officeart/2005/8/layout/hierarchy1"/>
    <dgm:cxn modelId="{5B828060-313B-4FF2-9A37-3B0D0EF5DBA7}" type="presParOf" srcId="{4CA4309C-8B91-4095-8624-474BFC642E73}" destId="{323719A5-EC90-4B88-918F-E5A8C36C2A60}" srcOrd="0" destOrd="0" presId="urn:microsoft.com/office/officeart/2005/8/layout/hierarchy1"/>
    <dgm:cxn modelId="{3BB0B145-C8CD-40E4-B3A4-BB90A6A881C9}" type="presParOf" srcId="{4CA4309C-8B91-4095-8624-474BFC642E73}" destId="{2BD272EE-261D-45D5-BBDE-7F727BEB2F53}" srcOrd="1" destOrd="0" presId="urn:microsoft.com/office/officeart/2005/8/layout/hierarchy1"/>
    <dgm:cxn modelId="{8FA50201-AB9B-4525-8B6B-6D3F7A3ECD6C}" type="presParOf" srcId="{F8D384E8-7B18-44C5-AF85-D4CAC2F13648}" destId="{674A46C5-AE00-40FA-B2C1-54968A56AE41}" srcOrd="1" destOrd="0" presId="urn:microsoft.com/office/officeart/2005/8/layout/hierarchy1"/>
    <dgm:cxn modelId="{02152807-E130-4AEF-AC4B-56F2646480A2}" type="presParOf" srcId="{697002D0-9E62-4AA7-88A4-E3517DE88EB4}" destId="{9A268BA9-155A-48B7-9B4C-221E92B797EB}" srcOrd="1" destOrd="0" presId="urn:microsoft.com/office/officeart/2005/8/layout/hierarchy1"/>
    <dgm:cxn modelId="{D2170E4D-08DF-42F5-A02D-0360D9E3748E}" type="presParOf" srcId="{9A268BA9-155A-48B7-9B4C-221E92B797EB}" destId="{3422CFBE-26F1-41BA-84BB-EFE9E0144A8F}" srcOrd="0" destOrd="0" presId="urn:microsoft.com/office/officeart/2005/8/layout/hierarchy1"/>
    <dgm:cxn modelId="{CD70934D-0375-4551-BB57-29BED2E83645}" type="presParOf" srcId="{3422CFBE-26F1-41BA-84BB-EFE9E0144A8F}" destId="{9EA07817-2DBC-4186-A8E2-1BE975C74ECD}" srcOrd="0" destOrd="0" presId="urn:microsoft.com/office/officeart/2005/8/layout/hierarchy1"/>
    <dgm:cxn modelId="{9B8DD6CC-62BB-4AC9-9AF7-826B6750C1BC}" type="presParOf" srcId="{3422CFBE-26F1-41BA-84BB-EFE9E0144A8F}" destId="{9DE148D8-9110-4DD4-A690-2FB228B2615C}" srcOrd="1" destOrd="0" presId="urn:microsoft.com/office/officeart/2005/8/layout/hierarchy1"/>
    <dgm:cxn modelId="{17A7FBFE-FB61-4828-B5D0-C856406F3658}" type="presParOf" srcId="{9A268BA9-155A-48B7-9B4C-221E92B797EB}" destId="{C7205BC9-0923-476D-854A-88FE1AD44D7B}" srcOrd="1" destOrd="0" presId="urn:microsoft.com/office/officeart/2005/8/layout/hierarchy1"/>
    <dgm:cxn modelId="{CC86F28B-493D-482F-9C96-13B68E8DD0DB}" type="presParOf" srcId="{C7205BC9-0923-476D-854A-88FE1AD44D7B}" destId="{CDA434EF-685B-48C5-A8EB-5FFD7B973566}" srcOrd="0" destOrd="0" presId="urn:microsoft.com/office/officeart/2005/8/layout/hierarchy1"/>
    <dgm:cxn modelId="{133258A7-0F6C-4D02-AF71-AF4B86250279}" type="presParOf" srcId="{C7205BC9-0923-476D-854A-88FE1AD44D7B}" destId="{C2C19124-29A3-4594-B43A-AFFA7D64F19A}" srcOrd="1" destOrd="0" presId="urn:microsoft.com/office/officeart/2005/8/layout/hierarchy1"/>
    <dgm:cxn modelId="{17C1C12C-FAE7-4083-A35F-B2BD40D7D341}" type="presParOf" srcId="{C2C19124-29A3-4594-B43A-AFFA7D64F19A}" destId="{51ABED7A-15DE-4050-BC65-0F1218D980B3}" srcOrd="0" destOrd="0" presId="urn:microsoft.com/office/officeart/2005/8/layout/hierarchy1"/>
    <dgm:cxn modelId="{2AFC8B58-57B3-458F-80AD-6BC96E2F5763}" type="presParOf" srcId="{51ABED7A-15DE-4050-BC65-0F1218D980B3}" destId="{F8357A6E-E50C-454D-B734-EB2261A24706}" srcOrd="0" destOrd="0" presId="urn:microsoft.com/office/officeart/2005/8/layout/hierarchy1"/>
    <dgm:cxn modelId="{36A67D7F-52D5-49F9-8A91-F44D373E3978}" type="presParOf" srcId="{51ABED7A-15DE-4050-BC65-0F1218D980B3}" destId="{0EAFA72F-E2AF-490F-AD25-B2B51509AF36}" srcOrd="1" destOrd="0" presId="urn:microsoft.com/office/officeart/2005/8/layout/hierarchy1"/>
    <dgm:cxn modelId="{09A22CE8-C447-42F3-97C7-73BD83DD0117}" type="presParOf" srcId="{C2C19124-29A3-4594-B43A-AFFA7D64F19A}" destId="{2EED2A48-548F-4163-93BD-41C661E143C8}" srcOrd="1" destOrd="0" presId="urn:microsoft.com/office/officeart/2005/8/layout/hierarchy1"/>
    <dgm:cxn modelId="{A9F6AC24-0FC5-43BF-AB9F-47D9F711E694}" type="presParOf" srcId="{C7205BC9-0923-476D-854A-88FE1AD44D7B}" destId="{862946F3-5AC9-4D3B-B3E9-54C1501D49CE}" srcOrd="2" destOrd="0" presId="urn:microsoft.com/office/officeart/2005/8/layout/hierarchy1"/>
    <dgm:cxn modelId="{6E5D7595-1DC5-4A6F-8AEE-E7C258406A7F}" type="presParOf" srcId="{C7205BC9-0923-476D-854A-88FE1AD44D7B}" destId="{02E0FC01-F7A0-44CA-AA1F-73338E0741E1}" srcOrd="3" destOrd="0" presId="urn:microsoft.com/office/officeart/2005/8/layout/hierarchy1"/>
    <dgm:cxn modelId="{6B1D2D39-0A08-43B7-9A81-6863ABB0F043}" type="presParOf" srcId="{02E0FC01-F7A0-44CA-AA1F-73338E0741E1}" destId="{84992CC0-6A94-4549-B6C7-4A5943C0E53E}" srcOrd="0" destOrd="0" presId="urn:microsoft.com/office/officeart/2005/8/layout/hierarchy1"/>
    <dgm:cxn modelId="{C95370C2-EE7B-4DBA-B881-EF3518AF6425}" type="presParOf" srcId="{84992CC0-6A94-4549-B6C7-4A5943C0E53E}" destId="{7EE45A3B-5D33-48FC-9C6C-EF510CA74C91}" srcOrd="0" destOrd="0" presId="urn:microsoft.com/office/officeart/2005/8/layout/hierarchy1"/>
    <dgm:cxn modelId="{920E5D3E-7C0F-4D7E-9D3E-9D2ACDEBB73A}" type="presParOf" srcId="{84992CC0-6A94-4549-B6C7-4A5943C0E53E}" destId="{A752753B-80FF-419D-AA1C-791709D181C2}" srcOrd="1" destOrd="0" presId="urn:microsoft.com/office/officeart/2005/8/layout/hierarchy1"/>
    <dgm:cxn modelId="{C5CA7A13-4AD0-4AC7-BAEA-CFBC30F7F0E7}" type="presParOf" srcId="{02E0FC01-F7A0-44CA-AA1F-73338E0741E1}" destId="{F6C30DC2-E57B-459D-86CA-FB13B62578F1}"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What is </a:t>
          </a:r>
          <a:r>
            <a:rPr lang="en-US" dirty="0">
              <a:latin typeface="Arial" panose="020B0604020202020204" pitchFamily="34" charset="0"/>
              <a:cs typeface="Arial" panose="020B0604020202020204" pitchFamily="34" charset="0"/>
            </a:rPr>
            <a:t>Flynn’s classification of computer architectures?</a:t>
          </a:r>
          <a:endParaRPr lang="en-PK" dirty="0"/>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Basis for </a:t>
          </a:r>
          <a:r>
            <a:rPr lang="en-US" dirty="0">
              <a:latin typeface="Arial" panose="020B0604020202020204" pitchFamily="34" charset="0"/>
              <a:cs typeface="Arial" panose="020B0604020202020204" pitchFamily="34" charset="0"/>
            </a:rPr>
            <a:t>Flynn’s classification</a:t>
          </a:r>
          <a:r>
            <a:rPr lang="en-US" altLang="en-PK" dirty="0">
              <a:latin typeface="Arial" panose="020B0604020202020204" pitchFamily="34" charset="0"/>
              <a:ea typeface="ＭＳ Ｐゴシック" panose="020B0600070205080204" pitchFamily="34" charset="-128"/>
              <a:cs typeface="Arial" panose="020B0604020202020204" pitchFamily="34" charset="0"/>
            </a:rPr>
            <a:t>.</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B0A10588-A960-4753-8AD6-9F5EB78385A1}">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Types of Flynn’s classification.</a:t>
          </a:r>
          <a:endParaRPr lang="en-PK" dirty="0"/>
        </a:p>
      </dgm:t>
    </dgm:pt>
    <dgm:pt modelId="{E91ED6C2-34E9-45CE-B992-721D450D79CF}" type="parTrans" cxnId="{8D2A474F-2BA0-4942-9F36-179AD813D620}">
      <dgm:prSet/>
      <dgm:spPr/>
      <dgm:t>
        <a:bodyPr/>
        <a:lstStyle/>
        <a:p>
          <a:endParaRPr lang="en-PK"/>
        </a:p>
      </dgm:t>
    </dgm:pt>
    <dgm:pt modelId="{8BA827FC-498D-40CA-A31D-B7437880D002}" type="sibTrans" cxnId="{8D2A474F-2BA0-4942-9F36-179AD813D620}">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3"/>
      <dgm:spPr/>
    </dgm:pt>
    <dgm:pt modelId="{D881F5EF-E907-4B70-B27C-A1BEE31A375E}" type="pres">
      <dgm:prSet presAssocID="{AD97C7EA-A52E-4807-91FC-7F73ACA10A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3">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3"/>
      <dgm:spPr/>
    </dgm:pt>
    <dgm:pt modelId="{506C0FB1-07FE-4287-8822-A312BB62CC32}" type="pres">
      <dgm:prSet presAssocID="{13132748-EF84-4804-85DC-B5D259AD20F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3">
        <dgm:presLayoutVars>
          <dgm:chMax val="0"/>
          <dgm:chPref val="0"/>
        </dgm:presLayoutVars>
      </dgm:prSet>
      <dgm:spPr/>
    </dgm:pt>
    <dgm:pt modelId="{E6486C3B-28A4-4521-8E35-AE3348178F64}" type="pres">
      <dgm:prSet presAssocID="{0594577A-67D3-418F-89DA-C59617FAD0B3}" presName="sibTrans" presStyleCnt="0"/>
      <dgm:spPr/>
    </dgm:pt>
    <dgm:pt modelId="{B41BF234-66EC-4F90-BA43-748E34FAB1EA}" type="pres">
      <dgm:prSet presAssocID="{B0A10588-A960-4753-8AD6-9F5EB78385A1}" presName="compNode" presStyleCnt="0"/>
      <dgm:spPr/>
    </dgm:pt>
    <dgm:pt modelId="{D49CD649-114A-4301-899A-7AB712C48F82}" type="pres">
      <dgm:prSet presAssocID="{B0A10588-A960-4753-8AD6-9F5EB78385A1}" presName="bgRect" presStyleLbl="bgShp" presStyleIdx="2" presStyleCnt="3"/>
      <dgm:spPr/>
    </dgm:pt>
    <dgm:pt modelId="{1EB3E142-0DF4-49A1-B939-883B8F6C6A69}" type="pres">
      <dgm:prSet presAssocID="{B0A10588-A960-4753-8AD6-9F5EB78385A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1ED800C3-C055-4934-9EF6-2E6B51466BF4}" type="pres">
      <dgm:prSet presAssocID="{B0A10588-A960-4753-8AD6-9F5EB78385A1}" presName="spaceRect" presStyleCnt="0"/>
      <dgm:spPr/>
    </dgm:pt>
    <dgm:pt modelId="{EE8D50D3-A939-446E-9D71-966B0D8C8EA9}" type="pres">
      <dgm:prSet presAssocID="{B0A10588-A960-4753-8AD6-9F5EB78385A1}" presName="parTx" presStyleLbl="revTx" presStyleIdx="2" presStyleCnt="3">
        <dgm:presLayoutVars>
          <dgm:chMax val="0"/>
          <dgm:chPref val="0"/>
        </dgm:presLayoutVars>
      </dgm:prSet>
      <dgm:spPr/>
    </dgm:pt>
  </dgm:ptLst>
  <dgm:cxnLst>
    <dgm:cxn modelId="{8CD12A04-9058-4954-8E32-47692777EB1D}" type="presOf" srcId="{B0A10588-A960-4753-8AD6-9F5EB78385A1}" destId="{EE8D50D3-A939-446E-9D71-966B0D8C8EA9}"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8D2A474F-2BA0-4942-9F36-179AD813D620}" srcId="{33284D22-5FBB-4E6B-B09D-FBF016189D2A}" destId="{B0A10588-A960-4753-8AD6-9F5EB78385A1}" srcOrd="2" destOrd="0" parTransId="{E91ED6C2-34E9-45CE-B992-721D450D79CF}" sibTransId="{8BA827FC-498D-40CA-A31D-B7437880D002}"/>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 modelId="{E71AA441-37CD-4D27-AEFD-278F9A71EC29}" type="presParOf" srcId="{ABF4C45D-15C4-49D3-B04C-388C7AFC570D}" destId="{E6486C3B-28A4-4521-8E35-AE3348178F64}" srcOrd="3" destOrd="0" presId="urn:microsoft.com/office/officeart/2018/2/layout/IconVerticalSolidList"/>
    <dgm:cxn modelId="{5B895EF0-9FEB-4BAF-92FF-C0A634B282F7}" type="presParOf" srcId="{ABF4C45D-15C4-49D3-B04C-388C7AFC570D}" destId="{B41BF234-66EC-4F90-BA43-748E34FAB1EA}" srcOrd="4" destOrd="0" presId="urn:microsoft.com/office/officeart/2018/2/layout/IconVerticalSolidList"/>
    <dgm:cxn modelId="{A804A50B-88A8-4F56-A9EF-A9DF2B1FFFC9}" type="presParOf" srcId="{B41BF234-66EC-4F90-BA43-748E34FAB1EA}" destId="{D49CD649-114A-4301-899A-7AB712C48F82}" srcOrd="0" destOrd="0" presId="urn:microsoft.com/office/officeart/2018/2/layout/IconVerticalSolidList"/>
    <dgm:cxn modelId="{6436544E-E92D-4B34-960C-A1FBDBF65FFB}" type="presParOf" srcId="{B41BF234-66EC-4F90-BA43-748E34FAB1EA}" destId="{1EB3E142-0DF4-49A1-B939-883B8F6C6A69}" srcOrd="1" destOrd="0" presId="urn:microsoft.com/office/officeart/2018/2/layout/IconVerticalSolidList"/>
    <dgm:cxn modelId="{009C07CC-A7EE-4820-AC00-9077C607B1EB}" type="presParOf" srcId="{B41BF234-66EC-4F90-BA43-748E34FAB1EA}" destId="{1ED800C3-C055-4934-9EF6-2E6B51466BF4}" srcOrd="2" destOrd="0" presId="urn:microsoft.com/office/officeart/2018/2/layout/IconVerticalSolidList"/>
    <dgm:cxn modelId="{3966C3FA-2642-4ABF-A8D5-A69B0D56BB87}" type="presParOf" srcId="{B41BF234-66EC-4F90-BA43-748E34FAB1EA}" destId="{EE8D50D3-A939-446E-9D71-966B0D8C8E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2F3B581-CAC5-4E1B-94EE-C98FC048A239}" type="doc">
      <dgm:prSet loTypeId="urn:microsoft.com/office/officeart/2005/8/layout/arrow5" loCatId="relationship" qsTypeId="urn:microsoft.com/office/officeart/2005/8/quickstyle/simple1" qsCatId="simple" csTypeId="urn:microsoft.com/office/officeart/2005/8/colors/colorful1" csCatId="colorful" phldr="1"/>
      <dgm:spPr/>
      <dgm:t>
        <a:bodyPr/>
        <a:lstStyle/>
        <a:p>
          <a:endParaRPr lang="en-US"/>
        </a:p>
      </dgm:t>
    </dgm:pt>
    <dgm:pt modelId="{12389ADF-D8A8-4837-909E-B5C409F94271}">
      <dgm:prSet custT="1"/>
      <dgm:spPr/>
      <dgm:t>
        <a:bodyPr/>
        <a:lstStyle/>
        <a:p>
          <a:r>
            <a:rPr lang="en-US" sz="1800" b="1" dirty="0"/>
            <a:t>Instruction stream</a:t>
          </a:r>
        </a:p>
      </dgm:t>
    </dgm:pt>
    <dgm:pt modelId="{B86F1154-355B-40B9-967C-F9B287D0924D}" type="parTrans" cxnId="{94E999DD-9CE0-424C-8D0F-2FAB65E56563}">
      <dgm:prSet/>
      <dgm:spPr/>
      <dgm:t>
        <a:bodyPr/>
        <a:lstStyle/>
        <a:p>
          <a:endParaRPr lang="en-US"/>
        </a:p>
      </dgm:t>
    </dgm:pt>
    <dgm:pt modelId="{0741231F-F3D2-4A9A-8F5E-47168648BD03}" type="sibTrans" cxnId="{94E999DD-9CE0-424C-8D0F-2FAB65E56563}">
      <dgm:prSet/>
      <dgm:spPr/>
      <dgm:t>
        <a:bodyPr/>
        <a:lstStyle/>
        <a:p>
          <a:endParaRPr lang="en-US"/>
        </a:p>
      </dgm:t>
    </dgm:pt>
    <dgm:pt modelId="{1A5637FC-C741-4E3D-A4BF-B4E316555F2E}">
      <dgm:prSet custT="1"/>
      <dgm:spPr/>
      <dgm:t>
        <a:bodyPr/>
        <a:lstStyle/>
        <a:p>
          <a:r>
            <a:rPr lang="en-US" sz="1800" b="1" dirty="0"/>
            <a:t>Data stream</a:t>
          </a:r>
        </a:p>
      </dgm:t>
    </dgm:pt>
    <dgm:pt modelId="{762B236C-AED7-47CD-B3C8-CB6054F71FA6}" type="parTrans" cxnId="{D703002B-8F5E-41B2-A181-7080FFCDAAD9}">
      <dgm:prSet/>
      <dgm:spPr/>
      <dgm:t>
        <a:bodyPr/>
        <a:lstStyle/>
        <a:p>
          <a:endParaRPr lang="en-US"/>
        </a:p>
      </dgm:t>
    </dgm:pt>
    <dgm:pt modelId="{4D4C49D6-8645-4C71-9830-6DB2D4ED13DC}" type="sibTrans" cxnId="{D703002B-8F5E-41B2-A181-7080FFCDAAD9}">
      <dgm:prSet/>
      <dgm:spPr/>
      <dgm:t>
        <a:bodyPr/>
        <a:lstStyle/>
        <a:p>
          <a:endParaRPr lang="en-US"/>
        </a:p>
      </dgm:t>
    </dgm:pt>
    <dgm:pt modelId="{55E1591D-2A43-491F-81DF-BD1955C02C37}">
      <dgm:prSet custT="1"/>
      <dgm:spPr/>
      <dgm:t>
        <a:bodyPr/>
        <a:lstStyle/>
        <a:p>
          <a:r>
            <a:rPr lang="en-US" sz="1800" b="1" dirty="0"/>
            <a:t>Single vs. multiple</a:t>
          </a:r>
        </a:p>
      </dgm:t>
    </dgm:pt>
    <dgm:pt modelId="{AA2EB0AD-1EE8-47E7-A11F-81A2C308A0CE}" type="parTrans" cxnId="{C7B7C3C4-1E24-4403-AE97-1DBEDF61A9F4}">
      <dgm:prSet/>
      <dgm:spPr/>
      <dgm:t>
        <a:bodyPr/>
        <a:lstStyle/>
        <a:p>
          <a:endParaRPr lang="en-US"/>
        </a:p>
      </dgm:t>
    </dgm:pt>
    <dgm:pt modelId="{C8A7106C-206E-40BD-91EA-8B9F8D1E9CF3}" type="sibTrans" cxnId="{C7B7C3C4-1E24-4403-AE97-1DBEDF61A9F4}">
      <dgm:prSet/>
      <dgm:spPr/>
      <dgm:t>
        <a:bodyPr/>
        <a:lstStyle/>
        <a:p>
          <a:endParaRPr lang="en-US"/>
        </a:p>
      </dgm:t>
    </dgm:pt>
    <dgm:pt modelId="{8BD88A0B-0A1B-4B95-9A3D-CC67D33FC15F}" type="pres">
      <dgm:prSet presAssocID="{A2F3B581-CAC5-4E1B-94EE-C98FC048A239}" presName="diagram" presStyleCnt="0">
        <dgm:presLayoutVars>
          <dgm:dir/>
          <dgm:resizeHandles val="exact"/>
        </dgm:presLayoutVars>
      </dgm:prSet>
      <dgm:spPr/>
    </dgm:pt>
    <dgm:pt modelId="{C200BFAA-BB99-40C2-8ABB-52F3E59318E6}" type="pres">
      <dgm:prSet presAssocID="{12389ADF-D8A8-4837-909E-B5C409F94271}" presName="arrow" presStyleLbl="node1" presStyleIdx="0" presStyleCnt="3" custScaleX="115911">
        <dgm:presLayoutVars>
          <dgm:bulletEnabled val="1"/>
        </dgm:presLayoutVars>
      </dgm:prSet>
      <dgm:spPr/>
    </dgm:pt>
    <dgm:pt modelId="{F04E9A15-8824-4953-A168-36DFEDBEDF25}" type="pres">
      <dgm:prSet presAssocID="{1A5637FC-C741-4E3D-A4BF-B4E316555F2E}" presName="arrow" presStyleLbl="node1" presStyleIdx="1" presStyleCnt="3">
        <dgm:presLayoutVars>
          <dgm:bulletEnabled val="1"/>
        </dgm:presLayoutVars>
      </dgm:prSet>
      <dgm:spPr/>
    </dgm:pt>
    <dgm:pt modelId="{AD12DEEE-362C-4399-A52C-927D7201B828}" type="pres">
      <dgm:prSet presAssocID="{55E1591D-2A43-491F-81DF-BD1955C02C37}" presName="arrow" presStyleLbl="node1" presStyleIdx="2" presStyleCnt="3">
        <dgm:presLayoutVars>
          <dgm:bulletEnabled val="1"/>
        </dgm:presLayoutVars>
      </dgm:prSet>
      <dgm:spPr/>
    </dgm:pt>
  </dgm:ptLst>
  <dgm:cxnLst>
    <dgm:cxn modelId="{3BFA340F-7A9A-4FD1-B506-3E73E715A53F}" type="presOf" srcId="{55E1591D-2A43-491F-81DF-BD1955C02C37}" destId="{AD12DEEE-362C-4399-A52C-927D7201B828}" srcOrd="0" destOrd="0" presId="urn:microsoft.com/office/officeart/2005/8/layout/arrow5"/>
    <dgm:cxn modelId="{D703002B-8F5E-41B2-A181-7080FFCDAAD9}" srcId="{A2F3B581-CAC5-4E1B-94EE-C98FC048A239}" destId="{1A5637FC-C741-4E3D-A4BF-B4E316555F2E}" srcOrd="1" destOrd="0" parTransId="{762B236C-AED7-47CD-B3C8-CB6054F71FA6}" sibTransId="{4D4C49D6-8645-4C71-9830-6DB2D4ED13DC}"/>
    <dgm:cxn modelId="{ADD38341-AE83-47CF-A10A-8E3242F0BCD7}" type="presOf" srcId="{A2F3B581-CAC5-4E1B-94EE-C98FC048A239}" destId="{8BD88A0B-0A1B-4B95-9A3D-CC67D33FC15F}" srcOrd="0" destOrd="0" presId="urn:microsoft.com/office/officeart/2005/8/layout/arrow5"/>
    <dgm:cxn modelId="{873D0D93-BE15-4780-9B3C-9B2464C5BB25}" type="presOf" srcId="{12389ADF-D8A8-4837-909E-B5C409F94271}" destId="{C200BFAA-BB99-40C2-8ABB-52F3E59318E6}" srcOrd="0" destOrd="0" presId="urn:microsoft.com/office/officeart/2005/8/layout/arrow5"/>
    <dgm:cxn modelId="{C7B7C3C4-1E24-4403-AE97-1DBEDF61A9F4}" srcId="{A2F3B581-CAC5-4E1B-94EE-C98FC048A239}" destId="{55E1591D-2A43-491F-81DF-BD1955C02C37}" srcOrd="2" destOrd="0" parTransId="{AA2EB0AD-1EE8-47E7-A11F-81A2C308A0CE}" sibTransId="{C8A7106C-206E-40BD-91EA-8B9F8D1E9CF3}"/>
    <dgm:cxn modelId="{94E999DD-9CE0-424C-8D0F-2FAB65E56563}" srcId="{A2F3B581-CAC5-4E1B-94EE-C98FC048A239}" destId="{12389ADF-D8A8-4837-909E-B5C409F94271}" srcOrd="0" destOrd="0" parTransId="{B86F1154-355B-40B9-967C-F9B287D0924D}" sibTransId="{0741231F-F3D2-4A9A-8F5E-47168648BD03}"/>
    <dgm:cxn modelId="{8A2007F8-E0D5-441D-84D9-AE094DD29951}" type="presOf" srcId="{1A5637FC-C741-4E3D-A4BF-B4E316555F2E}" destId="{F04E9A15-8824-4953-A168-36DFEDBEDF25}" srcOrd="0" destOrd="0" presId="urn:microsoft.com/office/officeart/2005/8/layout/arrow5"/>
    <dgm:cxn modelId="{0860C9FF-4BE8-41F9-B6DD-E6148654C3E1}" type="presParOf" srcId="{8BD88A0B-0A1B-4B95-9A3D-CC67D33FC15F}" destId="{C200BFAA-BB99-40C2-8ABB-52F3E59318E6}" srcOrd="0" destOrd="0" presId="urn:microsoft.com/office/officeart/2005/8/layout/arrow5"/>
    <dgm:cxn modelId="{DB701344-5222-4B19-B994-625A924AFE04}" type="presParOf" srcId="{8BD88A0B-0A1B-4B95-9A3D-CC67D33FC15F}" destId="{F04E9A15-8824-4953-A168-36DFEDBEDF25}" srcOrd="1" destOrd="0" presId="urn:microsoft.com/office/officeart/2005/8/layout/arrow5"/>
    <dgm:cxn modelId="{5B90688C-A65D-40E5-A287-2D2A96A25176}" type="presParOf" srcId="{8BD88A0B-0A1B-4B95-9A3D-CC67D33FC15F}" destId="{AD12DEEE-362C-4399-A52C-927D7201B828}" srcOrd="2" destOrd="0" presId="urn:microsoft.com/office/officeart/2005/8/layout/arrow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E72AB301-BB7D-4DCC-B3B0-0CBED5343146}"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PK"/>
        </a:p>
      </dgm:t>
    </dgm:pt>
    <dgm:pt modelId="{469B75AE-2820-4842-9D38-9791AD698C02}">
      <dgm:prSet/>
      <dgm:spPr/>
      <dgm:t>
        <a:bodyPr/>
        <a:lstStyle/>
        <a:p>
          <a:pPr algn="ctr"/>
          <a:r>
            <a:rPr lang="en-US" dirty="0"/>
            <a:t>The four classifications defined by Flynn are based upon the number of concurrent instruction (or control) and data streams available in the architecture.</a:t>
          </a:r>
          <a:endParaRPr lang="en-PK" dirty="0"/>
        </a:p>
      </dgm:t>
    </dgm:pt>
    <dgm:pt modelId="{2C95B294-7B16-4D76-BC9A-DF81E56D1103}" type="parTrans" cxnId="{68FF005E-8D02-4B1A-BBD9-A6EC2243093A}">
      <dgm:prSet/>
      <dgm:spPr/>
      <dgm:t>
        <a:bodyPr/>
        <a:lstStyle/>
        <a:p>
          <a:endParaRPr lang="en-PK"/>
        </a:p>
      </dgm:t>
    </dgm:pt>
    <dgm:pt modelId="{D8CF12E8-9A9E-4157-88D3-2771FEE46B6F}" type="sibTrans" cxnId="{68FF005E-8D02-4B1A-BBD9-A6EC2243093A}">
      <dgm:prSet/>
      <dgm:spPr/>
      <dgm:t>
        <a:bodyPr/>
        <a:lstStyle/>
        <a:p>
          <a:endParaRPr lang="en-PK"/>
        </a:p>
      </dgm:t>
    </dgm:pt>
    <dgm:pt modelId="{E54723AD-E490-40CB-AF7E-81C271633C3D}">
      <dgm:prSet/>
      <dgm:spPr/>
      <dgm:t>
        <a:bodyPr/>
        <a:lstStyle/>
        <a:p>
          <a:r>
            <a:rPr lang="en-US"/>
            <a:t>Single Instruction Single Data (SISD) </a:t>
          </a:r>
          <a:endParaRPr lang="en-PK"/>
        </a:p>
      </dgm:t>
    </dgm:pt>
    <dgm:pt modelId="{B8816252-DE12-4C69-A605-D10EC8A1BED8}" type="parTrans" cxnId="{7B8EBCE4-D477-4334-87EA-661C0B7287A8}">
      <dgm:prSet/>
      <dgm:spPr/>
      <dgm:t>
        <a:bodyPr/>
        <a:lstStyle/>
        <a:p>
          <a:endParaRPr lang="en-PK"/>
        </a:p>
      </dgm:t>
    </dgm:pt>
    <dgm:pt modelId="{F8C7C47E-12DB-4CFA-8618-90CB054227C2}" type="sibTrans" cxnId="{7B8EBCE4-D477-4334-87EA-661C0B7287A8}">
      <dgm:prSet/>
      <dgm:spPr/>
      <dgm:t>
        <a:bodyPr/>
        <a:lstStyle/>
        <a:p>
          <a:endParaRPr lang="en-PK"/>
        </a:p>
      </dgm:t>
    </dgm:pt>
    <dgm:pt modelId="{7A123B52-FC0C-4E80-98D3-2872469B16EE}">
      <dgm:prSet/>
      <dgm:spPr/>
      <dgm:t>
        <a:bodyPr/>
        <a:lstStyle/>
        <a:p>
          <a:r>
            <a:rPr lang="en-US"/>
            <a:t>Single Instruction Multiple Data (SIMD) </a:t>
          </a:r>
          <a:endParaRPr lang="en-PK"/>
        </a:p>
      </dgm:t>
    </dgm:pt>
    <dgm:pt modelId="{FA546074-E10A-421F-BC76-4D3934D5DFF0}" type="parTrans" cxnId="{1C6724E1-C645-4AC8-BC7D-341D4CC70237}">
      <dgm:prSet/>
      <dgm:spPr/>
      <dgm:t>
        <a:bodyPr/>
        <a:lstStyle/>
        <a:p>
          <a:endParaRPr lang="en-PK"/>
        </a:p>
      </dgm:t>
    </dgm:pt>
    <dgm:pt modelId="{D0E4A993-E8D2-4076-BC1E-AAC58B88525C}" type="sibTrans" cxnId="{1C6724E1-C645-4AC8-BC7D-341D4CC70237}">
      <dgm:prSet/>
      <dgm:spPr/>
      <dgm:t>
        <a:bodyPr/>
        <a:lstStyle/>
        <a:p>
          <a:endParaRPr lang="en-PK"/>
        </a:p>
      </dgm:t>
    </dgm:pt>
    <dgm:pt modelId="{532664CD-504C-490D-A864-E08CD4F72307}">
      <dgm:prSet/>
      <dgm:spPr/>
      <dgm:t>
        <a:bodyPr/>
        <a:lstStyle/>
        <a:p>
          <a:r>
            <a:rPr lang="en-US" dirty="0"/>
            <a:t>Multiple Instruction Multiple Data (MIMD) </a:t>
          </a:r>
          <a:endParaRPr lang="en-PK" dirty="0"/>
        </a:p>
      </dgm:t>
    </dgm:pt>
    <dgm:pt modelId="{916FE50C-839F-4CEA-8F30-C25975353AFD}" type="parTrans" cxnId="{E6E5D5F9-29A7-4DC0-B2E7-D77F2277FA4E}">
      <dgm:prSet/>
      <dgm:spPr/>
      <dgm:t>
        <a:bodyPr/>
        <a:lstStyle/>
        <a:p>
          <a:endParaRPr lang="en-PK"/>
        </a:p>
      </dgm:t>
    </dgm:pt>
    <dgm:pt modelId="{0BC1DA86-E568-4BA8-AC21-0B359960E11A}" type="sibTrans" cxnId="{E6E5D5F9-29A7-4DC0-B2E7-D77F2277FA4E}">
      <dgm:prSet/>
      <dgm:spPr/>
      <dgm:t>
        <a:bodyPr/>
        <a:lstStyle/>
        <a:p>
          <a:endParaRPr lang="en-PK"/>
        </a:p>
      </dgm:t>
    </dgm:pt>
    <dgm:pt modelId="{CA4DAB2E-17BE-4B23-9928-4AA0085D2F44}">
      <dgm:prSet/>
      <dgm:spPr/>
      <dgm:t>
        <a:bodyPr/>
        <a:lstStyle/>
        <a:p>
          <a:r>
            <a:rPr lang="en-US" dirty="0"/>
            <a:t>Multiple Instruction Single Data (MISD)</a:t>
          </a:r>
          <a:endParaRPr lang="en-PK" dirty="0"/>
        </a:p>
      </dgm:t>
    </dgm:pt>
    <dgm:pt modelId="{E31456FA-A3D1-4411-97AD-2E5C9C475392}" type="parTrans" cxnId="{D39EB1EA-54DC-47EB-993A-C413902821B2}">
      <dgm:prSet/>
      <dgm:spPr/>
      <dgm:t>
        <a:bodyPr/>
        <a:lstStyle/>
        <a:p>
          <a:endParaRPr lang="en-PK"/>
        </a:p>
      </dgm:t>
    </dgm:pt>
    <dgm:pt modelId="{52AAB5FA-536F-4CF2-A208-833B3C27C41D}" type="sibTrans" cxnId="{D39EB1EA-54DC-47EB-993A-C413902821B2}">
      <dgm:prSet/>
      <dgm:spPr/>
      <dgm:t>
        <a:bodyPr/>
        <a:lstStyle/>
        <a:p>
          <a:endParaRPr lang="en-PK"/>
        </a:p>
      </dgm:t>
    </dgm:pt>
    <dgm:pt modelId="{0E2FF74C-56C9-4CF4-9A34-576721593A6F}" type="pres">
      <dgm:prSet presAssocID="{E72AB301-BB7D-4DCC-B3B0-0CBED5343146}" presName="Name0" presStyleCnt="0">
        <dgm:presLayoutVars>
          <dgm:dir/>
          <dgm:animLvl val="lvl"/>
          <dgm:resizeHandles val="exact"/>
        </dgm:presLayoutVars>
      </dgm:prSet>
      <dgm:spPr/>
    </dgm:pt>
    <dgm:pt modelId="{8E849600-88E0-4305-9118-6F6A6018AE4F}" type="pres">
      <dgm:prSet presAssocID="{469B75AE-2820-4842-9D38-9791AD698C02}" presName="linNode" presStyleCnt="0"/>
      <dgm:spPr/>
    </dgm:pt>
    <dgm:pt modelId="{93528511-4823-4BEA-8177-764BA4D4F764}" type="pres">
      <dgm:prSet presAssocID="{469B75AE-2820-4842-9D38-9791AD698C02}" presName="parentText" presStyleLbl="node1" presStyleIdx="0" presStyleCnt="1">
        <dgm:presLayoutVars>
          <dgm:chMax val="1"/>
          <dgm:bulletEnabled val="1"/>
        </dgm:presLayoutVars>
      </dgm:prSet>
      <dgm:spPr/>
    </dgm:pt>
    <dgm:pt modelId="{97E7E072-8AD2-410A-B51A-44B6A2DD2669}" type="pres">
      <dgm:prSet presAssocID="{469B75AE-2820-4842-9D38-9791AD698C02}" presName="descendantText" presStyleLbl="alignAccFollowNode1" presStyleIdx="0" presStyleCnt="1">
        <dgm:presLayoutVars>
          <dgm:bulletEnabled val="1"/>
        </dgm:presLayoutVars>
      </dgm:prSet>
      <dgm:spPr/>
    </dgm:pt>
  </dgm:ptLst>
  <dgm:cxnLst>
    <dgm:cxn modelId="{159FAA0F-D395-4FEF-907A-0CDBC0832C58}" type="presOf" srcId="{469B75AE-2820-4842-9D38-9791AD698C02}" destId="{93528511-4823-4BEA-8177-764BA4D4F764}" srcOrd="0" destOrd="0" presId="urn:microsoft.com/office/officeart/2005/8/layout/vList5"/>
    <dgm:cxn modelId="{5305DE18-31E7-47AA-A1DD-BF0AE6FAE3FE}" type="presOf" srcId="{CA4DAB2E-17BE-4B23-9928-4AA0085D2F44}" destId="{97E7E072-8AD2-410A-B51A-44B6A2DD2669}" srcOrd="0" destOrd="3" presId="urn:microsoft.com/office/officeart/2005/8/layout/vList5"/>
    <dgm:cxn modelId="{68FF005E-8D02-4B1A-BBD9-A6EC2243093A}" srcId="{E72AB301-BB7D-4DCC-B3B0-0CBED5343146}" destId="{469B75AE-2820-4842-9D38-9791AD698C02}" srcOrd="0" destOrd="0" parTransId="{2C95B294-7B16-4D76-BC9A-DF81E56D1103}" sibTransId="{D8CF12E8-9A9E-4157-88D3-2771FEE46B6F}"/>
    <dgm:cxn modelId="{2F055D68-60EC-48EB-B073-A4692D9C943A}" type="presOf" srcId="{E54723AD-E490-40CB-AF7E-81C271633C3D}" destId="{97E7E072-8AD2-410A-B51A-44B6A2DD2669}" srcOrd="0" destOrd="0" presId="urn:microsoft.com/office/officeart/2005/8/layout/vList5"/>
    <dgm:cxn modelId="{2B5B6850-50EF-4D22-8A8D-EE38CC750108}" type="presOf" srcId="{E72AB301-BB7D-4DCC-B3B0-0CBED5343146}" destId="{0E2FF74C-56C9-4CF4-9A34-576721593A6F}" srcOrd="0" destOrd="0" presId="urn:microsoft.com/office/officeart/2005/8/layout/vList5"/>
    <dgm:cxn modelId="{2F82D051-4322-4FCB-BBBF-47333FE6E022}" type="presOf" srcId="{7A123B52-FC0C-4E80-98D3-2872469B16EE}" destId="{97E7E072-8AD2-410A-B51A-44B6A2DD2669}" srcOrd="0" destOrd="1" presId="urn:microsoft.com/office/officeart/2005/8/layout/vList5"/>
    <dgm:cxn modelId="{6049C5D4-355D-4104-B5CB-6550B0259FAE}" type="presOf" srcId="{532664CD-504C-490D-A864-E08CD4F72307}" destId="{97E7E072-8AD2-410A-B51A-44B6A2DD2669}" srcOrd="0" destOrd="2" presId="urn:microsoft.com/office/officeart/2005/8/layout/vList5"/>
    <dgm:cxn modelId="{1C6724E1-C645-4AC8-BC7D-341D4CC70237}" srcId="{469B75AE-2820-4842-9D38-9791AD698C02}" destId="{7A123B52-FC0C-4E80-98D3-2872469B16EE}" srcOrd="1" destOrd="0" parTransId="{FA546074-E10A-421F-BC76-4D3934D5DFF0}" sibTransId="{D0E4A993-E8D2-4076-BC1E-AAC58B88525C}"/>
    <dgm:cxn modelId="{7B8EBCE4-D477-4334-87EA-661C0B7287A8}" srcId="{469B75AE-2820-4842-9D38-9791AD698C02}" destId="{E54723AD-E490-40CB-AF7E-81C271633C3D}" srcOrd="0" destOrd="0" parTransId="{B8816252-DE12-4C69-A605-D10EC8A1BED8}" sibTransId="{F8C7C47E-12DB-4CFA-8618-90CB054227C2}"/>
    <dgm:cxn modelId="{D39EB1EA-54DC-47EB-993A-C413902821B2}" srcId="{469B75AE-2820-4842-9D38-9791AD698C02}" destId="{CA4DAB2E-17BE-4B23-9928-4AA0085D2F44}" srcOrd="3" destOrd="0" parTransId="{E31456FA-A3D1-4411-97AD-2E5C9C475392}" sibTransId="{52AAB5FA-536F-4CF2-A208-833B3C27C41D}"/>
    <dgm:cxn modelId="{E6E5D5F9-29A7-4DC0-B2E7-D77F2277FA4E}" srcId="{469B75AE-2820-4842-9D38-9791AD698C02}" destId="{532664CD-504C-490D-A864-E08CD4F72307}" srcOrd="2" destOrd="0" parTransId="{916FE50C-839F-4CEA-8F30-C25975353AFD}" sibTransId="{0BC1DA86-E568-4BA8-AC21-0B359960E11A}"/>
    <dgm:cxn modelId="{2EA17A1C-09D6-4AE1-AC97-D7B020160E18}" type="presParOf" srcId="{0E2FF74C-56C9-4CF4-9A34-576721593A6F}" destId="{8E849600-88E0-4305-9118-6F6A6018AE4F}" srcOrd="0" destOrd="0" presId="urn:microsoft.com/office/officeart/2005/8/layout/vList5"/>
    <dgm:cxn modelId="{F30749FE-14FC-49CF-9B25-0AFA73E0341E}" type="presParOf" srcId="{8E849600-88E0-4305-9118-6F6A6018AE4F}" destId="{93528511-4823-4BEA-8177-764BA4D4F764}" srcOrd="0" destOrd="0" presId="urn:microsoft.com/office/officeart/2005/8/layout/vList5"/>
    <dgm:cxn modelId="{AAEB449C-6A10-4181-A043-B5B85CB29B9E}" type="presParOf" srcId="{8E849600-88E0-4305-9118-6F6A6018AE4F}" destId="{97E7E072-8AD2-410A-B51A-44B6A2DD2669}" srcOrd="1" destOrd="0" presId="urn:microsoft.com/office/officeart/2005/8/layout/vList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Introduction of SISD.</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Architecture of SISD.</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AE3F856-C56A-4F32-AA44-5DE29F3657C3}"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PK"/>
        </a:p>
      </dgm:t>
    </dgm:pt>
    <dgm:pt modelId="{73362182-55F1-4E70-B4A8-6D0317B132B7}">
      <dgm:prSet custT="1"/>
      <dgm:spPr/>
      <dgm:t>
        <a:bodyPr/>
        <a:lstStyle/>
        <a:p>
          <a:pPr algn="ctr"/>
          <a:r>
            <a:rPr lang="en-US" sz="2400" dirty="0">
              <a:latin typeface="+mn-lt"/>
              <a:cs typeface="Arial" panose="020B0604020202020204" pitchFamily="34" charset="0"/>
            </a:rPr>
            <a:t>Conventional single-processor von Neumann computers are classified as SISD systems.</a:t>
          </a:r>
          <a:endParaRPr lang="en-PK" sz="2400" dirty="0">
            <a:latin typeface="+mn-lt"/>
            <a:cs typeface="Arial" panose="020B0604020202020204" pitchFamily="34" charset="0"/>
          </a:endParaRPr>
        </a:p>
      </dgm:t>
    </dgm:pt>
    <dgm:pt modelId="{6F219504-2D3D-4FDA-B806-3A19B7A3614E}" type="parTrans" cxnId="{D38F40C3-AAE7-4487-9314-43565492BD0C}">
      <dgm:prSet/>
      <dgm:spPr/>
      <dgm:t>
        <a:bodyPr/>
        <a:lstStyle/>
        <a:p>
          <a:endParaRPr lang="en-PK"/>
        </a:p>
      </dgm:t>
    </dgm:pt>
    <dgm:pt modelId="{A75BC32C-5D91-44CF-82DF-67557B652DF9}" type="sibTrans" cxnId="{D38F40C3-AAE7-4487-9314-43565492BD0C}">
      <dgm:prSet/>
      <dgm:spPr/>
      <dgm:t>
        <a:bodyPr/>
        <a:lstStyle/>
        <a:p>
          <a:endParaRPr lang="en-PK"/>
        </a:p>
      </dgm:t>
    </dgm:pt>
    <dgm:pt modelId="{7AD822F9-2E13-4B98-B8CF-E9EADDB1BFDB}">
      <dgm:prSet custT="1"/>
      <dgm:spPr/>
      <dgm:t>
        <a:bodyPr/>
        <a:lstStyle/>
        <a:p>
          <a:pPr algn="l"/>
          <a:r>
            <a:rPr lang="en-US" sz="2400" dirty="0">
              <a:latin typeface="+mn-lt"/>
              <a:cs typeface="Arial" panose="020B0604020202020204" pitchFamily="34" charset="0"/>
            </a:rPr>
            <a:t>A typical non-pipelined architecture with general purpose registers as well as some dedicated special registers like:</a:t>
          </a:r>
          <a:endParaRPr lang="en-PK" sz="2400" dirty="0">
            <a:latin typeface="+mn-lt"/>
            <a:cs typeface="Arial" panose="020B0604020202020204" pitchFamily="34" charset="0"/>
          </a:endParaRPr>
        </a:p>
      </dgm:t>
    </dgm:pt>
    <dgm:pt modelId="{5328AEE6-5DDA-4BFD-BCC6-D485833B7AB1}" type="parTrans" cxnId="{8F110396-1D7D-4381-B48D-96A547178F7D}">
      <dgm:prSet/>
      <dgm:spPr/>
      <dgm:t>
        <a:bodyPr/>
        <a:lstStyle/>
        <a:p>
          <a:endParaRPr lang="en-PK"/>
        </a:p>
      </dgm:t>
    </dgm:pt>
    <dgm:pt modelId="{6C2B84D0-9E94-4EB7-A15F-A99F6A4B414D}" type="sibTrans" cxnId="{8F110396-1D7D-4381-B48D-96A547178F7D}">
      <dgm:prSet/>
      <dgm:spPr/>
      <dgm:t>
        <a:bodyPr/>
        <a:lstStyle/>
        <a:p>
          <a:endParaRPr lang="en-PK"/>
        </a:p>
      </dgm:t>
    </dgm:pt>
    <dgm:pt modelId="{999B30E3-0192-462F-8455-65126C48E022}">
      <dgm:prSet custT="1"/>
      <dgm:spPr/>
      <dgm:t>
        <a:bodyPr/>
        <a:lstStyle/>
        <a:p>
          <a:pPr algn="l"/>
          <a:r>
            <a:rPr lang="en-US" sz="2400" dirty="0">
              <a:latin typeface="+mn-lt"/>
              <a:cs typeface="Arial" panose="020B0604020202020204" pitchFamily="34" charset="0"/>
            </a:rPr>
            <a:t> Program Counter (PC), </a:t>
          </a:r>
          <a:endParaRPr lang="en-PK" sz="2400" dirty="0">
            <a:latin typeface="+mn-lt"/>
            <a:cs typeface="Arial" panose="020B0604020202020204" pitchFamily="34" charset="0"/>
          </a:endParaRPr>
        </a:p>
      </dgm:t>
    </dgm:pt>
    <dgm:pt modelId="{41A58893-68EB-45DD-ACA4-B50952E7C6F6}" type="parTrans" cxnId="{AD963A1E-8E56-4DBB-B296-CD3475B01531}">
      <dgm:prSet/>
      <dgm:spPr/>
      <dgm:t>
        <a:bodyPr/>
        <a:lstStyle/>
        <a:p>
          <a:endParaRPr lang="en-US"/>
        </a:p>
      </dgm:t>
    </dgm:pt>
    <dgm:pt modelId="{322DF95C-5877-4EF7-937A-84CC7C044A30}" type="sibTrans" cxnId="{AD963A1E-8E56-4DBB-B296-CD3475B01531}">
      <dgm:prSet/>
      <dgm:spPr/>
      <dgm:t>
        <a:bodyPr/>
        <a:lstStyle/>
        <a:p>
          <a:endParaRPr lang="en-US"/>
        </a:p>
      </dgm:t>
    </dgm:pt>
    <dgm:pt modelId="{DA929E2F-4501-4144-BA03-6CEE8000D1DF}">
      <dgm:prSet custT="1"/>
      <dgm:spPr/>
      <dgm:t>
        <a:bodyPr/>
        <a:lstStyle/>
        <a:p>
          <a:pPr algn="l"/>
          <a:r>
            <a:rPr lang="en-US" sz="2400" dirty="0">
              <a:latin typeface="+mn-lt"/>
              <a:cs typeface="Arial" panose="020B0604020202020204" pitchFamily="34" charset="0"/>
            </a:rPr>
            <a:t>Memory data registers (MDR), </a:t>
          </a:r>
          <a:endParaRPr lang="en-PK" sz="2400" dirty="0">
            <a:latin typeface="+mn-lt"/>
            <a:cs typeface="Arial" panose="020B0604020202020204" pitchFamily="34" charset="0"/>
          </a:endParaRPr>
        </a:p>
      </dgm:t>
    </dgm:pt>
    <dgm:pt modelId="{3AA844CE-529D-44CA-B520-966AFEE556C1}" type="parTrans" cxnId="{019C5068-A691-47BF-B7E7-B7D1A6A91F2D}">
      <dgm:prSet/>
      <dgm:spPr/>
      <dgm:t>
        <a:bodyPr/>
        <a:lstStyle/>
        <a:p>
          <a:endParaRPr lang="en-US"/>
        </a:p>
      </dgm:t>
    </dgm:pt>
    <dgm:pt modelId="{C47618EF-A735-4A44-80C5-E48877BF317D}" type="sibTrans" cxnId="{019C5068-A691-47BF-B7E7-B7D1A6A91F2D}">
      <dgm:prSet/>
      <dgm:spPr/>
      <dgm:t>
        <a:bodyPr/>
        <a:lstStyle/>
        <a:p>
          <a:endParaRPr lang="en-US"/>
        </a:p>
      </dgm:t>
    </dgm:pt>
    <dgm:pt modelId="{DDE15281-A949-466C-8F9E-44A29EFF2540}">
      <dgm:prSet custT="1"/>
      <dgm:spPr/>
      <dgm:t>
        <a:bodyPr/>
        <a:lstStyle/>
        <a:p>
          <a:pPr algn="l"/>
          <a:r>
            <a:rPr lang="en-US" sz="2400" dirty="0">
              <a:latin typeface="+mn-lt"/>
              <a:cs typeface="Arial" panose="020B0604020202020204" pitchFamily="34" charset="0"/>
            </a:rPr>
            <a:t>Memory address registers (MAR) and</a:t>
          </a:r>
          <a:endParaRPr lang="en-PK" sz="2400" dirty="0">
            <a:latin typeface="+mn-lt"/>
            <a:cs typeface="Arial" panose="020B0604020202020204" pitchFamily="34" charset="0"/>
          </a:endParaRPr>
        </a:p>
      </dgm:t>
    </dgm:pt>
    <dgm:pt modelId="{92BD59AF-EF29-4078-AA13-C5B9B1CEF199}" type="parTrans" cxnId="{69CA939B-A96E-4330-9903-2543F4D7BB3A}">
      <dgm:prSet/>
      <dgm:spPr/>
      <dgm:t>
        <a:bodyPr/>
        <a:lstStyle/>
        <a:p>
          <a:endParaRPr lang="en-US"/>
        </a:p>
      </dgm:t>
    </dgm:pt>
    <dgm:pt modelId="{15BA3955-E3B3-4EF0-863D-817789B529DC}" type="sibTrans" cxnId="{69CA939B-A96E-4330-9903-2543F4D7BB3A}">
      <dgm:prSet/>
      <dgm:spPr/>
      <dgm:t>
        <a:bodyPr/>
        <a:lstStyle/>
        <a:p>
          <a:endParaRPr lang="en-US"/>
        </a:p>
      </dgm:t>
    </dgm:pt>
    <dgm:pt modelId="{44BCE328-8FAF-45DC-9DE0-C87B3A3784F7}">
      <dgm:prSet custT="1"/>
      <dgm:spPr/>
      <dgm:t>
        <a:bodyPr/>
        <a:lstStyle/>
        <a:p>
          <a:pPr algn="l"/>
          <a:r>
            <a:rPr lang="en-US" sz="2400" dirty="0">
              <a:latin typeface="+mn-lt"/>
              <a:cs typeface="Arial" panose="020B0604020202020204" pitchFamily="34" charset="0"/>
            </a:rPr>
            <a:t> Instruction registers (IR).</a:t>
          </a:r>
          <a:endParaRPr lang="en-PK" sz="2400" dirty="0">
            <a:latin typeface="+mn-lt"/>
            <a:cs typeface="Arial" panose="020B0604020202020204" pitchFamily="34" charset="0"/>
          </a:endParaRPr>
        </a:p>
      </dgm:t>
    </dgm:pt>
    <dgm:pt modelId="{B0CC7850-8C6F-41AF-8780-3C19FF0D0CBC}" type="parTrans" cxnId="{67F93DBF-A812-4E43-AB4A-099C0249AE38}">
      <dgm:prSet/>
      <dgm:spPr/>
      <dgm:t>
        <a:bodyPr/>
        <a:lstStyle/>
        <a:p>
          <a:endParaRPr lang="en-US"/>
        </a:p>
      </dgm:t>
    </dgm:pt>
    <dgm:pt modelId="{DF94CC16-F175-4369-BDE2-4EC6D1E663AB}" type="sibTrans" cxnId="{67F93DBF-A812-4E43-AB4A-099C0249AE38}">
      <dgm:prSet/>
      <dgm:spPr/>
      <dgm:t>
        <a:bodyPr/>
        <a:lstStyle/>
        <a:p>
          <a:endParaRPr lang="en-US"/>
        </a:p>
      </dgm:t>
    </dgm:pt>
    <dgm:pt modelId="{06F7B7F5-5F19-4A20-9CA5-330C73DF1F04}" type="pres">
      <dgm:prSet presAssocID="{2AE3F856-C56A-4F32-AA44-5DE29F3657C3}" presName="Name0" presStyleCnt="0">
        <dgm:presLayoutVars>
          <dgm:chMax val="7"/>
          <dgm:dir/>
          <dgm:animLvl val="lvl"/>
          <dgm:resizeHandles val="exact"/>
        </dgm:presLayoutVars>
      </dgm:prSet>
      <dgm:spPr/>
    </dgm:pt>
    <dgm:pt modelId="{BF8D5265-182A-49A0-B4ED-DE60DBA00554}" type="pres">
      <dgm:prSet presAssocID="{73362182-55F1-4E70-B4A8-6D0317B132B7}" presName="circle1" presStyleLbl="node1" presStyleIdx="0" presStyleCnt="2"/>
      <dgm:spPr/>
    </dgm:pt>
    <dgm:pt modelId="{3D0150C3-95DB-4718-B931-AB303C7A9192}" type="pres">
      <dgm:prSet presAssocID="{73362182-55F1-4E70-B4A8-6D0317B132B7}" presName="space" presStyleCnt="0"/>
      <dgm:spPr/>
    </dgm:pt>
    <dgm:pt modelId="{543D5C38-FF42-4FDE-8ABE-ED1F4E345246}" type="pres">
      <dgm:prSet presAssocID="{73362182-55F1-4E70-B4A8-6D0317B132B7}" presName="rect1" presStyleLbl="alignAcc1" presStyleIdx="0" presStyleCnt="2" custLinFactNeighborX="173" custLinFactNeighborY="-1480"/>
      <dgm:spPr/>
    </dgm:pt>
    <dgm:pt modelId="{B9AFA762-D39C-4571-97A8-16619CC94D4D}" type="pres">
      <dgm:prSet presAssocID="{7AD822F9-2E13-4B98-B8CF-E9EADDB1BFDB}" presName="vertSpace2" presStyleLbl="node1" presStyleIdx="0" presStyleCnt="2"/>
      <dgm:spPr/>
    </dgm:pt>
    <dgm:pt modelId="{05E194DA-0E48-4AF5-BAC5-EE08B04E1965}" type="pres">
      <dgm:prSet presAssocID="{7AD822F9-2E13-4B98-B8CF-E9EADDB1BFDB}" presName="circle2" presStyleLbl="node1" presStyleIdx="1" presStyleCnt="2" custScaleY="129508" custLinFactNeighborX="-542" custLinFactNeighborY="-9753"/>
      <dgm:spPr/>
    </dgm:pt>
    <dgm:pt modelId="{C1EAD608-5418-4144-A432-5A7C5D8683CB}" type="pres">
      <dgm:prSet presAssocID="{7AD822F9-2E13-4B98-B8CF-E9EADDB1BFDB}" presName="rect2" presStyleLbl="alignAcc1" presStyleIdx="1" presStyleCnt="2" custScaleY="122523" custLinFactNeighborX="171" custLinFactNeighborY="-10260"/>
      <dgm:spPr/>
    </dgm:pt>
    <dgm:pt modelId="{057DABB5-070F-482B-BE7E-6429280CEF39}" type="pres">
      <dgm:prSet presAssocID="{73362182-55F1-4E70-B4A8-6D0317B132B7}" presName="rect1ParTx" presStyleLbl="alignAcc1" presStyleIdx="1" presStyleCnt="2">
        <dgm:presLayoutVars>
          <dgm:chMax val="1"/>
          <dgm:bulletEnabled val="1"/>
        </dgm:presLayoutVars>
      </dgm:prSet>
      <dgm:spPr/>
    </dgm:pt>
    <dgm:pt modelId="{12BD57C4-6357-46D0-94CE-804077A06029}" type="pres">
      <dgm:prSet presAssocID="{73362182-55F1-4E70-B4A8-6D0317B132B7}" presName="rect1ChTx" presStyleLbl="alignAcc1" presStyleIdx="1" presStyleCnt="2">
        <dgm:presLayoutVars>
          <dgm:bulletEnabled val="1"/>
        </dgm:presLayoutVars>
      </dgm:prSet>
      <dgm:spPr/>
    </dgm:pt>
    <dgm:pt modelId="{8B3A5A46-F7B8-4F89-B1D1-327A90E1E8CB}" type="pres">
      <dgm:prSet presAssocID="{7AD822F9-2E13-4B98-B8CF-E9EADDB1BFDB}" presName="rect2ParTx" presStyleLbl="alignAcc1" presStyleIdx="1" presStyleCnt="2">
        <dgm:presLayoutVars>
          <dgm:chMax val="1"/>
          <dgm:bulletEnabled val="1"/>
        </dgm:presLayoutVars>
      </dgm:prSet>
      <dgm:spPr/>
    </dgm:pt>
    <dgm:pt modelId="{A510EE91-F123-4FD0-B0E2-CE55DEFD5E3F}" type="pres">
      <dgm:prSet presAssocID="{7AD822F9-2E13-4B98-B8CF-E9EADDB1BFDB}" presName="rect2ChTx" presStyleLbl="alignAcc1" presStyleIdx="1" presStyleCnt="2" custScaleX="114668">
        <dgm:presLayoutVars>
          <dgm:bulletEnabled val="1"/>
        </dgm:presLayoutVars>
      </dgm:prSet>
      <dgm:spPr/>
    </dgm:pt>
  </dgm:ptLst>
  <dgm:cxnLst>
    <dgm:cxn modelId="{14639805-5612-4FF9-A32E-4FC2B6DEFBF6}" type="presOf" srcId="{DA929E2F-4501-4144-BA03-6CEE8000D1DF}" destId="{A510EE91-F123-4FD0-B0E2-CE55DEFD5E3F}" srcOrd="0" destOrd="1" presId="urn:microsoft.com/office/officeart/2005/8/layout/target3"/>
    <dgm:cxn modelId="{AD963A1E-8E56-4DBB-B296-CD3475B01531}" srcId="{7AD822F9-2E13-4B98-B8CF-E9EADDB1BFDB}" destId="{999B30E3-0192-462F-8455-65126C48E022}" srcOrd="0" destOrd="0" parTransId="{41A58893-68EB-45DD-ACA4-B50952E7C6F6}" sibTransId="{322DF95C-5877-4EF7-937A-84CC7C044A30}"/>
    <dgm:cxn modelId="{9C711D35-54B0-4A35-A0D3-AC9304604C2C}" type="presOf" srcId="{999B30E3-0192-462F-8455-65126C48E022}" destId="{A510EE91-F123-4FD0-B0E2-CE55DEFD5E3F}" srcOrd="0" destOrd="0" presId="urn:microsoft.com/office/officeart/2005/8/layout/target3"/>
    <dgm:cxn modelId="{B6498865-6971-4EB6-BE7F-9713A0D48DD6}" type="presOf" srcId="{7AD822F9-2E13-4B98-B8CF-E9EADDB1BFDB}" destId="{C1EAD608-5418-4144-A432-5A7C5D8683CB}" srcOrd="0" destOrd="0" presId="urn:microsoft.com/office/officeart/2005/8/layout/target3"/>
    <dgm:cxn modelId="{A3B46B66-DF02-40FC-A5D1-ECEE2C2B4398}" type="presOf" srcId="{DDE15281-A949-466C-8F9E-44A29EFF2540}" destId="{A510EE91-F123-4FD0-B0E2-CE55DEFD5E3F}" srcOrd="0" destOrd="2" presId="urn:microsoft.com/office/officeart/2005/8/layout/target3"/>
    <dgm:cxn modelId="{019C5068-A691-47BF-B7E7-B7D1A6A91F2D}" srcId="{7AD822F9-2E13-4B98-B8CF-E9EADDB1BFDB}" destId="{DA929E2F-4501-4144-BA03-6CEE8000D1DF}" srcOrd="1" destOrd="0" parTransId="{3AA844CE-529D-44CA-B520-966AFEE556C1}" sibTransId="{C47618EF-A735-4A44-80C5-E48877BF317D}"/>
    <dgm:cxn modelId="{5B33724D-B9E7-4381-81F8-DFB3D7505669}" type="presOf" srcId="{73362182-55F1-4E70-B4A8-6D0317B132B7}" destId="{057DABB5-070F-482B-BE7E-6429280CEF39}" srcOrd="1" destOrd="0" presId="urn:microsoft.com/office/officeart/2005/8/layout/target3"/>
    <dgm:cxn modelId="{8F110396-1D7D-4381-B48D-96A547178F7D}" srcId="{2AE3F856-C56A-4F32-AA44-5DE29F3657C3}" destId="{7AD822F9-2E13-4B98-B8CF-E9EADDB1BFDB}" srcOrd="1" destOrd="0" parTransId="{5328AEE6-5DDA-4BFD-BCC6-D485833B7AB1}" sibTransId="{6C2B84D0-9E94-4EB7-A15F-A99F6A4B414D}"/>
    <dgm:cxn modelId="{69CA939B-A96E-4330-9903-2543F4D7BB3A}" srcId="{7AD822F9-2E13-4B98-B8CF-E9EADDB1BFDB}" destId="{DDE15281-A949-466C-8F9E-44A29EFF2540}" srcOrd="2" destOrd="0" parTransId="{92BD59AF-EF29-4078-AA13-C5B9B1CEF199}" sibTransId="{15BA3955-E3B3-4EF0-863D-817789B529DC}"/>
    <dgm:cxn modelId="{D7B9CBAB-90FB-452B-A0EF-8965F20F63B4}" type="presOf" srcId="{2AE3F856-C56A-4F32-AA44-5DE29F3657C3}" destId="{06F7B7F5-5F19-4A20-9CA5-330C73DF1F04}" srcOrd="0" destOrd="0" presId="urn:microsoft.com/office/officeart/2005/8/layout/target3"/>
    <dgm:cxn modelId="{AB0EF6B0-6E62-44CA-8811-16A9427072A8}" type="presOf" srcId="{73362182-55F1-4E70-B4A8-6D0317B132B7}" destId="{543D5C38-FF42-4FDE-8ABE-ED1F4E345246}" srcOrd="0" destOrd="0" presId="urn:microsoft.com/office/officeart/2005/8/layout/target3"/>
    <dgm:cxn modelId="{67F93DBF-A812-4E43-AB4A-099C0249AE38}" srcId="{7AD822F9-2E13-4B98-B8CF-E9EADDB1BFDB}" destId="{44BCE328-8FAF-45DC-9DE0-C87B3A3784F7}" srcOrd="3" destOrd="0" parTransId="{B0CC7850-8C6F-41AF-8780-3C19FF0D0CBC}" sibTransId="{DF94CC16-F175-4369-BDE2-4EC6D1E663AB}"/>
    <dgm:cxn modelId="{D38F40C3-AAE7-4487-9314-43565492BD0C}" srcId="{2AE3F856-C56A-4F32-AA44-5DE29F3657C3}" destId="{73362182-55F1-4E70-B4A8-6D0317B132B7}" srcOrd="0" destOrd="0" parTransId="{6F219504-2D3D-4FDA-B806-3A19B7A3614E}" sibTransId="{A75BC32C-5D91-44CF-82DF-67557B652DF9}"/>
    <dgm:cxn modelId="{050BB6CA-DFA5-4D28-82C3-ABDA62F4898B}" type="presOf" srcId="{7AD822F9-2E13-4B98-B8CF-E9EADDB1BFDB}" destId="{8B3A5A46-F7B8-4F89-B1D1-327A90E1E8CB}" srcOrd="1" destOrd="0" presId="urn:microsoft.com/office/officeart/2005/8/layout/target3"/>
    <dgm:cxn modelId="{A48C77F8-B8E4-4867-A660-32BC35FD29A3}" type="presOf" srcId="{44BCE328-8FAF-45DC-9DE0-C87B3A3784F7}" destId="{A510EE91-F123-4FD0-B0E2-CE55DEFD5E3F}" srcOrd="0" destOrd="3" presId="urn:microsoft.com/office/officeart/2005/8/layout/target3"/>
    <dgm:cxn modelId="{18538E0C-6377-420B-908C-AE3C6A5CE51D}" type="presParOf" srcId="{06F7B7F5-5F19-4A20-9CA5-330C73DF1F04}" destId="{BF8D5265-182A-49A0-B4ED-DE60DBA00554}" srcOrd="0" destOrd="0" presId="urn:microsoft.com/office/officeart/2005/8/layout/target3"/>
    <dgm:cxn modelId="{7D91B4EB-B14F-4C49-9416-DE9F93F79D01}" type="presParOf" srcId="{06F7B7F5-5F19-4A20-9CA5-330C73DF1F04}" destId="{3D0150C3-95DB-4718-B931-AB303C7A9192}" srcOrd="1" destOrd="0" presId="urn:microsoft.com/office/officeart/2005/8/layout/target3"/>
    <dgm:cxn modelId="{ECAB3E22-7A66-41E4-9C17-E7F28A06D958}" type="presParOf" srcId="{06F7B7F5-5F19-4A20-9CA5-330C73DF1F04}" destId="{543D5C38-FF42-4FDE-8ABE-ED1F4E345246}" srcOrd="2" destOrd="0" presId="urn:microsoft.com/office/officeart/2005/8/layout/target3"/>
    <dgm:cxn modelId="{0348C9BF-307F-4467-97E8-E9EFA7B5A7DB}" type="presParOf" srcId="{06F7B7F5-5F19-4A20-9CA5-330C73DF1F04}" destId="{B9AFA762-D39C-4571-97A8-16619CC94D4D}" srcOrd="3" destOrd="0" presId="urn:microsoft.com/office/officeart/2005/8/layout/target3"/>
    <dgm:cxn modelId="{F5912523-4FF8-442A-A6F0-63A3260DC930}" type="presParOf" srcId="{06F7B7F5-5F19-4A20-9CA5-330C73DF1F04}" destId="{05E194DA-0E48-4AF5-BAC5-EE08B04E1965}" srcOrd="4" destOrd="0" presId="urn:microsoft.com/office/officeart/2005/8/layout/target3"/>
    <dgm:cxn modelId="{F9004C25-4883-4379-8C09-CECFFE8989AE}" type="presParOf" srcId="{06F7B7F5-5F19-4A20-9CA5-330C73DF1F04}" destId="{C1EAD608-5418-4144-A432-5A7C5D8683CB}" srcOrd="5" destOrd="0" presId="urn:microsoft.com/office/officeart/2005/8/layout/target3"/>
    <dgm:cxn modelId="{917CEDAB-05EB-46AE-A815-342F9BDC5E74}" type="presParOf" srcId="{06F7B7F5-5F19-4A20-9CA5-330C73DF1F04}" destId="{057DABB5-070F-482B-BE7E-6429280CEF39}" srcOrd="6" destOrd="0" presId="urn:microsoft.com/office/officeart/2005/8/layout/target3"/>
    <dgm:cxn modelId="{9CA85B2E-36E4-4F13-8517-FE7C2BE25509}" type="presParOf" srcId="{06F7B7F5-5F19-4A20-9CA5-330C73DF1F04}" destId="{12BD57C4-6357-46D0-94CE-804077A06029}" srcOrd="7" destOrd="0" presId="urn:microsoft.com/office/officeart/2005/8/layout/target3"/>
    <dgm:cxn modelId="{BEBF81E7-FBEF-41BF-9BCD-89083BE834B2}" type="presParOf" srcId="{06F7B7F5-5F19-4A20-9CA5-330C73DF1F04}" destId="{8B3A5A46-F7B8-4F89-B1D1-327A90E1E8CB}" srcOrd="8" destOrd="0" presId="urn:microsoft.com/office/officeart/2005/8/layout/target3"/>
    <dgm:cxn modelId="{49A296A6-EDED-4B4E-9114-299C5AEACDEA}" type="presParOf" srcId="{06F7B7F5-5F19-4A20-9CA5-330C73DF1F04}" destId="{A510EE91-F123-4FD0-B0E2-CE55DEFD5E3F}" srcOrd="9"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CA6A232-ADFD-425F-8831-517E62CCAD9B}" type="doc">
      <dgm:prSet loTypeId="urn:microsoft.com/office/officeart/2005/8/layout/hProcess11" loCatId="process" qsTypeId="urn:microsoft.com/office/officeart/2005/8/quickstyle/simple1" qsCatId="simple" csTypeId="urn:microsoft.com/office/officeart/2005/8/colors/accent1_2" csCatId="accent1"/>
      <dgm:spPr/>
      <dgm:t>
        <a:bodyPr/>
        <a:lstStyle/>
        <a:p>
          <a:endParaRPr lang="en-PK"/>
        </a:p>
      </dgm:t>
    </dgm:pt>
    <dgm:pt modelId="{9CBD241E-A198-4089-9F27-62B5B2E4F143}">
      <dgm:prSet/>
      <dgm:spPr/>
      <dgm:t>
        <a:bodyPr/>
        <a:lstStyle/>
        <a:p>
          <a:r>
            <a:rPr lang="en-US" b="0" i="0" dirty="0">
              <a:latin typeface="Arial" panose="020B0604020202020204" pitchFamily="34" charset="0"/>
              <a:cs typeface="Arial" panose="020B0604020202020204" pitchFamily="34" charset="0"/>
            </a:rPr>
            <a:t>Perform the same operation on multiple data operands concurrently.  </a:t>
          </a:r>
          <a:endParaRPr lang="en-PK" dirty="0">
            <a:latin typeface="Arial" panose="020B0604020202020204" pitchFamily="34" charset="0"/>
            <a:cs typeface="Arial" panose="020B0604020202020204" pitchFamily="34" charset="0"/>
          </a:endParaRPr>
        </a:p>
      </dgm:t>
    </dgm:pt>
    <dgm:pt modelId="{2F737F79-2DEA-4BC8-9DCE-4A5C8E574C5A}" type="parTrans" cxnId="{C5ABECB5-882B-4776-A0C3-A376EECD759D}">
      <dgm:prSet/>
      <dgm:spPr/>
      <dgm:t>
        <a:bodyPr/>
        <a:lstStyle/>
        <a:p>
          <a:endParaRPr lang="en-PK"/>
        </a:p>
      </dgm:t>
    </dgm:pt>
    <dgm:pt modelId="{09D7A0B5-CECD-46C4-A5FD-085FD516C127}" type="sibTrans" cxnId="{C5ABECB5-882B-4776-A0C3-A376EECD759D}">
      <dgm:prSet/>
      <dgm:spPr/>
      <dgm:t>
        <a:bodyPr/>
        <a:lstStyle/>
        <a:p>
          <a:endParaRPr lang="en-PK"/>
        </a:p>
      </dgm:t>
    </dgm:pt>
    <dgm:pt modelId="{002248F8-99C1-4355-B8E4-6A12294542C2}">
      <dgm:prSet/>
      <dgm:spPr/>
      <dgm:t>
        <a:bodyPr/>
        <a:lstStyle/>
        <a:p>
          <a:r>
            <a:rPr lang="en-US" dirty="0">
              <a:latin typeface="Arial" panose="020B0604020202020204" pitchFamily="34" charset="0"/>
              <a:cs typeface="Arial" panose="020B0604020202020204" pitchFamily="34" charset="0"/>
            </a:rPr>
            <a:t>Concurrency of processing rather than concurrency of execution.</a:t>
          </a:r>
          <a:endParaRPr lang="en-PK" dirty="0">
            <a:latin typeface="Arial" panose="020B0604020202020204" pitchFamily="34" charset="0"/>
            <a:cs typeface="Arial" panose="020B0604020202020204" pitchFamily="34" charset="0"/>
          </a:endParaRPr>
        </a:p>
      </dgm:t>
    </dgm:pt>
    <dgm:pt modelId="{75EDB5A4-686A-4C1F-A3EA-6499A70420BA}" type="parTrans" cxnId="{C5F26B6A-D108-4CB5-999C-EF97172118BF}">
      <dgm:prSet/>
      <dgm:spPr/>
      <dgm:t>
        <a:bodyPr/>
        <a:lstStyle/>
        <a:p>
          <a:endParaRPr lang="en-PK"/>
        </a:p>
      </dgm:t>
    </dgm:pt>
    <dgm:pt modelId="{8FC640F7-D622-4997-9744-17325A16BDE9}" type="sibTrans" cxnId="{C5F26B6A-D108-4CB5-999C-EF97172118BF}">
      <dgm:prSet/>
      <dgm:spPr/>
      <dgm:t>
        <a:bodyPr/>
        <a:lstStyle/>
        <a:p>
          <a:endParaRPr lang="en-PK"/>
        </a:p>
      </dgm:t>
    </dgm:pt>
    <dgm:pt modelId="{74667412-3B4B-402E-8020-868D055E523A}">
      <dgm:prSet/>
      <dgm:spPr/>
      <dgm:t>
        <a:bodyPr/>
        <a:lstStyle/>
        <a:p>
          <a:r>
            <a:rPr lang="en-US" dirty="0">
              <a:latin typeface="Arial" panose="020B0604020202020204" pitchFamily="34" charset="0"/>
              <a:cs typeface="Arial" panose="020B0604020202020204" pitchFamily="34" charset="0"/>
            </a:rPr>
            <a:t>Serial computer</a:t>
          </a:r>
          <a:endParaRPr lang="en-PK" dirty="0">
            <a:latin typeface="Arial" panose="020B0604020202020204" pitchFamily="34" charset="0"/>
            <a:cs typeface="Arial" panose="020B0604020202020204" pitchFamily="34" charset="0"/>
          </a:endParaRPr>
        </a:p>
      </dgm:t>
    </dgm:pt>
    <dgm:pt modelId="{83FEED0A-6B1B-412C-B5C4-19E89EBDF655}" type="parTrans" cxnId="{9259009B-B089-4940-93D8-F04642E95BC0}">
      <dgm:prSet/>
      <dgm:spPr/>
      <dgm:t>
        <a:bodyPr/>
        <a:lstStyle/>
        <a:p>
          <a:endParaRPr lang="en-PK"/>
        </a:p>
      </dgm:t>
    </dgm:pt>
    <dgm:pt modelId="{082AE9E4-FF71-4CAA-9A70-6FD754EA9E33}" type="sibTrans" cxnId="{9259009B-B089-4940-93D8-F04642E95BC0}">
      <dgm:prSet/>
      <dgm:spPr/>
      <dgm:t>
        <a:bodyPr/>
        <a:lstStyle/>
        <a:p>
          <a:endParaRPr lang="en-PK"/>
        </a:p>
      </dgm:t>
    </dgm:pt>
    <dgm:pt modelId="{A8766D89-BF4E-4042-B581-54D347F5D9D2}">
      <dgm:prSet/>
      <dgm:spPr/>
      <dgm:t>
        <a:bodyPr/>
        <a:lstStyle/>
        <a:p>
          <a:r>
            <a:rPr lang="en-US" dirty="0">
              <a:latin typeface="Arial" panose="020B0604020202020204" pitchFamily="34" charset="0"/>
              <a:cs typeface="Arial" panose="020B0604020202020204" pitchFamily="34" charset="0"/>
            </a:rPr>
            <a:t>Example: A personal computer processing instructions and data on single processor.</a:t>
          </a:r>
          <a:endParaRPr lang="en-PK" dirty="0">
            <a:latin typeface="Arial" panose="020B0604020202020204" pitchFamily="34" charset="0"/>
            <a:cs typeface="Arial" panose="020B0604020202020204" pitchFamily="34" charset="0"/>
          </a:endParaRPr>
        </a:p>
      </dgm:t>
    </dgm:pt>
    <dgm:pt modelId="{9D0AEC99-0977-4291-A9BE-EE72666E8D08}" type="parTrans" cxnId="{5DF40610-102F-4319-AD0B-A39F7CADD343}">
      <dgm:prSet/>
      <dgm:spPr/>
      <dgm:t>
        <a:bodyPr/>
        <a:lstStyle/>
        <a:p>
          <a:endParaRPr lang="en-PK"/>
        </a:p>
      </dgm:t>
    </dgm:pt>
    <dgm:pt modelId="{C2DA605C-2217-4781-B871-E2918894F51E}" type="sibTrans" cxnId="{5DF40610-102F-4319-AD0B-A39F7CADD343}">
      <dgm:prSet/>
      <dgm:spPr/>
      <dgm:t>
        <a:bodyPr/>
        <a:lstStyle/>
        <a:p>
          <a:endParaRPr lang="en-PK"/>
        </a:p>
      </dgm:t>
    </dgm:pt>
    <dgm:pt modelId="{4ED07FD4-F9AF-487B-9D57-C6FD3C6A4AE7}" type="pres">
      <dgm:prSet presAssocID="{0CA6A232-ADFD-425F-8831-517E62CCAD9B}" presName="Name0" presStyleCnt="0">
        <dgm:presLayoutVars>
          <dgm:dir/>
          <dgm:resizeHandles val="exact"/>
        </dgm:presLayoutVars>
      </dgm:prSet>
      <dgm:spPr/>
    </dgm:pt>
    <dgm:pt modelId="{0BDCA179-F1E4-4B5E-8E36-98250806C987}" type="pres">
      <dgm:prSet presAssocID="{0CA6A232-ADFD-425F-8831-517E62CCAD9B}" presName="arrow" presStyleLbl="bgShp" presStyleIdx="0" presStyleCnt="1"/>
      <dgm:spPr/>
    </dgm:pt>
    <dgm:pt modelId="{7F37F749-8CEB-48E2-A60B-35D4E73B365A}" type="pres">
      <dgm:prSet presAssocID="{0CA6A232-ADFD-425F-8831-517E62CCAD9B}" presName="points" presStyleCnt="0"/>
      <dgm:spPr/>
    </dgm:pt>
    <dgm:pt modelId="{DF6BB801-D683-483D-9AEB-E282B962A922}" type="pres">
      <dgm:prSet presAssocID="{9CBD241E-A198-4089-9F27-62B5B2E4F143}" presName="compositeA" presStyleCnt="0"/>
      <dgm:spPr/>
    </dgm:pt>
    <dgm:pt modelId="{9F390E75-7CEE-4E2C-ABE1-78ECAFD158B9}" type="pres">
      <dgm:prSet presAssocID="{9CBD241E-A198-4089-9F27-62B5B2E4F143}" presName="textA" presStyleLbl="revTx" presStyleIdx="0" presStyleCnt="4">
        <dgm:presLayoutVars>
          <dgm:bulletEnabled val="1"/>
        </dgm:presLayoutVars>
      </dgm:prSet>
      <dgm:spPr/>
    </dgm:pt>
    <dgm:pt modelId="{ABF16A4F-22E4-4277-96D1-871CE6D1F9D2}" type="pres">
      <dgm:prSet presAssocID="{9CBD241E-A198-4089-9F27-62B5B2E4F143}" presName="circleA" presStyleLbl="node1" presStyleIdx="0" presStyleCnt="4"/>
      <dgm:spPr/>
    </dgm:pt>
    <dgm:pt modelId="{49632140-52DA-4CED-A9D8-116C72E3F89E}" type="pres">
      <dgm:prSet presAssocID="{9CBD241E-A198-4089-9F27-62B5B2E4F143}" presName="spaceA" presStyleCnt="0"/>
      <dgm:spPr/>
    </dgm:pt>
    <dgm:pt modelId="{EA316C6F-36D3-4ECF-B578-0F39AE1FF29E}" type="pres">
      <dgm:prSet presAssocID="{09D7A0B5-CECD-46C4-A5FD-085FD516C127}" presName="space" presStyleCnt="0"/>
      <dgm:spPr/>
    </dgm:pt>
    <dgm:pt modelId="{4D0D7EC5-759E-4E48-8152-B42D647EE307}" type="pres">
      <dgm:prSet presAssocID="{002248F8-99C1-4355-B8E4-6A12294542C2}" presName="compositeB" presStyleCnt="0"/>
      <dgm:spPr/>
    </dgm:pt>
    <dgm:pt modelId="{B8B24B3A-2E54-41E1-8AA1-1A41000D5A02}" type="pres">
      <dgm:prSet presAssocID="{002248F8-99C1-4355-B8E4-6A12294542C2}" presName="textB" presStyleLbl="revTx" presStyleIdx="1" presStyleCnt="4">
        <dgm:presLayoutVars>
          <dgm:bulletEnabled val="1"/>
        </dgm:presLayoutVars>
      </dgm:prSet>
      <dgm:spPr/>
    </dgm:pt>
    <dgm:pt modelId="{17499B8A-5FE1-4E2D-A827-D10CD8561701}" type="pres">
      <dgm:prSet presAssocID="{002248F8-99C1-4355-B8E4-6A12294542C2}" presName="circleB" presStyleLbl="node1" presStyleIdx="1" presStyleCnt="4"/>
      <dgm:spPr/>
    </dgm:pt>
    <dgm:pt modelId="{B96D3AE7-6239-4DB3-8A9F-9EED461C52CE}" type="pres">
      <dgm:prSet presAssocID="{002248F8-99C1-4355-B8E4-6A12294542C2}" presName="spaceB" presStyleCnt="0"/>
      <dgm:spPr/>
    </dgm:pt>
    <dgm:pt modelId="{4EDA94DF-08E6-4454-BFFC-77202B0F9D0B}" type="pres">
      <dgm:prSet presAssocID="{8FC640F7-D622-4997-9744-17325A16BDE9}" presName="space" presStyleCnt="0"/>
      <dgm:spPr/>
    </dgm:pt>
    <dgm:pt modelId="{150E8E44-B1F7-475C-80A1-2563066E23D5}" type="pres">
      <dgm:prSet presAssocID="{74667412-3B4B-402E-8020-868D055E523A}" presName="compositeA" presStyleCnt="0"/>
      <dgm:spPr/>
    </dgm:pt>
    <dgm:pt modelId="{8DD9B621-D47E-47BF-86E7-38C25D1BB625}" type="pres">
      <dgm:prSet presAssocID="{74667412-3B4B-402E-8020-868D055E523A}" presName="textA" presStyleLbl="revTx" presStyleIdx="2" presStyleCnt="4">
        <dgm:presLayoutVars>
          <dgm:bulletEnabled val="1"/>
        </dgm:presLayoutVars>
      </dgm:prSet>
      <dgm:spPr/>
    </dgm:pt>
    <dgm:pt modelId="{8D58FD69-98A0-474B-B646-AE1754D684D8}" type="pres">
      <dgm:prSet presAssocID="{74667412-3B4B-402E-8020-868D055E523A}" presName="circleA" presStyleLbl="node1" presStyleIdx="2" presStyleCnt="4"/>
      <dgm:spPr/>
    </dgm:pt>
    <dgm:pt modelId="{56514FF8-44AA-4CB9-B9AE-9AA455E441C4}" type="pres">
      <dgm:prSet presAssocID="{74667412-3B4B-402E-8020-868D055E523A}" presName="spaceA" presStyleCnt="0"/>
      <dgm:spPr/>
    </dgm:pt>
    <dgm:pt modelId="{C8C477C7-A385-42E4-881C-A36FA983226F}" type="pres">
      <dgm:prSet presAssocID="{082AE9E4-FF71-4CAA-9A70-6FD754EA9E33}" presName="space" presStyleCnt="0"/>
      <dgm:spPr/>
    </dgm:pt>
    <dgm:pt modelId="{3FE351CC-2454-43D0-807D-B74117F65CED}" type="pres">
      <dgm:prSet presAssocID="{A8766D89-BF4E-4042-B581-54D347F5D9D2}" presName="compositeB" presStyleCnt="0"/>
      <dgm:spPr/>
    </dgm:pt>
    <dgm:pt modelId="{9AFC95DC-4F68-4166-A110-96B1C49725AF}" type="pres">
      <dgm:prSet presAssocID="{A8766D89-BF4E-4042-B581-54D347F5D9D2}" presName="textB" presStyleLbl="revTx" presStyleIdx="3" presStyleCnt="4">
        <dgm:presLayoutVars>
          <dgm:bulletEnabled val="1"/>
        </dgm:presLayoutVars>
      </dgm:prSet>
      <dgm:spPr/>
    </dgm:pt>
    <dgm:pt modelId="{CE8E800E-B938-4C0D-B362-5897CBB60B91}" type="pres">
      <dgm:prSet presAssocID="{A8766D89-BF4E-4042-B581-54D347F5D9D2}" presName="circleB" presStyleLbl="node1" presStyleIdx="3" presStyleCnt="4"/>
      <dgm:spPr/>
    </dgm:pt>
    <dgm:pt modelId="{2F4147E7-BDD2-4FB4-BABB-2D65E4D08CB0}" type="pres">
      <dgm:prSet presAssocID="{A8766D89-BF4E-4042-B581-54D347F5D9D2}" presName="spaceB" presStyleCnt="0"/>
      <dgm:spPr/>
    </dgm:pt>
  </dgm:ptLst>
  <dgm:cxnLst>
    <dgm:cxn modelId="{5DF40610-102F-4319-AD0B-A39F7CADD343}" srcId="{0CA6A232-ADFD-425F-8831-517E62CCAD9B}" destId="{A8766D89-BF4E-4042-B581-54D347F5D9D2}" srcOrd="3" destOrd="0" parTransId="{9D0AEC99-0977-4291-A9BE-EE72666E8D08}" sibTransId="{C2DA605C-2217-4781-B871-E2918894F51E}"/>
    <dgm:cxn modelId="{C5F26B6A-D108-4CB5-999C-EF97172118BF}" srcId="{0CA6A232-ADFD-425F-8831-517E62CCAD9B}" destId="{002248F8-99C1-4355-B8E4-6A12294542C2}" srcOrd="1" destOrd="0" parTransId="{75EDB5A4-686A-4C1F-A3EA-6499A70420BA}" sibTransId="{8FC640F7-D622-4997-9744-17325A16BDE9}"/>
    <dgm:cxn modelId="{16203F91-7840-4096-B4C6-EADFED071912}" type="presOf" srcId="{0CA6A232-ADFD-425F-8831-517E62CCAD9B}" destId="{4ED07FD4-F9AF-487B-9D57-C6FD3C6A4AE7}" srcOrd="0" destOrd="0" presId="urn:microsoft.com/office/officeart/2005/8/layout/hProcess11"/>
    <dgm:cxn modelId="{0F71EE9A-0FF3-43E8-A168-5C076F474F2F}" type="presOf" srcId="{74667412-3B4B-402E-8020-868D055E523A}" destId="{8DD9B621-D47E-47BF-86E7-38C25D1BB625}" srcOrd="0" destOrd="0" presId="urn:microsoft.com/office/officeart/2005/8/layout/hProcess11"/>
    <dgm:cxn modelId="{9259009B-B089-4940-93D8-F04642E95BC0}" srcId="{0CA6A232-ADFD-425F-8831-517E62CCAD9B}" destId="{74667412-3B4B-402E-8020-868D055E523A}" srcOrd="2" destOrd="0" parTransId="{83FEED0A-6B1B-412C-B5C4-19E89EBDF655}" sibTransId="{082AE9E4-FF71-4CAA-9A70-6FD754EA9E33}"/>
    <dgm:cxn modelId="{C5ABECB5-882B-4776-A0C3-A376EECD759D}" srcId="{0CA6A232-ADFD-425F-8831-517E62CCAD9B}" destId="{9CBD241E-A198-4089-9F27-62B5B2E4F143}" srcOrd="0" destOrd="0" parTransId="{2F737F79-2DEA-4BC8-9DCE-4A5C8E574C5A}" sibTransId="{09D7A0B5-CECD-46C4-A5FD-085FD516C127}"/>
    <dgm:cxn modelId="{06F864C7-1B13-4637-96F5-3A6E15E51D0A}" type="presOf" srcId="{A8766D89-BF4E-4042-B581-54D347F5D9D2}" destId="{9AFC95DC-4F68-4166-A110-96B1C49725AF}" srcOrd="0" destOrd="0" presId="urn:microsoft.com/office/officeart/2005/8/layout/hProcess11"/>
    <dgm:cxn modelId="{1C5230F3-2E80-4419-8AE4-C6D69ECEC7BF}" type="presOf" srcId="{9CBD241E-A198-4089-9F27-62B5B2E4F143}" destId="{9F390E75-7CEE-4E2C-ABE1-78ECAFD158B9}" srcOrd="0" destOrd="0" presId="urn:microsoft.com/office/officeart/2005/8/layout/hProcess11"/>
    <dgm:cxn modelId="{9E93B5FC-B750-4F2F-94C4-BB12F5F936D3}" type="presOf" srcId="{002248F8-99C1-4355-B8E4-6A12294542C2}" destId="{B8B24B3A-2E54-41E1-8AA1-1A41000D5A02}" srcOrd="0" destOrd="0" presId="urn:microsoft.com/office/officeart/2005/8/layout/hProcess11"/>
    <dgm:cxn modelId="{04CCEE3D-0EDD-4F2B-A5BB-AD2EA1F7C1A7}" type="presParOf" srcId="{4ED07FD4-F9AF-487B-9D57-C6FD3C6A4AE7}" destId="{0BDCA179-F1E4-4B5E-8E36-98250806C987}" srcOrd="0" destOrd="0" presId="urn:microsoft.com/office/officeart/2005/8/layout/hProcess11"/>
    <dgm:cxn modelId="{565D22E4-48C4-47DD-906B-8712CA9601EC}" type="presParOf" srcId="{4ED07FD4-F9AF-487B-9D57-C6FD3C6A4AE7}" destId="{7F37F749-8CEB-48E2-A60B-35D4E73B365A}" srcOrd="1" destOrd="0" presId="urn:microsoft.com/office/officeart/2005/8/layout/hProcess11"/>
    <dgm:cxn modelId="{8CF31806-8341-4647-87E4-A774CC5AC301}" type="presParOf" srcId="{7F37F749-8CEB-48E2-A60B-35D4E73B365A}" destId="{DF6BB801-D683-483D-9AEB-E282B962A922}" srcOrd="0" destOrd="0" presId="urn:microsoft.com/office/officeart/2005/8/layout/hProcess11"/>
    <dgm:cxn modelId="{990F5331-CA79-4187-8A7F-4FD85EBA0EA1}" type="presParOf" srcId="{DF6BB801-D683-483D-9AEB-E282B962A922}" destId="{9F390E75-7CEE-4E2C-ABE1-78ECAFD158B9}" srcOrd="0" destOrd="0" presId="urn:microsoft.com/office/officeart/2005/8/layout/hProcess11"/>
    <dgm:cxn modelId="{E903A281-4D11-45A8-8DB3-A9D6EC6C6D4B}" type="presParOf" srcId="{DF6BB801-D683-483D-9AEB-E282B962A922}" destId="{ABF16A4F-22E4-4277-96D1-871CE6D1F9D2}" srcOrd="1" destOrd="0" presId="urn:microsoft.com/office/officeart/2005/8/layout/hProcess11"/>
    <dgm:cxn modelId="{05F3116F-A122-43A8-BE8D-613AB1BBF2C0}" type="presParOf" srcId="{DF6BB801-D683-483D-9AEB-E282B962A922}" destId="{49632140-52DA-4CED-A9D8-116C72E3F89E}" srcOrd="2" destOrd="0" presId="urn:microsoft.com/office/officeart/2005/8/layout/hProcess11"/>
    <dgm:cxn modelId="{60A52102-4C14-4FDF-8674-1587859CE779}" type="presParOf" srcId="{7F37F749-8CEB-48E2-A60B-35D4E73B365A}" destId="{EA316C6F-36D3-4ECF-B578-0F39AE1FF29E}" srcOrd="1" destOrd="0" presId="urn:microsoft.com/office/officeart/2005/8/layout/hProcess11"/>
    <dgm:cxn modelId="{2D3F6488-1AF0-4F68-BBD4-A826DECDFCB8}" type="presParOf" srcId="{7F37F749-8CEB-48E2-A60B-35D4E73B365A}" destId="{4D0D7EC5-759E-4E48-8152-B42D647EE307}" srcOrd="2" destOrd="0" presId="urn:microsoft.com/office/officeart/2005/8/layout/hProcess11"/>
    <dgm:cxn modelId="{59DCA4FC-9B9B-4D8E-87CE-6DA116A370F4}" type="presParOf" srcId="{4D0D7EC5-759E-4E48-8152-B42D647EE307}" destId="{B8B24B3A-2E54-41E1-8AA1-1A41000D5A02}" srcOrd="0" destOrd="0" presId="urn:microsoft.com/office/officeart/2005/8/layout/hProcess11"/>
    <dgm:cxn modelId="{D396B0A9-7DBE-4DE8-80E4-CD01CFDD20A3}" type="presParOf" srcId="{4D0D7EC5-759E-4E48-8152-B42D647EE307}" destId="{17499B8A-5FE1-4E2D-A827-D10CD8561701}" srcOrd="1" destOrd="0" presId="urn:microsoft.com/office/officeart/2005/8/layout/hProcess11"/>
    <dgm:cxn modelId="{CDEB0826-4EFA-4C0C-9477-111AEA372766}" type="presParOf" srcId="{4D0D7EC5-759E-4E48-8152-B42D647EE307}" destId="{B96D3AE7-6239-4DB3-8A9F-9EED461C52CE}" srcOrd="2" destOrd="0" presId="urn:microsoft.com/office/officeart/2005/8/layout/hProcess11"/>
    <dgm:cxn modelId="{93409F5C-033D-421B-AE0D-E61FFC3828C7}" type="presParOf" srcId="{7F37F749-8CEB-48E2-A60B-35D4E73B365A}" destId="{4EDA94DF-08E6-4454-BFFC-77202B0F9D0B}" srcOrd="3" destOrd="0" presId="urn:microsoft.com/office/officeart/2005/8/layout/hProcess11"/>
    <dgm:cxn modelId="{EEC9939A-55BA-4BA5-8413-137E26A1EF7E}" type="presParOf" srcId="{7F37F749-8CEB-48E2-A60B-35D4E73B365A}" destId="{150E8E44-B1F7-475C-80A1-2563066E23D5}" srcOrd="4" destOrd="0" presId="urn:microsoft.com/office/officeart/2005/8/layout/hProcess11"/>
    <dgm:cxn modelId="{3012C70B-C411-4885-BA36-F4E479C63044}" type="presParOf" srcId="{150E8E44-B1F7-475C-80A1-2563066E23D5}" destId="{8DD9B621-D47E-47BF-86E7-38C25D1BB625}" srcOrd="0" destOrd="0" presId="urn:microsoft.com/office/officeart/2005/8/layout/hProcess11"/>
    <dgm:cxn modelId="{267A81A3-7BCF-4B5F-935C-B857566F0181}" type="presParOf" srcId="{150E8E44-B1F7-475C-80A1-2563066E23D5}" destId="{8D58FD69-98A0-474B-B646-AE1754D684D8}" srcOrd="1" destOrd="0" presId="urn:microsoft.com/office/officeart/2005/8/layout/hProcess11"/>
    <dgm:cxn modelId="{8BDA0FE3-4A9C-46F1-8F84-089DE38A2E72}" type="presParOf" srcId="{150E8E44-B1F7-475C-80A1-2563066E23D5}" destId="{56514FF8-44AA-4CB9-B9AE-9AA455E441C4}" srcOrd="2" destOrd="0" presId="urn:microsoft.com/office/officeart/2005/8/layout/hProcess11"/>
    <dgm:cxn modelId="{ECB40911-7210-423D-9794-7DBBB0A8F38A}" type="presParOf" srcId="{7F37F749-8CEB-48E2-A60B-35D4E73B365A}" destId="{C8C477C7-A385-42E4-881C-A36FA983226F}" srcOrd="5" destOrd="0" presId="urn:microsoft.com/office/officeart/2005/8/layout/hProcess11"/>
    <dgm:cxn modelId="{5F565E79-344A-4E69-9950-EC9363491C07}" type="presParOf" srcId="{7F37F749-8CEB-48E2-A60B-35D4E73B365A}" destId="{3FE351CC-2454-43D0-807D-B74117F65CED}" srcOrd="6" destOrd="0" presId="urn:microsoft.com/office/officeart/2005/8/layout/hProcess11"/>
    <dgm:cxn modelId="{6593E89F-5584-4A29-93CC-562B860D5994}" type="presParOf" srcId="{3FE351CC-2454-43D0-807D-B74117F65CED}" destId="{9AFC95DC-4F68-4166-A110-96B1C49725AF}" srcOrd="0" destOrd="0" presId="urn:microsoft.com/office/officeart/2005/8/layout/hProcess11"/>
    <dgm:cxn modelId="{98B86B5E-4B07-4B96-A74E-A91273C99F82}" type="presParOf" srcId="{3FE351CC-2454-43D0-807D-B74117F65CED}" destId="{CE8E800E-B938-4C0D-B362-5897CBB60B91}" srcOrd="1" destOrd="0" presId="urn:microsoft.com/office/officeart/2005/8/layout/hProcess11"/>
    <dgm:cxn modelId="{6192F664-D16D-4E3D-9CEB-F44434E52BC3}" type="presParOf" srcId="{3FE351CC-2454-43D0-807D-B74117F65CED}" destId="{2F4147E7-BDD2-4FB4-BABB-2D65E4D08CB0}" srcOrd="2" destOrd="0" presId="urn:microsoft.com/office/officeart/2005/8/layout/hProcess1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Introduction of SIMD.</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SIMD Architecture.</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B0A10588-A960-4753-8AD6-9F5EB78385A1}">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SIMD Schemes.</a:t>
          </a:r>
          <a:endParaRPr lang="en-PK" dirty="0"/>
        </a:p>
      </dgm:t>
    </dgm:pt>
    <dgm:pt modelId="{E91ED6C2-34E9-45CE-B992-721D450D79CF}" type="parTrans" cxnId="{8D2A474F-2BA0-4942-9F36-179AD813D620}">
      <dgm:prSet/>
      <dgm:spPr/>
      <dgm:t>
        <a:bodyPr/>
        <a:lstStyle/>
        <a:p>
          <a:endParaRPr lang="en-PK"/>
        </a:p>
      </dgm:t>
    </dgm:pt>
    <dgm:pt modelId="{8BA827FC-498D-40CA-A31D-B7437880D002}" type="sibTrans" cxnId="{8D2A474F-2BA0-4942-9F36-179AD813D620}">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3"/>
      <dgm:spPr/>
    </dgm:pt>
    <dgm:pt modelId="{D881F5EF-E907-4B70-B27C-A1BEE31A375E}" type="pres">
      <dgm:prSet presAssocID="{AD97C7EA-A52E-4807-91FC-7F73ACA10A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3">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3"/>
      <dgm:spPr/>
    </dgm:pt>
    <dgm:pt modelId="{506C0FB1-07FE-4287-8822-A312BB62CC32}" type="pres">
      <dgm:prSet presAssocID="{13132748-EF84-4804-85DC-B5D259AD20F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3">
        <dgm:presLayoutVars>
          <dgm:chMax val="0"/>
          <dgm:chPref val="0"/>
        </dgm:presLayoutVars>
      </dgm:prSet>
      <dgm:spPr/>
    </dgm:pt>
    <dgm:pt modelId="{E6486C3B-28A4-4521-8E35-AE3348178F64}" type="pres">
      <dgm:prSet presAssocID="{0594577A-67D3-418F-89DA-C59617FAD0B3}" presName="sibTrans" presStyleCnt="0"/>
      <dgm:spPr/>
    </dgm:pt>
    <dgm:pt modelId="{B41BF234-66EC-4F90-BA43-748E34FAB1EA}" type="pres">
      <dgm:prSet presAssocID="{B0A10588-A960-4753-8AD6-9F5EB78385A1}" presName="compNode" presStyleCnt="0"/>
      <dgm:spPr/>
    </dgm:pt>
    <dgm:pt modelId="{D49CD649-114A-4301-899A-7AB712C48F82}" type="pres">
      <dgm:prSet presAssocID="{B0A10588-A960-4753-8AD6-9F5EB78385A1}" presName="bgRect" presStyleLbl="bgShp" presStyleIdx="2" presStyleCnt="3"/>
      <dgm:spPr/>
    </dgm:pt>
    <dgm:pt modelId="{1EB3E142-0DF4-49A1-B939-883B8F6C6A69}" type="pres">
      <dgm:prSet presAssocID="{B0A10588-A960-4753-8AD6-9F5EB78385A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1ED800C3-C055-4934-9EF6-2E6B51466BF4}" type="pres">
      <dgm:prSet presAssocID="{B0A10588-A960-4753-8AD6-9F5EB78385A1}" presName="spaceRect" presStyleCnt="0"/>
      <dgm:spPr/>
    </dgm:pt>
    <dgm:pt modelId="{EE8D50D3-A939-446E-9D71-966B0D8C8EA9}" type="pres">
      <dgm:prSet presAssocID="{B0A10588-A960-4753-8AD6-9F5EB78385A1}" presName="parTx" presStyleLbl="revTx" presStyleIdx="2" presStyleCnt="3">
        <dgm:presLayoutVars>
          <dgm:chMax val="0"/>
          <dgm:chPref val="0"/>
        </dgm:presLayoutVars>
      </dgm:prSet>
      <dgm:spPr/>
    </dgm:pt>
  </dgm:ptLst>
  <dgm:cxnLst>
    <dgm:cxn modelId="{8CD12A04-9058-4954-8E32-47692777EB1D}" type="presOf" srcId="{B0A10588-A960-4753-8AD6-9F5EB78385A1}" destId="{EE8D50D3-A939-446E-9D71-966B0D8C8EA9}"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8D2A474F-2BA0-4942-9F36-179AD813D620}" srcId="{33284D22-5FBB-4E6B-B09D-FBF016189D2A}" destId="{B0A10588-A960-4753-8AD6-9F5EB78385A1}" srcOrd="2" destOrd="0" parTransId="{E91ED6C2-34E9-45CE-B992-721D450D79CF}" sibTransId="{8BA827FC-498D-40CA-A31D-B7437880D002}"/>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 modelId="{E71AA441-37CD-4D27-AEFD-278F9A71EC29}" type="presParOf" srcId="{ABF4C45D-15C4-49D3-B04C-388C7AFC570D}" destId="{E6486C3B-28A4-4521-8E35-AE3348178F64}" srcOrd="3" destOrd="0" presId="urn:microsoft.com/office/officeart/2018/2/layout/IconVerticalSolidList"/>
    <dgm:cxn modelId="{5B895EF0-9FEB-4BAF-92FF-C0A634B282F7}" type="presParOf" srcId="{ABF4C45D-15C4-49D3-B04C-388C7AFC570D}" destId="{B41BF234-66EC-4F90-BA43-748E34FAB1EA}" srcOrd="4" destOrd="0" presId="urn:microsoft.com/office/officeart/2018/2/layout/IconVerticalSolidList"/>
    <dgm:cxn modelId="{A804A50B-88A8-4F56-A9EF-A9DF2B1FFFC9}" type="presParOf" srcId="{B41BF234-66EC-4F90-BA43-748E34FAB1EA}" destId="{D49CD649-114A-4301-899A-7AB712C48F82}" srcOrd="0" destOrd="0" presId="urn:microsoft.com/office/officeart/2018/2/layout/IconVerticalSolidList"/>
    <dgm:cxn modelId="{6436544E-E92D-4B34-960C-A1FBDBF65FFB}" type="presParOf" srcId="{B41BF234-66EC-4F90-BA43-748E34FAB1EA}" destId="{1EB3E142-0DF4-49A1-B939-883B8F6C6A69}" srcOrd="1" destOrd="0" presId="urn:microsoft.com/office/officeart/2018/2/layout/IconVerticalSolidList"/>
    <dgm:cxn modelId="{009C07CC-A7EE-4820-AC00-9077C607B1EB}" type="presParOf" srcId="{B41BF234-66EC-4F90-BA43-748E34FAB1EA}" destId="{1ED800C3-C055-4934-9EF6-2E6B51466BF4}" srcOrd="2" destOrd="0" presId="urn:microsoft.com/office/officeart/2018/2/layout/IconVerticalSolidList"/>
    <dgm:cxn modelId="{3966C3FA-2642-4ABF-A8D5-A69B0D56BB87}" type="presParOf" srcId="{B41BF234-66EC-4F90-BA43-748E34FAB1EA}" destId="{EE8D50D3-A939-446E-9D71-966B0D8C8E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1966D115-D388-4E60-88F3-00F6F8C45179}" type="doc">
      <dgm:prSet loTypeId="urn:microsoft.com/office/officeart/2005/8/layout/target3" loCatId="list" qsTypeId="urn:microsoft.com/office/officeart/2005/8/quickstyle/simple1" qsCatId="simple" csTypeId="urn:microsoft.com/office/officeart/2005/8/colors/accent1_2" csCatId="accent1" phldr="1"/>
      <dgm:spPr/>
      <dgm:t>
        <a:bodyPr/>
        <a:lstStyle/>
        <a:p>
          <a:endParaRPr lang="en-PK"/>
        </a:p>
      </dgm:t>
    </dgm:pt>
    <dgm:pt modelId="{3F1466BA-B592-4B64-886D-C59DB1D423F9}">
      <dgm:prSet custT="1"/>
      <dgm:spPr/>
      <dgm:t>
        <a:bodyPr/>
        <a:lstStyle/>
        <a:p>
          <a:r>
            <a:rPr lang="en-US" sz="2000" dirty="0">
              <a:latin typeface="+mn-lt"/>
              <a:cs typeface="Arial" panose="020B0604020202020204" pitchFamily="34" charset="0"/>
            </a:rPr>
            <a:t>Only one program can be run at a time. </a:t>
          </a:r>
          <a:endParaRPr lang="en-PK" sz="2000" dirty="0">
            <a:latin typeface="+mn-lt"/>
            <a:cs typeface="Arial" panose="020B0604020202020204" pitchFamily="34" charset="0"/>
          </a:endParaRPr>
        </a:p>
      </dgm:t>
    </dgm:pt>
    <dgm:pt modelId="{DEEBBDF8-AB6C-45A6-8CAB-90CE1BB287C1}" type="parTrans" cxnId="{F5FB136B-149F-4CD5-861C-6462BB2FE675}">
      <dgm:prSet/>
      <dgm:spPr/>
      <dgm:t>
        <a:bodyPr/>
        <a:lstStyle/>
        <a:p>
          <a:endParaRPr lang="en-PK"/>
        </a:p>
      </dgm:t>
    </dgm:pt>
    <dgm:pt modelId="{5CB13401-1A7F-44BC-9B00-870AB37E11D7}" type="sibTrans" cxnId="{F5FB136B-149F-4CD5-861C-6462BB2FE675}">
      <dgm:prSet/>
      <dgm:spPr/>
      <dgm:t>
        <a:bodyPr/>
        <a:lstStyle/>
        <a:p>
          <a:endParaRPr lang="en-PK"/>
        </a:p>
      </dgm:t>
    </dgm:pt>
    <dgm:pt modelId="{4D86BBD9-7B97-42D4-9299-679CF1909F44}">
      <dgm:prSet custT="1"/>
      <dgm:spPr/>
      <dgm:t>
        <a:bodyPr/>
        <a:lstStyle/>
        <a:p>
          <a:r>
            <a:rPr lang="en-US" sz="2000" dirty="0">
              <a:latin typeface="+mn-lt"/>
              <a:cs typeface="Arial" panose="020B0604020202020204" pitchFamily="34" charset="0"/>
            </a:rPr>
            <a:t>All processors in a parallel computer execute the same instructions but operate on different data at the same time. </a:t>
          </a:r>
          <a:endParaRPr lang="en-PK" sz="2000" dirty="0">
            <a:latin typeface="+mn-lt"/>
            <a:cs typeface="Arial" panose="020B0604020202020204" pitchFamily="34" charset="0"/>
          </a:endParaRPr>
        </a:p>
      </dgm:t>
    </dgm:pt>
    <dgm:pt modelId="{0268D164-5996-4ED9-912A-73C1812227B9}" type="parTrans" cxnId="{15592D16-4632-418F-A757-06B9177517B6}">
      <dgm:prSet/>
      <dgm:spPr/>
      <dgm:t>
        <a:bodyPr/>
        <a:lstStyle/>
        <a:p>
          <a:endParaRPr lang="en-PK"/>
        </a:p>
      </dgm:t>
    </dgm:pt>
    <dgm:pt modelId="{437E8AF8-A008-4E07-BA2B-1D0B2207D9C9}" type="sibTrans" cxnId="{15592D16-4632-418F-A757-06B9177517B6}">
      <dgm:prSet/>
      <dgm:spPr/>
      <dgm:t>
        <a:bodyPr/>
        <a:lstStyle/>
        <a:p>
          <a:endParaRPr lang="en-PK"/>
        </a:p>
      </dgm:t>
    </dgm:pt>
    <dgm:pt modelId="{3C9B2D4D-BDC9-48C3-976C-56308C68F008}">
      <dgm:prSet custT="1"/>
      <dgm:spPr/>
      <dgm:t>
        <a:bodyPr/>
        <a:lstStyle/>
        <a:p>
          <a:r>
            <a:rPr lang="en-US" sz="2000" dirty="0">
              <a:latin typeface="+mn-lt"/>
              <a:cs typeface="Arial" panose="020B0604020202020204" pitchFamily="34" charset="0"/>
            </a:rPr>
            <a:t>Processors run in synchronous, lockstep function. </a:t>
          </a:r>
          <a:endParaRPr lang="en-PK" sz="2000" dirty="0">
            <a:latin typeface="+mn-lt"/>
            <a:cs typeface="Arial" panose="020B0604020202020204" pitchFamily="34" charset="0"/>
          </a:endParaRPr>
        </a:p>
      </dgm:t>
    </dgm:pt>
    <dgm:pt modelId="{8B974754-CC87-4CC4-9DE8-8099A8E968E3}" type="parTrans" cxnId="{E79B3770-751B-4887-A01C-2AB4F2550030}">
      <dgm:prSet/>
      <dgm:spPr/>
      <dgm:t>
        <a:bodyPr/>
        <a:lstStyle/>
        <a:p>
          <a:endParaRPr lang="en-PK"/>
        </a:p>
      </dgm:t>
    </dgm:pt>
    <dgm:pt modelId="{B2576990-C030-4BC6-82EB-5FC592F4861C}" type="sibTrans" cxnId="{E79B3770-751B-4887-A01C-2AB4F2550030}">
      <dgm:prSet/>
      <dgm:spPr/>
      <dgm:t>
        <a:bodyPr/>
        <a:lstStyle/>
        <a:p>
          <a:endParaRPr lang="en-PK"/>
        </a:p>
      </dgm:t>
    </dgm:pt>
    <dgm:pt modelId="{69A461D0-4154-47D5-83FF-A1D6C36B864C}">
      <dgm:prSet/>
      <dgm:spPr/>
      <dgm:t>
        <a:bodyPr/>
        <a:lstStyle/>
        <a:p>
          <a:r>
            <a:rPr lang="en-US">
              <a:latin typeface="Arial" panose="020B0604020202020204" pitchFamily="34" charset="0"/>
              <a:cs typeface="Arial" panose="020B0604020202020204" pitchFamily="34" charset="0"/>
            </a:rPr>
            <a:t>Shared or distributed memory </a:t>
          </a:r>
          <a:endParaRPr lang="en-PK">
            <a:latin typeface="Arial" panose="020B0604020202020204" pitchFamily="34" charset="0"/>
            <a:cs typeface="Arial" panose="020B0604020202020204" pitchFamily="34" charset="0"/>
          </a:endParaRPr>
        </a:p>
      </dgm:t>
    </dgm:pt>
    <dgm:pt modelId="{CEBA1CC1-C8FF-4765-A4EE-A9229134C32E}" type="parTrans" cxnId="{4CE06BFD-ECF4-454E-AABB-3F204B1EDCE2}">
      <dgm:prSet/>
      <dgm:spPr/>
      <dgm:t>
        <a:bodyPr/>
        <a:lstStyle/>
        <a:p>
          <a:endParaRPr lang="en-PK"/>
        </a:p>
      </dgm:t>
    </dgm:pt>
    <dgm:pt modelId="{DEC00BF8-CD7C-4555-A8E7-E797F2617ECA}" type="sibTrans" cxnId="{4CE06BFD-ECF4-454E-AABB-3F204B1EDCE2}">
      <dgm:prSet/>
      <dgm:spPr/>
      <dgm:t>
        <a:bodyPr/>
        <a:lstStyle/>
        <a:p>
          <a:endParaRPr lang="en-PK"/>
        </a:p>
      </dgm:t>
    </dgm:pt>
    <dgm:pt modelId="{AD18A192-F2DF-48E6-9D01-61939E360417}">
      <dgm:prSet custT="1"/>
      <dgm:spPr/>
      <dgm:t>
        <a:bodyPr/>
        <a:lstStyle/>
        <a:p>
          <a:r>
            <a:rPr lang="en-US" sz="2000" b="0" i="0">
              <a:latin typeface="+mn-lt"/>
              <a:cs typeface="Arial" panose="020B0604020202020204" pitchFamily="34" charset="0"/>
            </a:rPr>
            <a:t>SIMD instructions give very speedups in things like linear algebra, or image/video manipulation/encoding/decoding, etc.  </a:t>
          </a:r>
          <a:endParaRPr lang="en-PK" sz="2000">
            <a:latin typeface="+mn-lt"/>
            <a:cs typeface="Arial" panose="020B0604020202020204" pitchFamily="34" charset="0"/>
          </a:endParaRPr>
        </a:p>
      </dgm:t>
    </dgm:pt>
    <dgm:pt modelId="{24FA136F-A7A1-441D-9298-FC7A355475C1}" type="parTrans" cxnId="{00689A6A-3C95-460B-B198-2BE5B56B1140}">
      <dgm:prSet/>
      <dgm:spPr/>
      <dgm:t>
        <a:bodyPr/>
        <a:lstStyle/>
        <a:p>
          <a:endParaRPr lang="en-PK"/>
        </a:p>
      </dgm:t>
    </dgm:pt>
    <dgm:pt modelId="{D44703ED-D246-46E5-A223-61A0C724AB63}" type="sibTrans" cxnId="{00689A6A-3C95-460B-B198-2BE5B56B1140}">
      <dgm:prSet/>
      <dgm:spPr/>
      <dgm:t>
        <a:bodyPr/>
        <a:lstStyle/>
        <a:p>
          <a:endParaRPr lang="en-PK"/>
        </a:p>
      </dgm:t>
    </dgm:pt>
    <dgm:pt modelId="{46BF5F49-88E4-4BFD-A27C-7B90B40E4000}">
      <dgm:prSet custT="1"/>
      <dgm:spPr/>
      <dgm:t>
        <a:bodyPr/>
        <a:lstStyle/>
        <a:p>
          <a:r>
            <a:rPr lang="en-US" sz="2000" dirty="0">
              <a:latin typeface="+mn-lt"/>
              <a:cs typeface="Arial" panose="020B0604020202020204" pitchFamily="34" charset="0"/>
            </a:rPr>
            <a:t>Examples: Wireless MMX unit, CM-1, CM-2, DAP, </a:t>
          </a:r>
          <a:r>
            <a:rPr lang="en-US" sz="2000" dirty="0" err="1">
              <a:latin typeface="+mn-lt"/>
              <a:cs typeface="Arial" panose="020B0604020202020204" pitchFamily="34" charset="0"/>
            </a:rPr>
            <a:t>MasPar</a:t>
          </a:r>
          <a:r>
            <a:rPr lang="en-US" sz="2000" dirty="0">
              <a:latin typeface="+mn-lt"/>
              <a:cs typeface="Arial" panose="020B0604020202020204" pitchFamily="34" charset="0"/>
            </a:rPr>
            <a:t> MP-1</a:t>
          </a:r>
          <a:endParaRPr lang="en-PK" sz="2000" dirty="0">
            <a:latin typeface="+mn-lt"/>
            <a:cs typeface="Arial" panose="020B0604020202020204" pitchFamily="34" charset="0"/>
          </a:endParaRPr>
        </a:p>
      </dgm:t>
    </dgm:pt>
    <dgm:pt modelId="{CB3A8917-60D4-4EED-BE25-E31536D5C474}" type="parTrans" cxnId="{3B187735-D1F4-4562-83A9-D9AADD204023}">
      <dgm:prSet/>
      <dgm:spPr/>
      <dgm:t>
        <a:bodyPr/>
        <a:lstStyle/>
        <a:p>
          <a:endParaRPr lang="en-PK"/>
        </a:p>
      </dgm:t>
    </dgm:pt>
    <dgm:pt modelId="{41679905-ADFE-425D-993A-2CA7D76BC4E9}" type="sibTrans" cxnId="{3B187735-D1F4-4562-83A9-D9AADD204023}">
      <dgm:prSet/>
      <dgm:spPr/>
      <dgm:t>
        <a:bodyPr/>
        <a:lstStyle/>
        <a:p>
          <a:endParaRPr lang="en-PK"/>
        </a:p>
      </dgm:t>
    </dgm:pt>
    <dgm:pt modelId="{6DF235C5-1182-4C6D-9AC4-9D1DE13B6169}" type="pres">
      <dgm:prSet presAssocID="{1966D115-D388-4E60-88F3-00F6F8C45179}" presName="Name0" presStyleCnt="0">
        <dgm:presLayoutVars>
          <dgm:chMax val="7"/>
          <dgm:dir/>
          <dgm:animLvl val="lvl"/>
          <dgm:resizeHandles val="exact"/>
        </dgm:presLayoutVars>
      </dgm:prSet>
      <dgm:spPr/>
    </dgm:pt>
    <dgm:pt modelId="{F0F9534C-5B93-4B35-94CF-CFD7CA63A056}" type="pres">
      <dgm:prSet presAssocID="{3F1466BA-B592-4B64-886D-C59DB1D423F9}" presName="circle1" presStyleLbl="node1" presStyleIdx="0" presStyleCnt="6"/>
      <dgm:spPr/>
    </dgm:pt>
    <dgm:pt modelId="{BE0589C8-3D44-47BC-83A3-E7F489A9B46B}" type="pres">
      <dgm:prSet presAssocID="{3F1466BA-B592-4B64-886D-C59DB1D423F9}" presName="space" presStyleCnt="0"/>
      <dgm:spPr/>
    </dgm:pt>
    <dgm:pt modelId="{32867FB4-F4A4-44D8-9ABD-890D50316851}" type="pres">
      <dgm:prSet presAssocID="{3F1466BA-B592-4B64-886D-C59DB1D423F9}" presName="rect1" presStyleLbl="alignAcc1" presStyleIdx="0" presStyleCnt="6"/>
      <dgm:spPr/>
    </dgm:pt>
    <dgm:pt modelId="{BB965090-9DAF-4BAC-9344-DD1A62F5BD17}" type="pres">
      <dgm:prSet presAssocID="{4D86BBD9-7B97-42D4-9299-679CF1909F44}" presName="vertSpace2" presStyleLbl="node1" presStyleIdx="0" presStyleCnt="6"/>
      <dgm:spPr/>
    </dgm:pt>
    <dgm:pt modelId="{84FF866F-7863-4FDF-B6C4-6B95A542549B}" type="pres">
      <dgm:prSet presAssocID="{4D86BBD9-7B97-42D4-9299-679CF1909F44}" presName="circle2" presStyleLbl="node1" presStyleIdx="1" presStyleCnt="6"/>
      <dgm:spPr/>
    </dgm:pt>
    <dgm:pt modelId="{069F4244-38D8-4F3E-9B8F-E4E4E92450FA}" type="pres">
      <dgm:prSet presAssocID="{4D86BBD9-7B97-42D4-9299-679CF1909F44}" presName="rect2" presStyleLbl="alignAcc1" presStyleIdx="1" presStyleCnt="6"/>
      <dgm:spPr/>
    </dgm:pt>
    <dgm:pt modelId="{8F7DF922-F4A2-4E7F-B2FB-E5A79DED3187}" type="pres">
      <dgm:prSet presAssocID="{3C9B2D4D-BDC9-48C3-976C-56308C68F008}" presName="vertSpace3" presStyleLbl="node1" presStyleIdx="1" presStyleCnt="6"/>
      <dgm:spPr/>
    </dgm:pt>
    <dgm:pt modelId="{EA9E3DE9-FACE-4730-B54B-9EE7C4F6CB36}" type="pres">
      <dgm:prSet presAssocID="{3C9B2D4D-BDC9-48C3-976C-56308C68F008}" presName="circle3" presStyleLbl="node1" presStyleIdx="2" presStyleCnt="6"/>
      <dgm:spPr/>
    </dgm:pt>
    <dgm:pt modelId="{7A16CEF3-7CD3-4B0A-B228-E7C53AF5CF2A}" type="pres">
      <dgm:prSet presAssocID="{3C9B2D4D-BDC9-48C3-976C-56308C68F008}" presName="rect3" presStyleLbl="alignAcc1" presStyleIdx="2" presStyleCnt="6"/>
      <dgm:spPr/>
    </dgm:pt>
    <dgm:pt modelId="{6E05B769-1522-4213-A0A4-E97169311862}" type="pres">
      <dgm:prSet presAssocID="{69A461D0-4154-47D5-83FF-A1D6C36B864C}" presName="vertSpace4" presStyleLbl="node1" presStyleIdx="2" presStyleCnt="6"/>
      <dgm:spPr/>
    </dgm:pt>
    <dgm:pt modelId="{61BBC0DF-5263-4BC3-9B10-1E818D36C4B9}" type="pres">
      <dgm:prSet presAssocID="{69A461D0-4154-47D5-83FF-A1D6C36B864C}" presName="circle4" presStyleLbl="node1" presStyleIdx="3" presStyleCnt="6"/>
      <dgm:spPr/>
    </dgm:pt>
    <dgm:pt modelId="{734AEA2F-4D94-477F-B462-74383E3E8FE1}" type="pres">
      <dgm:prSet presAssocID="{69A461D0-4154-47D5-83FF-A1D6C36B864C}" presName="rect4" presStyleLbl="alignAcc1" presStyleIdx="3" presStyleCnt="6"/>
      <dgm:spPr/>
    </dgm:pt>
    <dgm:pt modelId="{A93B039E-065E-499F-8413-40B8804C0084}" type="pres">
      <dgm:prSet presAssocID="{AD18A192-F2DF-48E6-9D01-61939E360417}" presName="vertSpace5" presStyleLbl="node1" presStyleIdx="3" presStyleCnt="6"/>
      <dgm:spPr/>
    </dgm:pt>
    <dgm:pt modelId="{0CAB99FE-C471-43C4-872B-96670B04C861}" type="pres">
      <dgm:prSet presAssocID="{AD18A192-F2DF-48E6-9D01-61939E360417}" presName="circle5" presStyleLbl="node1" presStyleIdx="4" presStyleCnt="6"/>
      <dgm:spPr/>
    </dgm:pt>
    <dgm:pt modelId="{B4B1484B-2002-4008-8F14-C75317143482}" type="pres">
      <dgm:prSet presAssocID="{AD18A192-F2DF-48E6-9D01-61939E360417}" presName="rect5" presStyleLbl="alignAcc1" presStyleIdx="4" presStyleCnt="6"/>
      <dgm:spPr/>
    </dgm:pt>
    <dgm:pt modelId="{FD438439-024F-42AB-8441-EE5AE03EBF08}" type="pres">
      <dgm:prSet presAssocID="{46BF5F49-88E4-4BFD-A27C-7B90B40E4000}" presName="vertSpace6" presStyleLbl="node1" presStyleIdx="4" presStyleCnt="6"/>
      <dgm:spPr/>
    </dgm:pt>
    <dgm:pt modelId="{793B32D0-33CC-40BA-98AE-3FFD42EC16F3}" type="pres">
      <dgm:prSet presAssocID="{46BF5F49-88E4-4BFD-A27C-7B90B40E4000}" presName="circle6" presStyleLbl="node1" presStyleIdx="5" presStyleCnt="6"/>
      <dgm:spPr/>
    </dgm:pt>
    <dgm:pt modelId="{1AC540EF-3D5C-4E5D-A99B-4A89D4B988CB}" type="pres">
      <dgm:prSet presAssocID="{46BF5F49-88E4-4BFD-A27C-7B90B40E4000}" presName="rect6" presStyleLbl="alignAcc1" presStyleIdx="5" presStyleCnt="6"/>
      <dgm:spPr/>
    </dgm:pt>
    <dgm:pt modelId="{110F11BB-F81C-4C8A-874F-DBD6D7271058}" type="pres">
      <dgm:prSet presAssocID="{3F1466BA-B592-4B64-886D-C59DB1D423F9}" presName="rect1ParTxNoCh" presStyleLbl="alignAcc1" presStyleIdx="5" presStyleCnt="6">
        <dgm:presLayoutVars>
          <dgm:chMax val="1"/>
          <dgm:bulletEnabled val="1"/>
        </dgm:presLayoutVars>
      </dgm:prSet>
      <dgm:spPr/>
    </dgm:pt>
    <dgm:pt modelId="{79BBA73E-9723-4F49-AF2B-36434269CDD4}" type="pres">
      <dgm:prSet presAssocID="{4D86BBD9-7B97-42D4-9299-679CF1909F44}" presName="rect2ParTxNoCh" presStyleLbl="alignAcc1" presStyleIdx="5" presStyleCnt="6">
        <dgm:presLayoutVars>
          <dgm:chMax val="1"/>
          <dgm:bulletEnabled val="1"/>
        </dgm:presLayoutVars>
      </dgm:prSet>
      <dgm:spPr/>
    </dgm:pt>
    <dgm:pt modelId="{A769D300-C1DB-405E-ABD0-BF1D8371649F}" type="pres">
      <dgm:prSet presAssocID="{3C9B2D4D-BDC9-48C3-976C-56308C68F008}" presName="rect3ParTxNoCh" presStyleLbl="alignAcc1" presStyleIdx="5" presStyleCnt="6">
        <dgm:presLayoutVars>
          <dgm:chMax val="1"/>
          <dgm:bulletEnabled val="1"/>
        </dgm:presLayoutVars>
      </dgm:prSet>
      <dgm:spPr/>
    </dgm:pt>
    <dgm:pt modelId="{D75BD8D7-2021-416D-BAA7-E624FF365E4A}" type="pres">
      <dgm:prSet presAssocID="{69A461D0-4154-47D5-83FF-A1D6C36B864C}" presName="rect4ParTxNoCh" presStyleLbl="alignAcc1" presStyleIdx="5" presStyleCnt="6">
        <dgm:presLayoutVars>
          <dgm:chMax val="1"/>
          <dgm:bulletEnabled val="1"/>
        </dgm:presLayoutVars>
      </dgm:prSet>
      <dgm:spPr/>
    </dgm:pt>
    <dgm:pt modelId="{1E691B39-6604-460A-9B27-69C0B9A0D43C}" type="pres">
      <dgm:prSet presAssocID="{AD18A192-F2DF-48E6-9D01-61939E360417}" presName="rect5ParTxNoCh" presStyleLbl="alignAcc1" presStyleIdx="5" presStyleCnt="6">
        <dgm:presLayoutVars>
          <dgm:chMax val="1"/>
          <dgm:bulletEnabled val="1"/>
        </dgm:presLayoutVars>
      </dgm:prSet>
      <dgm:spPr/>
    </dgm:pt>
    <dgm:pt modelId="{C616FF94-B833-403F-87B6-3C2FD4BEB5F6}" type="pres">
      <dgm:prSet presAssocID="{46BF5F49-88E4-4BFD-A27C-7B90B40E4000}" presName="rect6ParTxNoCh" presStyleLbl="alignAcc1" presStyleIdx="5" presStyleCnt="6">
        <dgm:presLayoutVars>
          <dgm:chMax val="1"/>
          <dgm:bulletEnabled val="1"/>
        </dgm:presLayoutVars>
      </dgm:prSet>
      <dgm:spPr/>
    </dgm:pt>
  </dgm:ptLst>
  <dgm:cxnLst>
    <dgm:cxn modelId="{8B360600-DA24-496E-806E-97417ECFAF67}" type="presOf" srcId="{3C9B2D4D-BDC9-48C3-976C-56308C68F008}" destId="{A769D300-C1DB-405E-ABD0-BF1D8371649F}" srcOrd="1" destOrd="0" presId="urn:microsoft.com/office/officeart/2005/8/layout/target3"/>
    <dgm:cxn modelId="{15592D16-4632-418F-A757-06B9177517B6}" srcId="{1966D115-D388-4E60-88F3-00F6F8C45179}" destId="{4D86BBD9-7B97-42D4-9299-679CF1909F44}" srcOrd="1" destOrd="0" parTransId="{0268D164-5996-4ED9-912A-73C1812227B9}" sibTransId="{437E8AF8-A008-4E07-BA2B-1D0B2207D9C9}"/>
    <dgm:cxn modelId="{3B187735-D1F4-4562-83A9-D9AADD204023}" srcId="{1966D115-D388-4E60-88F3-00F6F8C45179}" destId="{46BF5F49-88E4-4BFD-A27C-7B90B40E4000}" srcOrd="5" destOrd="0" parTransId="{CB3A8917-60D4-4EED-BE25-E31536D5C474}" sibTransId="{41679905-ADFE-425D-993A-2CA7D76BC4E9}"/>
    <dgm:cxn modelId="{00689A6A-3C95-460B-B198-2BE5B56B1140}" srcId="{1966D115-D388-4E60-88F3-00F6F8C45179}" destId="{AD18A192-F2DF-48E6-9D01-61939E360417}" srcOrd="4" destOrd="0" parTransId="{24FA136F-A7A1-441D-9298-FC7A355475C1}" sibTransId="{D44703ED-D246-46E5-A223-61A0C724AB63}"/>
    <dgm:cxn modelId="{F5FB136B-149F-4CD5-861C-6462BB2FE675}" srcId="{1966D115-D388-4E60-88F3-00F6F8C45179}" destId="{3F1466BA-B592-4B64-886D-C59DB1D423F9}" srcOrd="0" destOrd="0" parTransId="{DEEBBDF8-AB6C-45A6-8CAB-90CE1BB287C1}" sibTransId="{5CB13401-1A7F-44BC-9B00-870AB37E11D7}"/>
    <dgm:cxn modelId="{B523636B-A0CE-461C-8895-3D0331047020}" type="presOf" srcId="{3F1466BA-B592-4B64-886D-C59DB1D423F9}" destId="{32867FB4-F4A4-44D8-9ABD-890D50316851}" srcOrd="0" destOrd="0" presId="urn:microsoft.com/office/officeart/2005/8/layout/target3"/>
    <dgm:cxn modelId="{604B4F4E-E2D8-40D5-BA27-A19CFB18E449}" type="presOf" srcId="{4D86BBD9-7B97-42D4-9299-679CF1909F44}" destId="{79BBA73E-9723-4F49-AF2B-36434269CDD4}" srcOrd="1" destOrd="0" presId="urn:microsoft.com/office/officeart/2005/8/layout/target3"/>
    <dgm:cxn modelId="{8D07304F-2C24-4D80-8FB3-BBE717F29016}" type="presOf" srcId="{3F1466BA-B592-4B64-886D-C59DB1D423F9}" destId="{110F11BB-F81C-4C8A-874F-DBD6D7271058}" srcOrd="1" destOrd="0" presId="urn:microsoft.com/office/officeart/2005/8/layout/target3"/>
    <dgm:cxn modelId="{E79B3770-751B-4887-A01C-2AB4F2550030}" srcId="{1966D115-D388-4E60-88F3-00F6F8C45179}" destId="{3C9B2D4D-BDC9-48C3-976C-56308C68F008}" srcOrd="2" destOrd="0" parTransId="{8B974754-CC87-4CC4-9DE8-8099A8E968E3}" sibTransId="{B2576990-C030-4BC6-82EB-5FC592F4861C}"/>
    <dgm:cxn modelId="{EFA45678-CACF-4DA8-9E00-D8C55A63D79F}" type="presOf" srcId="{3C9B2D4D-BDC9-48C3-976C-56308C68F008}" destId="{7A16CEF3-7CD3-4B0A-B228-E7C53AF5CF2A}" srcOrd="0" destOrd="0" presId="urn:microsoft.com/office/officeart/2005/8/layout/target3"/>
    <dgm:cxn modelId="{2AF8B878-87E7-4074-AC0B-968EC3C5F04E}" type="presOf" srcId="{69A461D0-4154-47D5-83FF-A1D6C36B864C}" destId="{734AEA2F-4D94-477F-B462-74383E3E8FE1}" srcOrd="0" destOrd="0" presId="urn:microsoft.com/office/officeart/2005/8/layout/target3"/>
    <dgm:cxn modelId="{FD7B647C-BF6F-4021-B279-C5C837B918C1}" type="presOf" srcId="{1966D115-D388-4E60-88F3-00F6F8C45179}" destId="{6DF235C5-1182-4C6D-9AC4-9D1DE13B6169}" srcOrd="0" destOrd="0" presId="urn:microsoft.com/office/officeart/2005/8/layout/target3"/>
    <dgm:cxn modelId="{113FD783-FCF9-46B0-B345-76A2547D2F5C}" type="presOf" srcId="{4D86BBD9-7B97-42D4-9299-679CF1909F44}" destId="{069F4244-38D8-4F3E-9B8F-E4E4E92450FA}" srcOrd="0" destOrd="0" presId="urn:microsoft.com/office/officeart/2005/8/layout/target3"/>
    <dgm:cxn modelId="{164FFDB4-C8B6-4360-BD87-89D0AE3FBB24}" type="presOf" srcId="{AD18A192-F2DF-48E6-9D01-61939E360417}" destId="{1E691B39-6604-460A-9B27-69C0B9A0D43C}" srcOrd="1" destOrd="0" presId="urn:microsoft.com/office/officeart/2005/8/layout/target3"/>
    <dgm:cxn modelId="{531847BF-1BE1-437B-A9E8-0F907611667A}" type="presOf" srcId="{69A461D0-4154-47D5-83FF-A1D6C36B864C}" destId="{D75BD8D7-2021-416D-BAA7-E624FF365E4A}" srcOrd="1" destOrd="0" presId="urn:microsoft.com/office/officeart/2005/8/layout/target3"/>
    <dgm:cxn modelId="{092020D9-98D0-4E5F-BB93-862469F144BF}" type="presOf" srcId="{AD18A192-F2DF-48E6-9D01-61939E360417}" destId="{B4B1484B-2002-4008-8F14-C75317143482}" srcOrd="0" destOrd="0" presId="urn:microsoft.com/office/officeart/2005/8/layout/target3"/>
    <dgm:cxn modelId="{13F30BE6-1671-4BE9-B4E0-5CACDD080AB1}" type="presOf" srcId="{46BF5F49-88E4-4BFD-A27C-7B90B40E4000}" destId="{C616FF94-B833-403F-87B6-3C2FD4BEB5F6}" srcOrd="1" destOrd="0" presId="urn:microsoft.com/office/officeart/2005/8/layout/target3"/>
    <dgm:cxn modelId="{F62C97FC-5496-4106-B1AF-745530E21617}" type="presOf" srcId="{46BF5F49-88E4-4BFD-A27C-7B90B40E4000}" destId="{1AC540EF-3D5C-4E5D-A99B-4A89D4B988CB}" srcOrd="0" destOrd="0" presId="urn:microsoft.com/office/officeart/2005/8/layout/target3"/>
    <dgm:cxn modelId="{4CE06BFD-ECF4-454E-AABB-3F204B1EDCE2}" srcId="{1966D115-D388-4E60-88F3-00F6F8C45179}" destId="{69A461D0-4154-47D5-83FF-A1D6C36B864C}" srcOrd="3" destOrd="0" parTransId="{CEBA1CC1-C8FF-4765-A4EE-A9229134C32E}" sibTransId="{DEC00BF8-CD7C-4555-A8E7-E797F2617ECA}"/>
    <dgm:cxn modelId="{6C7DE99F-4ED7-497C-B198-C0DE0D02F001}" type="presParOf" srcId="{6DF235C5-1182-4C6D-9AC4-9D1DE13B6169}" destId="{F0F9534C-5B93-4B35-94CF-CFD7CA63A056}" srcOrd="0" destOrd="0" presId="urn:microsoft.com/office/officeart/2005/8/layout/target3"/>
    <dgm:cxn modelId="{6E25C2F2-0641-4DBF-A8BA-A4D37CD0F481}" type="presParOf" srcId="{6DF235C5-1182-4C6D-9AC4-9D1DE13B6169}" destId="{BE0589C8-3D44-47BC-83A3-E7F489A9B46B}" srcOrd="1" destOrd="0" presId="urn:microsoft.com/office/officeart/2005/8/layout/target3"/>
    <dgm:cxn modelId="{DEF946C2-8977-4CB8-8751-ADDFC738A0E9}" type="presParOf" srcId="{6DF235C5-1182-4C6D-9AC4-9D1DE13B6169}" destId="{32867FB4-F4A4-44D8-9ABD-890D50316851}" srcOrd="2" destOrd="0" presId="urn:microsoft.com/office/officeart/2005/8/layout/target3"/>
    <dgm:cxn modelId="{95CA201A-654D-4DEF-8D13-28BDF8573141}" type="presParOf" srcId="{6DF235C5-1182-4C6D-9AC4-9D1DE13B6169}" destId="{BB965090-9DAF-4BAC-9344-DD1A62F5BD17}" srcOrd="3" destOrd="0" presId="urn:microsoft.com/office/officeart/2005/8/layout/target3"/>
    <dgm:cxn modelId="{753F6FE0-0551-4A86-A606-02F21E67ED31}" type="presParOf" srcId="{6DF235C5-1182-4C6D-9AC4-9D1DE13B6169}" destId="{84FF866F-7863-4FDF-B6C4-6B95A542549B}" srcOrd="4" destOrd="0" presId="urn:microsoft.com/office/officeart/2005/8/layout/target3"/>
    <dgm:cxn modelId="{86BD4FED-16DE-47DC-99C2-03A65B1EC8F9}" type="presParOf" srcId="{6DF235C5-1182-4C6D-9AC4-9D1DE13B6169}" destId="{069F4244-38D8-4F3E-9B8F-E4E4E92450FA}" srcOrd="5" destOrd="0" presId="urn:microsoft.com/office/officeart/2005/8/layout/target3"/>
    <dgm:cxn modelId="{7A876A42-5194-4577-B3EE-48CB9E7C170B}" type="presParOf" srcId="{6DF235C5-1182-4C6D-9AC4-9D1DE13B6169}" destId="{8F7DF922-F4A2-4E7F-B2FB-E5A79DED3187}" srcOrd="6" destOrd="0" presId="urn:microsoft.com/office/officeart/2005/8/layout/target3"/>
    <dgm:cxn modelId="{7B143C78-198F-4486-9018-87C0E6EF0040}" type="presParOf" srcId="{6DF235C5-1182-4C6D-9AC4-9D1DE13B6169}" destId="{EA9E3DE9-FACE-4730-B54B-9EE7C4F6CB36}" srcOrd="7" destOrd="0" presId="urn:microsoft.com/office/officeart/2005/8/layout/target3"/>
    <dgm:cxn modelId="{30DE0EAF-DE6D-40EE-9C7D-0D32D89E70ED}" type="presParOf" srcId="{6DF235C5-1182-4C6D-9AC4-9D1DE13B6169}" destId="{7A16CEF3-7CD3-4B0A-B228-E7C53AF5CF2A}" srcOrd="8" destOrd="0" presId="urn:microsoft.com/office/officeart/2005/8/layout/target3"/>
    <dgm:cxn modelId="{947C2302-376B-46EF-B702-E97C6EB3771B}" type="presParOf" srcId="{6DF235C5-1182-4C6D-9AC4-9D1DE13B6169}" destId="{6E05B769-1522-4213-A0A4-E97169311862}" srcOrd="9" destOrd="0" presId="urn:microsoft.com/office/officeart/2005/8/layout/target3"/>
    <dgm:cxn modelId="{78626FA5-1B4C-4623-8A90-F0953A793259}" type="presParOf" srcId="{6DF235C5-1182-4C6D-9AC4-9D1DE13B6169}" destId="{61BBC0DF-5263-4BC3-9B10-1E818D36C4B9}" srcOrd="10" destOrd="0" presId="urn:microsoft.com/office/officeart/2005/8/layout/target3"/>
    <dgm:cxn modelId="{176BC188-F6B3-4DCD-9912-CA0450F7DA67}" type="presParOf" srcId="{6DF235C5-1182-4C6D-9AC4-9D1DE13B6169}" destId="{734AEA2F-4D94-477F-B462-74383E3E8FE1}" srcOrd="11" destOrd="0" presId="urn:microsoft.com/office/officeart/2005/8/layout/target3"/>
    <dgm:cxn modelId="{1CE592C7-E2E2-403E-849E-5AFEA67DC86D}" type="presParOf" srcId="{6DF235C5-1182-4C6D-9AC4-9D1DE13B6169}" destId="{A93B039E-065E-499F-8413-40B8804C0084}" srcOrd="12" destOrd="0" presId="urn:microsoft.com/office/officeart/2005/8/layout/target3"/>
    <dgm:cxn modelId="{FE95DBF8-492C-4555-9048-ACEB8ABF671B}" type="presParOf" srcId="{6DF235C5-1182-4C6D-9AC4-9D1DE13B6169}" destId="{0CAB99FE-C471-43C4-872B-96670B04C861}" srcOrd="13" destOrd="0" presId="urn:microsoft.com/office/officeart/2005/8/layout/target3"/>
    <dgm:cxn modelId="{D3B55D96-7420-44F5-9950-3FE3936C9458}" type="presParOf" srcId="{6DF235C5-1182-4C6D-9AC4-9D1DE13B6169}" destId="{B4B1484B-2002-4008-8F14-C75317143482}" srcOrd="14" destOrd="0" presId="urn:microsoft.com/office/officeart/2005/8/layout/target3"/>
    <dgm:cxn modelId="{9FBD94DE-D5D7-47D9-B2C9-218232055630}" type="presParOf" srcId="{6DF235C5-1182-4C6D-9AC4-9D1DE13B6169}" destId="{FD438439-024F-42AB-8441-EE5AE03EBF08}" srcOrd="15" destOrd="0" presId="urn:microsoft.com/office/officeart/2005/8/layout/target3"/>
    <dgm:cxn modelId="{5DF6DF98-4DF1-42CC-AF02-965FDE718EF8}" type="presParOf" srcId="{6DF235C5-1182-4C6D-9AC4-9D1DE13B6169}" destId="{793B32D0-33CC-40BA-98AE-3FFD42EC16F3}" srcOrd="16" destOrd="0" presId="urn:microsoft.com/office/officeart/2005/8/layout/target3"/>
    <dgm:cxn modelId="{4C71A56A-0932-46CF-A137-0E0A7E40B22A}" type="presParOf" srcId="{6DF235C5-1182-4C6D-9AC4-9D1DE13B6169}" destId="{1AC540EF-3D5C-4E5D-A99B-4A89D4B988CB}" srcOrd="17" destOrd="0" presId="urn:microsoft.com/office/officeart/2005/8/layout/target3"/>
    <dgm:cxn modelId="{A03B9CFE-45D6-4261-B762-C3C84BBEBACC}" type="presParOf" srcId="{6DF235C5-1182-4C6D-9AC4-9D1DE13B6169}" destId="{110F11BB-F81C-4C8A-874F-DBD6D7271058}" srcOrd="18" destOrd="0" presId="urn:microsoft.com/office/officeart/2005/8/layout/target3"/>
    <dgm:cxn modelId="{053A03AD-792D-402C-B284-82DF791B2972}" type="presParOf" srcId="{6DF235C5-1182-4C6D-9AC4-9D1DE13B6169}" destId="{79BBA73E-9723-4F49-AF2B-36434269CDD4}" srcOrd="19" destOrd="0" presId="urn:microsoft.com/office/officeart/2005/8/layout/target3"/>
    <dgm:cxn modelId="{08A57AA2-4E95-4764-9DC0-E57E44A88359}" type="presParOf" srcId="{6DF235C5-1182-4C6D-9AC4-9D1DE13B6169}" destId="{A769D300-C1DB-405E-ABD0-BF1D8371649F}" srcOrd="20" destOrd="0" presId="urn:microsoft.com/office/officeart/2005/8/layout/target3"/>
    <dgm:cxn modelId="{D942F013-4041-4209-BE18-2543F28653D9}" type="presParOf" srcId="{6DF235C5-1182-4C6D-9AC4-9D1DE13B6169}" destId="{D75BD8D7-2021-416D-BAA7-E624FF365E4A}" srcOrd="21" destOrd="0" presId="urn:microsoft.com/office/officeart/2005/8/layout/target3"/>
    <dgm:cxn modelId="{98CE66DC-8A21-4F88-88B9-EA07E6D9F8CA}" type="presParOf" srcId="{6DF235C5-1182-4C6D-9AC4-9D1DE13B6169}" destId="{1E691B39-6604-460A-9B27-69C0B9A0D43C}" srcOrd="22" destOrd="0" presId="urn:microsoft.com/office/officeart/2005/8/layout/target3"/>
    <dgm:cxn modelId="{C080C1E2-9243-403C-8CE4-2E57E28E6587}" type="presParOf" srcId="{6DF235C5-1182-4C6D-9AC4-9D1DE13B6169}" destId="{C616FF94-B833-403F-87B6-3C2FD4BEB5F6}" srcOrd="23"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13D65E9-D98E-4B35-B119-F6B16588C554}"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PK"/>
        </a:p>
      </dgm:t>
    </dgm:pt>
    <dgm:pt modelId="{3120606B-2A4B-444F-8EBC-68C7C87C2896}">
      <dgm:prSet/>
      <dgm:spPr/>
      <dgm:t>
        <a:bodyPr/>
        <a:lstStyle/>
        <a:p>
          <a:r>
            <a:rPr lang="en-US" dirty="0"/>
            <a:t>Consists of 2 parts: </a:t>
          </a:r>
          <a:endParaRPr lang="en-PK" dirty="0"/>
        </a:p>
      </dgm:t>
    </dgm:pt>
    <dgm:pt modelId="{D0A0B0EF-FD53-41BC-BF37-408093AD03C7}" type="parTrans" cxnId="{F43E49F1-71D9-4E6E-B980-08C048578E52}">
      <dgm:prSet/>
      <dgm:spPr/>
      <dgm:t>
        <a:bodyPr/>
        <a:lstStyle/>
        <a:p>
          <a:endParaRPr lang="en-PK"/>
        </a:p>
      </dgm:t>
    </dgm:pt>
    <dgm:pt modelId="{030E0815-8A9D-462B-BC06-7EBD230DE95A}" type="sibTrans" cxnId="{F43E49F1-71D9-4E6E-B980-08C048578E52}">
      <dgm:prSet/>
      <dgm:spPr/>
      <dgm:t>
        <a:bodyPr/>
        <a:lstStyle/>
        <a:p>
          <a:endParaRPr lang="en-PK"/>
        </a:p>
      </dgm:t>
    </dgm:pt>
    <dgm:pt modelId="{AE78AB5D-CA4F-48C1-8E5A-6F9220522EAC}">
      <dgm:prSet custT="1"/>
      <dgm:spPr/>
      <dgm:t>
        <a:bodyPr/>
        <a:lstStyle/>
        <a:p>
          <a:r>
            <a:rPr lang="en-US" sz="2000" dirty="0"/>
            <a:t>A front-end Von Neumann computer.</a:t>
          </a:r>
          <a:endParaRPr lang="en-PK" sz="2000" dirty="0"/>
        </a:p>
      </dgm:t>
    </dgm:pt>
    <dgm:pt modelId="{EBA63AE8-5588-40D5-8999-B4A282039CF6}" type="parTrans" cxnId="{29B3681E-66C8-47D7-87DE-FA61231F75DD}">
      <dgm:prSet/>
      <dgm:spPr/>
      <dgm:t>
        <a:bodyPr/>
        <a:lstStyle/>
        <a:p>
          <a:endParaRPr lang="en-PK"/>
        </a:p>
      </dgm:t>
    </dgm:pt>
    <dgm:pt modelId="{4F370E98-9501-4A30-BA5C-73D8C9E6012F}" type="sibTrans" cxnId="{29B3681E-66C8-47D7-87DE-FA61231F75DD}">
      <dgm:prSet/>
      <dgm:spPr/>
      <dgm:t>
        <a:bodyPr/>
        <a:lstStyle/>
        <a:p>
          <a:endParaRPr lang="en-PK"/>
        </a:p>
      </dgm:t>
    </dgm:pt>
    <dgm:pt modelId="{FD953F73-AFC9-4BBC-9207-D5067C711411}">
      <dgm:prSet custT="1"/>
      <dgm:spPr/>
      <dgm:t>
        <a:bodyPr/>
        <a:lstStyle/>
        <a:p>
          <a:r>
            <a:rPr lang="en-US" sz="2000" dirty="0"/>
            <a:t>A processor array: connected to the memory bus of the front end</a:t>
          </a:r>
          <a:r>
            <a:rPr lang="en-US" sz="3600" dirty="0"/>
            <a:t>. </a:t>
          </a:r>
          <a:endParaRPr lang="en-PK" sz="3600" dirty="0"/>
        </a:p>
      </dgm:t>
    </dgm:pt>
    <dgm:pt modelId="{05653C99-86E1-4DF7-93D1-81C87D90FCB4}" type="parTrans" cxnId="{EA5A061D-F60A-4765-8719-153762B1DF2C}">
      <dgm:prSet/>
      <dgm:spPr/>
      <dgm:t>
        <a:bodyPr/>
        <a:lstStyle/>
        <a:p>
          <a:endParaRPr lang="en-PK"/>
        </a:p>
      </dgm:t>
    </dgm:pt>
    <dgm:pt modelId="{386AC7B1-FA80-4786-96AB-74506A8FD074}" type="sibTrans" cxnId="{EA5A061D-F60A-4765-8719-153762B1DF2C}">
      <dgm:prSet/>
      <dgm:spPr/>
      <dgm:t>
        <a:bodyPr/>
        <a:lstStyle/>
        <a:p>
          <a:endParaRPr lang="en-PK"/>
        </a:p>
      </dgm:t>
    </dgm:pt>
    <dgm:pt modelId="{9D102F94-E4DC-4CC5-9F36-2AA5B30C8483}" type="pres">
      <dgm:prSet presAssocID="{013D65E9-D98E-4B35-B119-F6B16588C554}" presName="linearFlow" presStyleCnt="0">
        <dgm:presLayoutVars>
          <dgm:dir/>
          <dgm:animLvl val="lvl"/>
          <dgm:resizeHandles val="exact"/>
        </dgm:presLayoutVars>
      </dgm:prSet>
      <dgm:spPr/>
    </dgm:pt>
    <dgm:pt modelId="{909C629F-C818-4818-846D-683E7A16AB78}" type="pres">
      <dgm:prSet presAssocID="{3120606B-2A4B-444F-8EBC-68C7C87C2896}" presName="composite" presStyleCnt="0"/>
      <dgm:spPr/>
    </dgm:pt>
    <dgm:pt modelId="{EAF676BA-F013-48D5-AD15-62CE0451E6C3}" type="pres">
      <dgm:prSet presAssocID="{3120606B-2A4B-444F-8EBC-68C7C87C2896}" presName="parentText" presStyleLbl="alignNode1" presStyleIdx="0" presStyleCnt="1">
        <dgm:presLayoutVars>
          <dgm:chMax val="1"/>
          <dgm:bulletEnabled val="1"/>
        </dgm:presLayoutVars>
      </dgm:prSet>
      <dgm:spPr/>
    </dgm:pt>
    <dgm:pt modelId="{2E2D3930-9034-48AA-9262-13608BCB0882}" type="pres">
      <dgm:prSet presAssocID="{3120606B-2A4B-444F-8EBC-68C7C87C2896}" presName="descendantText" presStyleLbl="alignAcc1" presStyleIdx="0" presStyleCnt="1">
        <dgm:presLayoutVars>
          <dgm:bulletEnabled val="1"/>
        </dgm:presLayoutVars>
      </dgm:prSet>
      <dgm:spPr/>
    </dgm:pt>
  </dgm:ptLst>
  <dgm:cxnLst>
    <dgm:cxn modelId="{EA5A061D-F60A-4765-8719-153762B1DF2C}" srcId="{3120606B-2A4B-444F-8EBC-68C7C87C2896}" destId="{FD953F73-AFC9-4BBC-9207-D5067C711411}" srcOrd="1" destOrd="0" parTransId="{05653C99-86E1-4DF7-93D1-81C87D90FCB4}" sibTransId="{386AC7B1-FA80-4786-96AB-74506A8FD074}"/>
    <dgm:cxn modelId="{29B3681E-66C8-47D7-87DE-FA61231F75DD}" srcId="{3120606B-2A4B-444F-8EBC-68C7C87C2896}" destId="{AE78AB5D-CA4F-48C1-8E5A-6F9220522EAC}" srcOrd="0" destOrd="0" parTransId="{EBA63AE8-5588-40D5-8999-B4A282039CF6}" sibTransId="{4F370E98-9501-4A30-BA5C-73D8C9E6012F}"/>
    <dgm:cxn modelId="{C9C83D2B-FC2B-4C31-A0B5-8987A92B1D9A}" type="presOf" srcId="{AE78AB5D-CA4F-48C1-8E5A-6F9220522EAC}" destId="{2E2D3930-9034-48AA-9262-13608BCB0882}" srcOrd="0" destOrd="0" presId="urn:microsoft.com/office/officeart/2005/8/layout/chevron2"/>
    <dgm:cxn modelId="{1FF93732-CFF9-413E-BBF3-8F70B92D6847}" type="presOf" srcId="{013D65E9-D98E-4B35-B119-F6B16588C554}" destId="{9D102F94-E4DC-4CC5-9F36-2AA5B30C8483}" srcOrd="0" destOrd="0" presId="urn:microsoft.com/office/officeart/2005/8/layout/chevron2"/>
    <dgm:cxn modelId="{AB5C4672-5869-4F86-975D-7EC89893957F}" type="presOf" srcId="{FD953F73-AFC9-4BBC-9207-D5067C711411}" destId="{2E2D3930-9034-48AA-9262-13608BCB0882}" srcOrd="0" destOrd="1" presId="urn:microsoft.com/office/officeart/2005/8/layout/chevron2"/>
    <dgm:cxn modelId="{7BAFD2B8-25F5-4258-981F-AD71323A5016}" type="presOf" srcId="{3120606B-2A4B-444F-8EBC-68C7C87C2896}" destId="{EAF676BA-F013-48D5-AD15-62CE0451E6C3}" srcOrd="0" destOrd="0" presId="urn:microsoft.com/office/officeart/2005/8/layout/chevron2"/>
    <dgm:cxn modelId="{F43E49F1-71D9-4E6E-B980-08C048578E52}" srcId="{013D65E9-D98E-4B35-B119-F6B16588C554}" destId="{3120606B-2A4B-444F-8EBC-68C7C87C2896}" srcOrd="0" destOrd="0" parTransId="{D0A0B0EF-FD53-41BC-BF37-408093AD03C7}" sibTransId="{030E0815-8A9D-462B-BC06-7EBD230DE95A}"/>
    <dgm:cxn modelId="{21BBE7DF-DB71-49BA-9D7C-4EBFB9B52359}" type="presParOf" srcId="{9D102F94-E4DC-4CC5-9F36-2AA5B30C8483}" destId="{909C629F-C818-4818-846D-683E7A16AB78}" srcOrd="0" destOrd="0" presId="urn:microsoft.com/office/officeart/2005/8/layout/chevron2"/>
    <dgm:cxn modelId="{3EF9D2A3-DE1A-4A16-A83E-166C361F1CBB}" type="presParOf" srcId="{909C629F-C818-4818-846D-683E7A16AB78}" destId="{EAF676BA-F013-48D5-AD15-62CE0451E6C3}" srcOrd="0" destOrd="0" presId="urn:microsoft.com/office/officeart/2005/8/layout/chevron2"/>
    <dgm:cxn modelId="{2FF83450-B056-4484-ACE4-BA827EA519DA}" type="presParOf" srcId="{909C629F-C818-4818-846D-683E7A16AB78}" destId="{2E2D3930-9034-48AA-9262-13608BCB0882}"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DEE94D1-3F78-4FFA-A6FB-E5372586BFDF}"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PK"/>
        </a:p>
      </dgm:t>
    </dgm:pt>
    <dgm:pt modelId="{F7E9851B-64B6-4D5A-93E3-C4B341B9B8B3}">
      <dgm:prSet/>
      <dgm:spPr/>
      <dgm:t>
        <a:bodyPr/>
        <a:lstStyle/>
        <a:p>
          <a:r>
            <a:rPr lang="en-US"/>
            <a:t>Classified into two configuration schemes</a:t>
          </a:r>
          <a:endParaRPr lang="en-PK"/>
        </a:p>
      </dgm:t>
    </dgm:pt>
    <dgm:pt modelId="{7366CC8C-260F-4D54-B5BB-EA08810106B2}" type="parTrans" cxnId="{0670F850-83D1-4D52-BB0D-F5DF14A62B83}">
      <dgm:prSet/>
      <dgm:spPr/>
      <dgm:t>
        <a:bodyPr/>
        <a:lstStyle/>
        <a:p>
          <a:endParaRPr lang="en-PK"/>
        </a:p>
      </dgm:t>
    </dgm:pt>
    <dgm:pt modelId="{ABDD2E68-5226-4905-8880-3BF1385180D7}" type="sibTrans" cxnId="{0670F850-83D1-4D52-BB0D-F5DF14A62B83}">
      <dgm:prSet/>
      <dgm:spPr/>
      <dgm:t>
        <a:bodyPr/>
        <a:lstStyle/>
        <a:p>
          <a:endParaRPr lang="en-PK"/>
        </a:p>
      </dgm:t>
    </dgm:pt>
    <dgm:pt modelId="{FFD3CEA1-1C96-49BF-98F7-601D882E8B81}">
      <dgm:prSet custT="1"/>
      <dgm:spPr/>
      <dgm:t>
        <a:bodyPr/>
        <a:lstStyle/>
        <a:p>
          <a:r>
            <a:rPr lang="en-US" sz="2000" dirty="0"/>
            <a:t>Scheme 1 – Each processor has its own local memory.</a:t>
          </a:r>
          <a:endParaRPr lang="en-PK" sz="2000" dirty="0"/>
        </a:p>
      </dgm:t>
    </dgm:pt>
    <dgm:pt modelId="{78769D86-65BA-4A1E-B8EC-474EEEEB7A2C}" type="parTrans" cxnId="{CC2CD6AB-B1D0-460B-9B8E-2B717524C049}">
      <dgm:prSet/>
      <dgm:spPr/>
      <dgm:t>
        <a:bodyPr/>
        <a:lstStyle/>
        <a:p>
          <a:endParaRPr lang="en-PK"/>
        </a:p>
      </dgm:t>
    </dgm:pt>
    <dgm:pt modelId="{C96775A2-ECA0-41FF-B8B9-5A9720A91B0A}" type="sibTrans" cxnId="{CC2CD6AB-B1D0-460B-9B8E-2B717524C049}">
      <dgm:prSet/>
      <dgm:spPr/>
      <dgm:t>
        <a:bodyPr/>
        <a:lstStyle/>
        <a:p>
          <a:endParaRPr lang="en-PK"/>
        </a:p>
      </dgm:t>
    </dgm:pt>
    <dgm:pt modelId="{AC625B8D-70A7-44FB-AEE8-D30E8A2F34EA}">
      <dgm:prSet custT="1"/>
      <dgm:spPr/>
      <dgm:t>
        <a:bodyPr/>
        <a:lstStyle/>
        <a:p>
          <a:r>
            <a:rPr lang="en-US" sz="2000" dirty="0"/>
            <a:t>Scheme 2 – Processors and memory modules communicate with each other via interconnection network. </a:t>
          </a:r>
          <a:endParaRPr lang="en-PK" sz="2000" dirty="0"/>
        </a:p>
      </dgm:t>
    </dgm:pt>
    <dgm:pt modelId="{7053706B-8AD8-4904-868E-D3546701E70A}" type="parTrans" cxnId="{EF03629A-43E1-4555-8591-2988DC8DCC55}">
      <dgm:prSet/>
      <dgm:spPr/>
      <dgm:t>
        <a:bodyPr/>
        <a:lstStyle/>
        <a:p>
          <a:endParaRPr lang="en-PK"/>
        </a:p>
      </dgm:t>
    </dgm:pt>
    <dgm:pt modelId="{A8870863-301C-4F36-89CA-CE71DB45FA85}" type="sibTrans" cxnId="{EF03629A-43E1-4555-8591-2988DC8DCC55}">
      <dgm:prSet/>
      <dgm:spPr/>
      <dgm:t>
        <a:bodyPr/>
        <a:lstStyle/>
        <a:p>
          <a:endParaRPr lang="en-PK"/>
        </a:p>
      </dgm:t>
    </dgm:pt>
    <dgm:pt modelId="{4223D036-45E4-4A6B-AE99-8BDE174E4E1F}" type="pres">
      <dgm:prSet presAssocID="{EDEE94D1-3F78-4FFA-A6FB-E5372586BFDF}" presName="linearFlow" presStyleCnt="0">
        <dgm:presLayoutVars>
          <dgm:dir/>
          <dgm:animLvl val="lvl"/>
          <dgm:resizeHandles val="exact"/>
        </dgm:presLayoutVars>
      </dgm:prSet>
      <dgm:spPr/>
    </dgm:pt>
    <dgm:pt modelId="{205D4449-D62C-43CA-B58D-55881BDAC792}" type="pres">
      <dgm:prSet presAssocID="{F7E9851B-64B6-4D5A-93E3-C4B341B9B8B3}" presName="composite" presStyleCnt="0"/>
      <dgm:spPr/>
    </dgm:pt>
    <dgm:pt modelId="{F042A784-C2C9-4F15-8FF7-8FCE97160E8B}" type="pres">
      <dgm:prSet presAssocID="{F7E9851B-64B6-4D5A-93E3-C4B341B9B8B3}" presName="parentText" presStyleLbl="alignNode1" presStyleIdx="0" presStyleCnt="1">
        <dgm:presLayoutVars>
          <dgm:chMax val="1"/>
          <dgm:bulletEnabled val="1"/>
        </dgm:presLayoutVars>
      </dgm:prSet>
      <dgm:spPr/>
    </dgm:pt>
    <dgm:pt modelId="{3601C625-6D8B-4816-A441-F2F5240EDD6C}" type="pres">
      <dgm:prSet presAssocID="{F7E9851B-64B6-4D5A-93E3-C4B341B9B8B3}" presName="descendantText" presStyleLbl="alignAcc1" presStyleIdx="0" presStyleCnt="1">
        <dgm:presLayoutVars>
          <dgm:bulletEnabled val="1"/>
        </dgm:presLayoutVars>
      </dgm:prSet>
      <dgm:spPr/>
    </dgm:pt>
  </dgm:ptLst>
  <dgm:cxnLst>
    <dgm:cxn modelId="{E403DD05-698C-415D-BCA9-7CBA59D3B3F6}" type="presOf" srcId="{AC625B8D-70A7-44FB-AEE8-D30E8A2F34EA}" destId="{3601C625-6D8B-4816-A441-F2F5240EDD6C}" srcOrd="0" destOrd="1" presId="urn:microsoft.com/office/officeart/2005/8/layout/chevron2"/>
    <dgm:cxn modelId="{6D2CF231-F734-44EB-A12F-15F2C568B2E8}" type="presOf" srcId="{EDEE94D1-3F78-4FFA-A6FB-E5372586BFDF}" destId="{4223D036-45E4-4A6B-AE99-8BDE174E4E1F}" srcOrd="0" destOrd="0" presId="urn:microsoft.com/office/officeart/2005/8/layout/chevron2"/>
    <dgm:cxn modelId="{8529B13B-08F4-4FA9-8B8D-9C97FAE5C4CD}" type="presOf" srcId="{F7E9851B-64B6-4D5A-93E3-C4B341B9B8B3}" destId="{F042A784-C2C9-4F15-8FF7-8FCE97160E8B}" srcOrd="0" destOrd="0" presId="urn:microsoft.com/office/officeart/2005/8/layout/chevron2"/>
    <dgm:cxn modelId="{2CC70569-CC06-406E-AA05-FAEE5B4BFD37}" type="presOf" srcId="{FFD3CEA1-1C96-49BF-98F7-601D882E8B81}" destId="{3601C625-6D8B-4816-A441-F2F5240EDD6C}" srcOrd="0" destOrd="0" presId="urn:microsoft.com/office/officeart/2005/8/layout/chevron2"/>
    <dgm:cxn modelId="{0670F850-83D1-4D52-BB0D-F5DF14A62B83}" srcId="{EDEE94D1-3F78-4FFA-A6FB-E5372586BFDF}" destId="{F7E9851B-64B6-4D5A-93E3-C4B341B9B8B3}" srcOrd="0" destOrd="0" parTransId="{7366CC8C-260F-4D54-B5BB-EA08810106B2}" sibTransId="{ABDD2E68-5226-4905-8880-3BF1385180D7}"/>
    <dgm:cxn modelId="{EF03629A-43E1-4555-8591-2988DC8DCC55}" srcId="{F7E9851B-64B6-4D5A-93E3-C4B341B9B8B3}" destId="{AC625B8D-70A7-44FB-AEE8-D30E8A2F34EA}" srcOrd="1" destOrd="0" parTransId="{7053706B-8AD8-4904-868E-D3546701E70A}" sibTransId="{A8870863-301C-4F36-89CA-CE71DB45FA85}"/>
    <dgm:cxn modelId="{CC2CD6AB-B1D0-460B-9B8E-2B717524C049}" srcId="{F7E9851B-64B6-4D5A-93E3-C4B341B9B8B3}" destId="{FFD3CEA1-1C96-49BF-98F7-601D882E8B81}" srcOrd="0" destOrd="0" parTransId="{78769D86-65BA-4A1E-B8EC-474EEEEB7A2C}" sibTransId="{C96775A2-ECA0-41FF-B8B9-5A9720A91B0A}"/>
    <dgm:cxn modelId="{82E4BF56-4FFF-4F00-B9C5-4FF65CF88069}" type="presParOf" srcId="{4223D036-45E4-4A6B-AE99-8BDE174E4E1F}" destId="{205D4449-D62C-43CA-B58D-55881BDAC792}" srcOrd="0" destOrd="0" presId="urn:microsoft.com/office/officeart/2005/8/layout/chevron2"/>
    <dgm:cxn modelId="{FFD87960-ACF7-4EDA-B8B6-1CEB99038621}" type="presParOf" srcId="{205D4449-D62C-43CA-B58D-55881BDAC792}" destId="{F042A784-C2C9-4F15-8FF7-8FCE97160E8B}" srcOrd="0" destOrd="0" presId="urn:microsoft.com/office/officeart/2005/8/layout/chevron2"/>
    <dgm:cxn modelId="{0C42FB79-4F6D-4DB8-B2E5-BD94C55DFE6C}" type="presParOf" srcId="{205D4449-D62C-43CA-B58D-55881BDAC792}" destId="{3601C625-6D8B-4816-A441-F2F5240EDD6C}"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r>
            <a:rPr lang="en-US" dirty="0">
              <a:latin typeface="Arial" panose="020B0604020202020204" pitchFamily="34" charset="0"/>
              <a:cs typeface="Arial" panose="020B0604020202020204" pitchFamily="34" charset="0"/>
            </a:rPr>
            <a:t>Introduction of MISD.</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B52304F7-9CCF-4381-9DB7-D65E8FF69D98}">
      <dgm:prSet/>
      <dgm:spPr/>
      <dgm:t>
        <a:bodyPr/>
        <a:lstStyle/>
        <a:p>
          <a:r>
            <a:rPr lang="en-US" dirty="0">
              <a:latin typeface="Arial" panose="020B0604020202020204" pitchFamily="34" charset="0"/>
              <a:cs typeface="Arial" panose="020B0604020202020204" pitchFamily="34" charset="0"/>
            </a:rPr>
            <a:t>MISD Architecture.</a:t>
          </a:r>
        </a:p>
      </dgm:t>
    </dgm:pt>
    <dgm:pt modelId="{5A3F200D-6884-4F08-B3E1-ED350FEF42E7}" type="parTrans" cxnId="{7D93A2FB-E493-4057-9321-1F6F3DDA93FB}">
      <dgm:prSet/>
      <dgm:spPr/>
      <dgm:t>
        <a:bodyPr/>
        <a:lstStyle/>
        <a:p>
          <a:endParaRPr lang="en-US"/>
        </a:p>
      </dgm:t>
    </dgm:pt>
    <dgm:pt modelId="{3B0ED119-AD1B-484D-96A0-C81E45281368}" type="sibTrans" cxnId="{7D93A2FB-E493-4057-9321-1F6F3DDA93FB}">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2"/>
      <dgm:spPr/>
    </dgm:pt>
    <dgm:pt modelId="{C11A7D35-1FE6-446D-AE68-CDC0EA75C5EF}" type="pres">
      <dgm:prSet presAssocID="{ED44C359-7308-4379-89E9-19E66492F1E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2">
        <dgm:presLayoutVars>
          <dgm:chMax val="0"/>
          <dgm:chPref val="0"/>
        </dgm:presLayoutVars>
      </dgm:prSet>
      <dgm:spPr/>
    </dgm:pt>
    <dgm:pt modelId="{8618AEF0-E25F-4BEF-A69C-DFE10F40ECD4}" type="pres">
      <dgm:prSet presAssocID="{C10B7116-E14F-4655-9E5A-B6D7DD37A5B9}" presName="sibTrans" presStyleCnt="0"/>
      <dgm:spPr/>
    </dgm:pt>
    <dgm:pt modelId="{2B88366C-3DD7-4316-A04C-3130D68EB710}" type="pres">
      <dgm:prSet presAssocID="{B52304F7-9CCF-4381-9DB7-D65E8FF69D98}" presName="compNode" presStyleCnt="0"/>
      <dgm:spPr/>
    </dgm:pt>
    <dgm:pt modelId="{D75562AD-F78D-4876-92B4-3DD0643FB177}" type="pres">
      <dgm:prSet presAssocID="{B52304F7-9CCF-4381-9DB7-D65E8FF69D98}" presName="bgRect" presStyleLbl="bgShp" presStyleIdx="1" presStyleCnt="2" custLinFactNeighborX="-4446"/>
      <dgm:spPr/>
    </dgm:pt>
    <dgm:pt modelId="{3807B6D7-BF48-4FDE-BD86-4D161441F3BF}" type="pres">
      <dgm:prSet presAssocID="{B52304F7-9CCF-4381-9DB7-D65E8FF69D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oud Computing"/>
        </a:ext>
      </dgm:extLst>
    </dgm:pt>
    <dgm:pt modelId="{07149938-3981-4A58-80D9-196D21EBC8A9}" type="pres">
      <dgm:prSet presAssocID="{B52304F7-9CCF-4381-9DB7-D65E8FF69D98}" presName="spaceRect" presStyleCnt="0"/>
      <dgm:spPr/>
    </dgm:pt>
    <dgm:pt modelId="{17273AB3-1C10-4C7C-8AEC-2DC6562CD53E}" type="pres">
      <dgm:prSet presAssocID="{B52304F7-9CCF-4381-9DB7-D65E8FF69D98}" presName="parTx" presStyleLbl="revTx" presStyleIdx="1" presStyleCnt="2">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EA474EB2-2FA0-4EB5-B43B-96F69CF80FDF}" type="presOf" srcId="{B52304F7-9CCF-4381-9DB7-D65E8FF69D98}" destId="{17273AB3-1C10-4C7C-8AEC-2DC6562CD53E}" srcOrd="0" destOrd="0" presId="urn:microsoft.com/office/officeart/2018/2/layout/IconVerticalSolidList"/>
    <dgm:cxn modelId="{7D93A2FB-E493-4057-9321-1F6F3DDA93FB}" srcId="{AC605FAC-F4E1-443B-91BE-22C6277E36A9}" destId="{B52304F7-9CCF-4381-9DB7-D65E8FF69D98}" srcOrd="1" destOrd="0" parTransId="{5A3F200D-6884-4F08-B3E1-ED350FEF42E7}" sibTransId="{3B0ED119-AD1B-484D-96A0-C81E45281368}"/>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 modelId="{0785BBAD-7F37-43D2-8AA1-2BBFD54735DC}" type="presParOf" srcId="{203A11AC-6691-4719-A18C-2D6C7EA9F1B7}" destId="{8618AEF0-E25F-4BEF-A69C-DFE10F40ECD4}" srcOrd="1" destOrd="0" presId="urn:microsoft.com/office/officeart/2018/2/layout/IconVerticalSolidList"/>
    <dgm:cxn modelId="{0E7202EA-0A9A-4D44-BA99-A889DE4EB80F}" type="presParOf" srcId="{203A11AC-6691-4719-A18C-2D6C7EA9F1B7}" destId="{2B88366C-3DD7-4316-A04C-3130D68EB710}" srcOrd="2" destOrd="0" presId="urn:microsoft.com/office/officeart/2018/2/layout/IconVerticalSolidList"/>
    <dgm:cxn modelId="{517A2F4A-4697-4566-8D6B-41A3D9D6EC75}" type="presParOf" srcId="{2B88366C-3DD7-4316-A04C-3130D68EB710}" destId="{D75562AD-F78D-4876-92B4-3DD0643FB177}" srcOrd="0" destOrd="0" presId="urn:microsoft.com/office/officeart/2018/2/layout/IconVerticalSolidList"/>
    <dgm:cxn modelId="{57779C05-57C6-44B8-93EE-CACA27621853}" type="presParOf" srcId="{2B88366C-3DD7-4316-A04C-3130D68EB710}" destId="{3807B6D7-BF48-4FDE-BD86-4D161441F3BF}" srcOrd="1" destOrd="0" presId="urn:microsoft.com/office/officeart/2018/2/layout/IconVerticalSolidList"/>
    <dgm:cxn modelId="{4237C448-86CC-4DA7-AAAA-5B81A689F97F}" type="presParOf" srcId="{2B88366C-3DD7-4316-A04C-3130D68EB710}" destId="{07149938-3981-4A58-80D9-196D21EBC8A9}" srcOrd="2" destOrd="0" presId="urn:microsoft.com/office/officeart/2018/2/layout/IconVerticalSolidList"/>
    <dgm:cxn modelId="{340E6C38-EDD8-4385-BAA2-F752835D3561}" type="presParOf" srcId="{2B88366C-3DD7-4316-A04C-3130D68EB710}" destId="{17273AB3-1C10-4C7C-8AEC-2DC6562CD53E}"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E6A6A192-6621-4F29-8029-5B3A209D57D2}"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PK"/>
        </a:p>
      </dgm:t>
    </dgm:pt>
    <dgm:pt modelId="{4A405E4A-0238-4170-8150-B4ABC486C67C}">
      <dgm:prSet/>
      <dgm:spPr/>
      <dgm:t>
        <a:bodyPr/>
        <a:lstStyle/>
        <a:p>
          <a:r>
            <a:rPr lang="en-US">
              <a:latin typeface="Arial" panose="020B0604020202020204" pitchFamily="34" charset="0"/>
              <a:cs typeface="Arial" panose="020B0604020202020204" pitchFamily="34" charset="0"/>
            </a:rPr>
            <a:t>Special purpose computer</a:t>
          </a:r>
          <a:endParaRPr lang="en-PK">
            <a:latin typeface="Arial" panose="020B0604020202020204" pitchFamily="34" charset="0"/>
            <a:cs typeface="Arial" panose="020B0604020202020204" pitchFamily="34" charset="0"/>
          </a:endParaRPr>
        </a:p>
      </dgm:t>
    </dgm:pt>
    <dgm:pt modelId="{104922B8-7EE6-42A0-80DD-1F62074184E3}" type="parTrans" cxnId="{05974E5B-48A5-4C99-9639-62A03FF5BE77}">
      <dgm:prSet/>
      <dgm:spPr/>
      <dgm:t>
        <a:bodyPr/>
        <a:lstStyle/>
        <a:p>
          <a:endParaRPr lang="en-PK"/>
        </a:p>
      </dgm:t>
    </dgm:pt>
    <dgm:pt modelId="{8AAFE82C-D937-4E57-A754-913AE65DCEA8}" type="sibTrans" cxnId="{05974E5B-48A5-4C99-9639-62A03FF5BE77}">
      <dgm:prSet/>
      <dgm:spPr/>
      <dgm:t>
        <a:bodyPr/>
        <a:lstStyle/>
        <a:p>
          <a:endParaRPr lang="en-PK"/>
        </a:p>
      </dgm:t>
    </dgm:pt>
    <dgm:pt modelId="{CA5E43C2-7F1C-411A-9715-33C6AAC7EA56}">
      <dgm:prSet/>
      <dgm:spPr/>
      <dgm:t>
        <a:bodyPr/>
        <a:lstStyle/>
        <a:p>
          <a:r>
            <a:rPr lang="en-US" b="0" i="0" dirty="0">
              <a:latin typeface="Arial" panose="020B0604020202020204" pitchFamily="34" charset="0"/>
              <a:cs typeface="Arial" panose="020B0604020202020204" pitchFamily="34" charset="0"/>
            </a:rPr>
            <a:t>Excellent for situation where fault tolerance is critical</a:t>
          </a:r>
          <a:endParaRPr lang="en-PK" dirty="0">
            <a:latin typeface="Arial" panose="020B0604020202020204" pitchFamily="34" charset="0"/>
            <a:cs typeface="Arial" panose="020B0604020202020204" pitchFamily="34" charset="0"/>
          </a:endParaRPr>
        </a:p>
      </dgm:t>
    </dgm:pt>
    <dgm:pt modelId="{C88F2632-AF5D-4115-929C-F8D0E83F69E6}" type="parTrans" cxnId="{BB0A56EF-4BB2-4A4C-831F-21C0D10F0CA1}">
      <dgm:prSet/>
      <dgm:spPr/>
      <dgm:t>
        <a:bodyPr/>
        <a:lstStyle/>
        <a:p>
          <a:endParaRPr lang="en-PK"/>
        </a:p>
      </dgm:t>
    </dgm:pt>
    <dgm:pt modelId="{9B465924-1645-4C2B-A406-475C76E1A9AD}" type="sibTrans" cxnId="{BB0A56EF-4BB2-4A4C-831F-21C0D10F0CA1}">
      <dgm:prSet/>
      <dgm:spPr/>
      <dgm:t>
        <a:bodyPr/>
        <a:lstStyle/>
        <a:p>
          <a:endParaRPr lang="en-PK"/>
        </a:p>
      </dgm:t>
    </dgm:pt>
    <dgm:pt modelId="{19EFB954-6F31-4DF0-9166-BAC444060315}">
      <dgm:prSet/>
      <dgm:spPr/>
      <dgm:t>
        <a:bodyPr/>
        <a:lstStyle/>
        <a:p>
          <a:r>
            <a:rPr lang="en-US">
              <a:latin typeface="Arial" panose="020B0604020202020204" pitchFamily="34" charset="0"/>
              <a:cs typeface="Arial" panose="020B0604020202020204" pitchFamily="34" charset="0"/>
            </a:rPr>
            <a:t>Heterogeneous systems operate on the same data stream and must agree on the result</a:t>
          </a:r>
          <a:endParaRPr lang="en-PK">
            <a:latin typeface="Arial" panose="020B0604020202020204" pitchFamily="34" charset="0"/>
            <a:cs typeface="Arial" panose="020B0604020202020204" pitchFamily="34" charset="0"/>
          </a:endParaRPr>
        </a:p>
      </dgm:t>
    </dgm:pt>
    <dgm:pt modelId="{9CCFC951-0574-4B04-954F-500B30E055FA}" type="parTrans" cxnId="{D193E482-95C8-43D0-BB06-14A3F1F1E829}">
      <dgm:prSet/>
      <dgm:spPr/>
      <dgm:t>
        <a:bodyPr/>
        <a:lstStyle/>
        <a:p>
          <a:endParaRPr lang="en-PK"/>
        </a:p>
      </dgm:t>
    </dgm:pt>
    <dgm:pt modelId="{BB775BF4-5234-4927-86E1-484E1B5F6F0C}" type="sibTrans" cxnId="{D193E482-95C8-43D0-BB06-14A3F1F1E829}">
      <dgm:prSet/>
      <dgm:spPr/>
      <dgm:t>
        <a:bodyPr/>
        <a:lstStyle/>
        <a:p>
          <a:endParaRPr lang="en-PK"/>
        </a:p>
      </dgm:t>
    </dgm:pt>
    <dgm:pt modelId="{37C20E36-76B2-4F3C-91EE-E095AEA91F00}">
      <dgm:prSet/>
      <dgm:spPr/>
      <dgm:t>
        <a:bodyPr/>
        <a:lstStyle/>
        <a:p>
          <a:r>
            <a:rPr lang="en-US">
              <a:latin typeface="Arial" panose="020B0604020202020204" pitchFamily="34" charset="0"/>
              <a:cs typeface="Arial" panose="020B0604020202020204" pitchFamily="34" charset="0"/>
            </a:rPr>
            <a:t>Rarely used; s</a:t>
          </a:r>
          <a:r>
            <a:rPr lang="en-US" b="0" i="0">
              <a:latin typeface="Arial" panose="020B0604020202020204" pitchFamily="34" charset="0"/>
              <a:cs typeface="Arial" panose="020B0604020202020204" pitchFamily="34" charset="0"/>
            </a:rPr>
            <a:t>ome specific use systems (space flight control computers)</a:t>
          </a:r>
          <a:endParaRPr lang="en-PK">
            <a:latin typeface="Arial" panose="020B0604020202020204" pitchFamily="34" charset="0"/>
            <a:cs typeface="Arial" panose="020B0604020202020204" pitchFamily="34" charset="0"/>
          </a:endParaRPr>
        </a:p>
      </dgm:t>
    </dgm:pt>
    <dgm:pt modelId="{9B7B1B3A-2798-43C8-A13E-93C78DD8D536}" type="parTrans" cxnId="{E8C19DD1-1DF4-4F88-95EC-EC5C4E3CE259}">
      <dgm:prSet/>
      <dgm:spPr/>
      <dgm:t>
        <a:bodyPr/>
        <a:lstStyle/>
        <a:p>
          <a:endParaRPr lang="en-PK"/>
        </a:p>
      </dgm:t>
    </dgm:pt>
    <dgm:pt modelId="{A62C94F5-033D-45CC-A2CE-43A5196BD829}" type="sibTrans" cxnId="{E8C19DD1-1DF4-4F88-95EC-EC5C4E3CE259}">
      <dgm:prSet/>
      <dgm:spPr/>
      <dgm:t>
        <a:bodyPr/>
        <a:lstStyle/>
        <a:p>
          <a:endParaRPr lang="en-PK"/>
        </a:p>
      </dgm:t>
    </dgm:pt>
    <dgm:pt modelId="{8A575B87-043D-45CB-809A-FF5EA9DB60CB}">
      <dgm:prSet/>
      <dgm:spPr/>
      <dgm:t>
        <a:bodyPr/>
        <a:lstStyle/>
        <a:p>
          <a:r>
            <a:rPr lang="en-US">
              <a:latin typeface="Arial" panose="020B0604020202020204" pitchFamily="34" charset="0"/>
              <a:cs typeface="Arial" panose="020B0604020202020204" pitchFamily="34" charset="0"/>
            </a:rPr>
            <a:t>Example: Systolic array</a:t>
          </a:r>
          <a:endParaRPr lang="en-PK">
            <a:latin typeface="Arial" panose="020B0604020202020204" pitchFamily="34" charset="0"/>
            <a:cs typeface="Arial" panose="020B0604020202020204" pitchFamily="34" charset="0"/>
          </a:endParaRPr>
        </a:p>
      </dgm:t>
    </dgm:pt>
    <dgm:pt modelId="{38A260B3-C45E-4B8D-9D17-7A4984DE3F40}" type="parTrans" cxnId="{7836AC47-8A75-4C55-9E2F-6F496E850300}">
      <dgm:prSet/>
      <dgm:spPr/>
      <dgm:t>
        <a:bodyPr/>
        <a:lstStyle/>
        <a:p>
          <a:endParaRPr lang="en-PK"/>
        </a:p>
      </dgm:t>
    </dgm:pt>
    <dgm:pt modelId="{F902065E-58DF-4293-A65D-942A0DE67A7E}" type="sibTrans" cxnId="{7836AC47-8A75-4C55-9E2F-6F496E850300}">
      <dgm:prSet/>
      <dgm:spPr/>
      <dgm:t>
        <a:bodyPr/>
        <a:lstStyle/>
        <a:p>
          <a:endParaRPr lang="en-PK"/>
        </a:p>
      </dgm:t>
    </dgm:pt>
    <dgm:pt modelId="{99E8DDCE-33C5-4D18-9095-0F316C600CEB}" type="pres">
      <dgm:prSet presAssocID="{E6A6A192-6621-4F29-8029-5B3A209D57D2}" presName="Name0" presStyleCnt="0">
        <dgm:presLayoutVars>
          <dgm:chMax val="7"/>
          <dgm:dir/>
          <dgm:animLvl val="lvl"/>
          <dgm:resizeHandles val="exact"/>
        </dgm:presLayoutVars>
      </dgm:prSet>
      <dgm:spPr/>
    </dgm:pt>
    <dgm:pt modelId="{9EC74328-0D54-42EC-868E-FF543B10D8B5}" type="pres">
      <dgm:prSet presAssocID="{4A405E4A-0238-4170-8150-B4ABC486C67C}" presName="circle1" presStyleLbl="node1" presStyleIdx="0" presStyleCnt="5"/>
      <dgm:spPr/>
    </dgm:pt>
    <dgm:pt modelId="{1698C50E-617E-4501-86D3-EA221E514A68}" type="pres">
      <dgm:prSet presAssocID="{4A405E4A-0238-4170-8150-B4ABC486C67C}" presName="space" presStyleCnt="0"/>
      <dgm:spPr/>
    </dgm:pt>
    <dgm:pt modelId="{F5AB6F3B-9E99-4563-9B88-0C8DB2BAE776}" type="pres">
      <dgm:prSet presAssocID="{4A405E4A-0238-4170-8150-B4ABC486C67C}" presName="rect1" presStyleLbl="alignAcc1" presStyleIdx="0" presStyleCnt="5"/>
      <dgm:spPr/>
    </dgm:pt>
    <dgm:pt modelId="{26E2551C-025D-4D2B-A8B6-AF50BB7A9054}" type="pres">
      <dgm:prSet presAssocID="{CA5E43C2-7F1C-411A-9715-33C6AAC7EA56}" presName="vertSpace2" presStyleLbl="node1" presStyleIdx="0" presStyleCnt="5"/>
      <dgm:spPr/>
    </dgm:pt>
    <dgm:pt modelId="{911D40AF-75A0-473C-B5F6-87FF73AC21F0}" type="pres">
      <dgm:prSet presAssocID="{CA5E43C2-7F1C-411A-9715-33C6AAC7EA56}" presName="circle2" presStyleLbl="node1" presStyleIdx="1" presStyleCnt="5"/>
      <dgm:spPr/>
    </dgm:pt>
    <dgm:pt modelId="{B1522BB1-DB1C-4B13-8071-BB895DDCAD8B}" type="pres">
      <dgm:prSet presAssocID="{CA5E43C2-7F1C-411A-9715-33C6AAC7EA56}" presName="rect2" presStyleLbl="alignAcc1" presStyleIdx="1" presStyleCnt="5"/>
      <dgm:spPr/>
    </dgm:pt>
    <dgm:pt modelId="{14AC549C-1E39-4A5C-A662-71D33474EE4F}" type="pres">
      <dgm:prSet presAssocID="{19EFB954-6F31-4DF0-9166-BAC444060315}" presName="vertSpace3" presStyleLbl="node1" presStyleIdx="1" presStyleCnt="5"/>
      <dgm:spPr/>
    </dgm:pt>
    <dgm:pt modelId="{A48DF97D-8408-4FE0-B5A9-915E4D9826B2}" type="pres">
      <dgm:prSet presAssocID="{19EFB954-6F31-4DF0-9166-BAC444060315}" presName="circle3" presStyleLbl="node1" presStyleIdx="2" presStyleCnt="5"/>
      <dgm:spPr/>
    </dgm:pt>
    <dgm:pt modelId="{306C4616-E69A-42E5-8F6E-457DE2883FBC}" type="pres">
      <dgm:prSet presAssocID="{19EFB954-6F31-4DF0-9166-BAC444060315}" presName="rect3" presStyleLbl="alignAcc1" presStyleIdx="2" presStyleCnt="5"/>
      <dgm:spPr/>
    </dgm:pt>
    <dgm:pt modelId="{2A018406-0FA2-4925-A77D-00BB6EBE1BE0}" type="pres">
      <dgm:prSet presAssocID="{37C20E36-76B2-4F3C-91EE-E095AEA91F00}" presName="vertSpace4" presStyleLbl="node1" presStyleIdx="2" presStyleCnt="5"/>
      <dgm:spPr/>
    </dgm:pt>
    <dgm:pt modelId="{BD7A8522-8011-4315-A8B3-45CA120369E1}" type="pres">
      <dgm:prSet presAssocID="{37C20E36-76B2-4F3C-91EE-E095AEA91F00}" presName="circle4" presStyleLbl="node1" presStyleIdx="3" presStyleCnt="5"/>
      <dgm:spPr/>
    </dgm:pt>
    <dgm:pt modelId="{7DA74214-A5E0-4F8C-94C1-77DAB9C8EC12}" type="pres">
      <dgm:prSet presAssocID="{37C20E36-76B2-4F3C-91EE-E095AEA91F00}" presName="rect4" presStyleLbl="alignAcc1" presStyleIdx="3" presStyleCnt="5"/>
      <dgm:spPr/>
    </dgm:pt>
    <dgm:pt modelId="{53CFFBE8-08A8-480E-AB9A-3B8248171C82}" type="pres">
      <dgm:prSet presAssocID="{8A575B87-043D-45CB-809A-FF5EA9DB60CB}" presName="vertSpace5" presStyleLbl="node1" presStyleIdx="3" presStyleCnt="5"/>
      <dgm:spPr/>
    </dgm:pt>
    <dgm:pt modelId="{783BFCEA-501C-4215-98A2-F9E6B6165883}" type="pres">
      <dgm:prSet presAssocID="{8A575B87-043D-45CB-809A-FF5EA9DB60CB}" presName="circle5" presStyleLbl="node1" presStyleIdx="4" presStyleCnt="5"/>
      <dgm:spPr/>
    </dgm:pt>
    <dgm:pt modelId="{D84E8F1F-316B-4A6A-AD0E-CBAA45FE1058}" type="pres">
      <dgm:prSet presAssocID="{8A575B87-043D-45CB-809A-FF5EA9DB60CB}" presName="rect5" presStyleLbl="alignAcc1" presStyleIdx="4" presStyleCnt="5"/>
      <dgm:spPr/>
    </dgm:pt>
    <dgm:pt modelId="{EC7A659C-3729-4AAD-BDF3-BDB64E38C02B}" type="pres">
      <dgm:prSet presAssocID="{4A405E4A-0238-4170-8150-B4ABC486C67C}" presName="rect1ParTxNoCh" presStyleLbl="alignAcc1" presStyleIdx="4" presStyleCnt="5">
        <dgm:presLayoutVars>
          <dgm:chMax val="1"/>
          <dgm:bulletEnabled val="1"/>
        </dgm:presLayoutVars>
      </dgm:prSet>
      <dgm:spPr/>
    </dgm:pt>
    <dgm:pt modelId="{B2676550-5386-4194-A269-DCE00579C856}" type="pres">
      <dgm:prSet presAssocID="{CA5E43C2-7F1C-411A-9715-33C6AAC7EA56}" presName="rect2ParTxNoCh" presStyleLbl="alignAcc1" presStyleIdx="4" presStyleCnt="5">
        <dgm:presLayoutVars>
          <dgm:chMax val="1"/>
          <dgm:bulletEnabled val="1"/>
        </dgm:presLayoutVars>
      </dgm:prSet>
      <dgm:spPr/>
    </dgm:pt>
    <dgm:pt modelId="{8BCBECB6-986B-4C8B-A86A-9EAC7BFEC721}" type="pres">
      <dgm:prSet presAssocID="{19EFB954-6F31-4DF0-9166-BAC444060315}" presName="rect3ParTxNoCh" presStyleLbl="alignAcc1" presStyleIdx="4" presStyleCnt="5">
        <dgm:presLayoutVars>
          <dgm:chMax val="1"/>
          <dgm:bulletEnabled val="1"/>
        </dgm:presLayoutVars>
      </dgm:prSet>
      <dgm:spPr/>
    </dgm:pt>
    <dgm:pt modelId="{885D5BDF-10CA-4FD0-9679-AB468DE5D2FF}" type="pres">
      <dgm:prSet presAssocID="{37C20E36-76B2-4F3C-91EE-E095AEA91F00}" presName="rect4ParTxNoCh" presStyleLbl="alignAcc1" presStyleIdx="4" presStyleCnt="5">
        <dgm:presLayoutVars>
          <dgm:chMax val="1"/>
          <dgm:bulletEnabled val="1"/>
        </dgm:presLayoutVars>
      </dgm:prSet>
      <dgm:spPr/>
    </dgm:pt>
    <dgm:pt modelId="{C9EB50B3-4786-4DB7-8190-E1B083840F1B}" type="pres">
      <dgm:prSet presAssocID="{8A575B87-043D-45CB-809A-FF5EA9DB60CB}" presName="rect5ParTxNoCh" presStyleLbl="alignAcc1" presStyleIdx="4" presStyleCnt="5">
        <dgm:presLayoutVars>
          <dgm:chMax val="1"/>
          <dgm:bulletEnabled val="1"/>
        </dgm:presLayoutVars>
      </dgm:prSet>
      <dgm:spPr/>
    </dgm:pt>
  </dgm:ptLst>
  <dgm:cxnLst>
    <dgm:cxn modelId="{199F7100-83D6-406C-920C-2F386E7D3864}" type="presOf" srcId="{CA5E43C2-7F1C-411A-9715-33C6AAC7EA56}" destId="{B1522BB1-DB1C-4B13-8071-BB895DDCAD8B}" srcOrd="0" destOrd="0" presId="urn:microsoft.com/office/officeart/2005/8/layout/target3"/>
    <dgm:cxn modelId="{C1FBDD17-2494-4316-B1D0-4E9763649993}" type="presOf" srcId="{4A405E4A-0238-4170-8150-B4ABC486C67C}" destId="{F5AB6F3B-9E99-4563-9B88-0C8DB2BAE776}" srcOrd="0" destOrd="0" presId="urn:microsoft.com/office/officeart/2005/8/layout/target3"/>
    <dgm:cxn modelId="{96EC325B-EF3B-4AFC-BE6D-40F88C04385D}" type="presOf" srcId="{19EFB954-6F31-4DF0-9166-BAC444060315}" destId="{306C4616-E69A-42E5-8F6E-457DE2883FBC}" srcOrd="0" destOrd="0" presId="urn:microsoft.com/office/officeart/2005/8/layout/target3"/>
    <dgm:cxn modelId="{05974E5B-48A5-4C99-9639-62A03FF5BE77}" srcId="{E6A6A192-6621-4F29-8029-5B3A209D57D2}" destId="{4A405E4A-0238-4170-8150-B4ABC486C67C}" srcOrd="0" destOrd="0" parTransId="{104922B8-7EE6-42A0-80DD-1F62074184E3}" sibTransId="{8AAFE82C-D937-4E57-A754-913AE65DCEA8}"/>
    <dgm:cxn modelId="{4808EB5E-B49A-430C-B2EE-0AE3E80EE300}" type="presOf" srcId="{19EFB954-6F31-4DF0-9166-BAC444060315}" destId="{8BCBECB6-986B-4C8B-A86A-9EAC7BFEC721}" srcOrd="1" destOrd="0" presId="urn:microsoft.com/office/officeart/2005/8/layout/target3"/>
    <dgm:cxn modelId="{918FF566-B0C5-45F6-ACF3-847E5E4F222A}" type="presOf" srcId="{CA5E43C2-7F1C-411A-9715-33C6AAC7EA56}" destId="{B2676550-5386-4194-A269-DCE00579C856}" srcOrd="1" destOrd="0" presId="urn:microsoft.com/office/officeart/2005/8/layout/target3"/>
    <dgm:cxn modelId="{6F05FA46-C2EC-40ED-BB4E-03CBDCD48C77}" type="presOf" srcId="{8A575B87-043D-45CB-809A-FF5EA9DB60CB}" destId="{C9EB50B3-4786-4DB7-8190-E1B083840F1B}" srcOrd="1" destOrd="0" presId="urn:microsoft.com/office/officeart/2005/8/layout/target3"/>
    <dgm:cxn modelId="{7836AC47-8A75-4C55-9E2F-6F496E850300}" srcId="{E6A6A192-6621-4F29-8029-5B3A209D57D2}" destId="{8A575B87-043D-45CB-809A-FF5EA9DB60CB}" srcOrd="4" destOrd="0" parTransId="{38A260B3-C45E-4B8D-9D17-7A4984DE3F40}" sibTransId="{F902065E-58DF-4293-A65D-942A0DE67A7E}"/>
    <dgm:cxn modelId="{00C3C259-1147-40D5-AA3F-0190E9AB7095}" type="presOf" srcId="{37C20E36-76B2-4F3C-91EE-E095AEA91F00}" destId="{7DA74214-A5E0-4F8C-94C1-77DAB9C8EC12}" srcOrd="0" destOrd="0" presId="urn:microsoft.com/office/officeart/2005/8/layout/target3"/>
    <dgm:cxn modelId="{D193E482-95C8-43D0-BB06-14A3F1F1E829}" srcId="{E6A6A192-6621-4F29-8029-5B3A209D57D2}" destId="{19EFB954-6F31-4DF0-9166-BAC444060315}" srcOrd="2" destOrd="0" parTransId="{9CCFC951-0574-4B04-954F-500B30E055FA}" sibTransId="{BB775BF4-5234-4927-86E1-484E1B5F6F0C}"/>
    <dgm:cxn modelId="{00D4C6BA-83BA-4CA6-9905-F57E17CFB1DB}" type="presOf" srcId="{4A405E4A-0238-4170-8150-B4ABC486C67C}" destId="{EC7A659C-3729-4AAD-BDF3-BDB64E38C02B}" srcOrd="1" destOrd="0" presId="urn:microsoft.com/office/officeart/2005/8/layout/target3"/>
    <dgm:cxn modelId="{580CDECE-F83D-451A-A700-299346D3283B}" type="presOf" srcId="{37C20E36-76B2-4F3C-91EE-E095AEA91F00}" destId="{885D5BDF-10CA-4FD0-9679-AB468DE5D2FF}" srcOrd="1" destOrd="0" presId="urn:microsoft.com/office/officeart/2005/8/layout/target3"/>
    <dgm:cxn modelId="{E8C19DD1-1DF4-4F88-95EC-EC5C4E3CE259}" srcId="{E6A6A192-6621-4F29-8029-5B3A209D57D2}" destId="{37C20E36-76B2-4F3C-91EE-E095AEA91F00}" srcOrd="3" destOrd="0" parTransId="{9B7B1B3A-2798-43C8-A13E-93C78DD8D536}" sibTransId="{A62C94F5-033D-45CC-A2CE-43A5196BD829}"/>
    <dgm:cxn modelId="{3DE7E9D7-FDA4-4070-860F-007988B2C688}" type="presOf" srcId="{8A575B87-043D-45CB-809A-FF5EA9DB60CB}" destId="{D84E8F1F-316B-4A6A-AD0E-CBAA45FE1058}" srcOrd="0" destOrd="0" presId="urn:microsoft.com/office/officeart/2005/8/layout/target3"/>
    <dgm:cxn modelId="{CF9240E7-EB91-4149-8D0A-620954B30BF1}" type="presOf" srcId="{E6A6A192-6621-4F29-8029-5B3A209D57D2}" destId="{99E8DDCE-33C5-4D18-9095-0F316C600CEB}" srcOrd="0" destOrd="0" presId="urn:microsoft.com/office/officeart/2005/8/layout/target3"/>
    <dgm:cxn modelId="{BB0A56EF-4BB2-4A4C-831F-21C0D10F0CA1}" srcId="{E6A6A192-6621-4F29-8029-5B3A209D57D2}" destId="{CA5E43C2-7F1C-411A-9715-33C6AAC7EA56}" srcOrd="1" destOrd="0" parTransId="{C88F2632-AF5D-4115-929C-F8D0E83F69E6}" sibTransId="{9B465924-1645-4C2B-A406-475C76E1A9AD}"/>
    <dgm:cxn modelId="{2D275B2B-8DBF-4E05-A763-871F3CCD5829}" type="presParOf" srcId="{99E8DDCE-33C5-4D18-9095-0F316C600CEB}" destId="{9EC74328-0D54-42EC-868E-FF543B10D8B5}" srcOrd="0" destOrd="0" presId="urn:microsoft.com/office/officeart/2005/8/layout/target3"/>
    <dgm:cxn modelId="{954E54FF-5D49-49E5-9115-DD43CE9FD686}" type="presParOf" srcId="{99E8DDCE-33C5-4D18-9095-0F316C600CEB}" destId="{1698C50E-617E-4501-86D3-EA221E514A68}" srcOrd="1" destOrd="0" presId="urn:microsoft.com/office/officeart/2005/8/layout/target3"/>
    <dgm:cxn modelId="{6AF472AE-1F08-408A-ACC8-8DD53438FA62}" type="presParOf" srcId="{99E8DDCE-33C5-4D18-9095-0F316C600CEB}" destId="{F5AB6F3B-9E99-4563-9B88-0C8DB2BAE776}" srcOrd="2" destOrd="0" presId="urn:microsoft.com/office/officeart/2005/8/layout/target3"/>
    <dgm:cxn modelId="{3FE9E877-25B7-46FE-860D-2CE3E5250FBB}" type="presParOf" srcId="{99E8DDCE-33C5-4D18-9095-0F316C600CEB}" destId="{26E2551C-025D-4D2B-A8B6-AF50BB7A9054}" srcOrd="3" destOrd="0" presId="urn:microsoft.com/office/officeart/2005/8/layout/target3"/>
    <dgm:cxn modelId="{81681DEF-214D-4907-97CD-82B902EE588D}" type="presParOf" srcId="{99E8DDCE-33C5-4D18-9095-0F316C600CEB}" destId="{911D40AF-75A0-473C-B5F6-87FF73AC21F0}" srcOrd="4" destOrd="0" presId="urn:microsoft.com/office/officeart/2005/8/layout/target3"/>
    <dgm:cxn modelId="{19ED8172-C559-49A9-9C00-79473883AB5D}" type="presParOf" srcId="{99E8DDCE-33C5-4D18-9095-0F316C600CEB}" destId="{B1522BB1-DB1C-4B13-8071-BB895DDCAD8B}" srcOrd="5" destOrd="0" presId="urn:microsoft.com/office/officeart/2005/8/layout/target3"/>
    <dgm:cxn modelId="{AECE3245-5637-49FC-ACBD-A1625E9ADCD7}" type="presParOf" srcId="{99E8DDCE-33C5-4D18-9095-0F316C600CEB}" destId="{14AC549C-1E39-4A5C-A662-71D33474EE4F}" srcOrd="6" destOrd="0" presId="urn:microsoft.com/office/officeart/2005/8/layout/target3"/>
    <dgm:cxn modelId="{717E0B34-E53C-40CD-BA67-3BB6BBF33009}" type="presParOf" srcId="{99E8DDCE-33C5-4D18-9095-0F316C600CEB}" destId="{A48DF97D-8408-4FE0-B5A9-915E4D9826B2}" srcOrd="7" destOrd="0" presId="urn:microsoft.com/office/officeart/2005/8/layout/target3"/>
    <dgm:cxn modelId="{0789EC4D-2A73-42E3-B0C1-A03DAA3764EB}" type="presParOf" srcId="{99E8DDCE-33C5-4D18-9095-0F316C600CEB}" destId="{306C4616-E69A-42E5-8F6E-457DE2883FBC}" srcOrd="8" destOrd="0" presId="urn:microsoft.com/office/officeart/2005/8/layout/target3"/>
    <dgm:cxn modelId="{7CAB9C9D-AC2D-49BB-91E9-7F0502F4D7DD}" type="presParOf" srcId="{99E8DDCE-33C5-4D18-9095-0F316C600CEB}" destId="{2A018406-0FA2-4925-A77D-00BB6EBE1BE0}" srcOrd="9" destOrd="0" presId="urn:microsoft.com/office/officeart/2005/8/layout/target3"/>
    <dgm:cxn modelId="{62B2E9B5-71A1-4826-AD88-3CF6ABF1DB08}" type="presParOf" srcId="{99E8DDCE-33C5-4D18-9095-0F316C600CEB}" destId="{BD7A8522-8011-4315-A8B3-45CA120369E1}" srcOrd="10" destOrd="0" presId="urn:microsoft.com/office/officeart/2005/8/layout/target3"/>
    <dgm:cxn modelId="{5DBEB2D0-136D-410E-BB59-5E629944A520}" type="presParOf" srcId="{99E8DDCE-33C5-4D18-9095-0F316C600CEB}" destId="{7DA74214-A5E0-4F8C-94C1-77DAB9C8EC12}" srcOrd="11" destOrd="0" presId="urn:microsoft.com/office/officeart/2005/8/layout/target3"/>
    <dgm:cxn modelId="{7433790E-6C80-46B7-9355-39D58689CDF0}" type="presParOf" srcId="{99E8DDCE-33C5-4D18-9095-0F316C600CEB}" destId="{53CFFBE8-08A8-480E-AB9A-3B8248171C82}" srcOrd="12" destOrd="0" presId="urn:microsoft.com/office/officeart/2005/8/layout/target3"/>
    <dgm:cxn modelId="{5AA46136-DA28-404E-A12A-983856DBE189}" type="presParOf" srcId="{99E8DDCE-33C5-4D18-9095-0F316C600CEB}" destId="{783BFCEA-501C-4215-98A2-F9E6B6165883}" srcOrd="13" destOrd="0" presId="urn:microsoft.com/office/officeart/2005/8/layout/target3"/>
    <dgm:cxn modelId="{5DAA2696-A6C9-4745-B0DC-6C4D1F605BFD}" type="presParOf" srcId="{99E8DDCE-33C5-4D18-9095-0F316C600CEB}" destId="{D84E8F1F-316B-4A6A-AD0E-CBAA45FE1058}" srcOrd="14" destOrd="0" presId="urn:microsoft.com/office/officeart/2005/8/layout/target3"/>
    <dgm:cxn modelId="{413B8F3E-52FD-41C6-BC48-D0CE6BB2F727}" type="presParOf" srcId="{99E8DDCE-33C5-4D18-9095-0F316C600CEB}" destId="{EC7A659C-3729-4AAD-BDF3-BDB64E38C02B}" srcOrd="15" destOrd="0" presId="urn:microsoft.com/office/officeart/2005/8/layout/target3"/>
    <dgm:cxn modelId="{50C72CE5-958D-4D40-B3FC-80B68300C405}" type="presParOf" srcId="{99E8DDCE-33C5-4D18-9095-0F316C600CEB}" destId="{B2676550-5386-4194-A269-DCE00579C856}" srcOrd="16" destOrd="0" presId="urn:microsoft.com/office/officeart/2005/8/layout/target3"/>
    <dgm:cxn modelId="{6D3CCD25-9DC4-4B75-841A-851D44F36C6D}" type="presParOf" srcId="{99E8DDCE-33C5-4D18-9095-0F316C600CEB}" destId="{8BCBECB6-986B-4C8B-A86A-9EAC7BFEC721}" srcOrd="17" destOrd="0" presId="urn:microsoft.com/office/officeart/2005/8/layout/target3"/>
    <dgm:cxn modelId="{6371BCC2-3EC1-4A17-9928-395EEA23B9C0}" type="presParOf" srcId="{99E8DDCE-33C5-4D18-9095-0F316C600CEB}" destId="{885D5BDF-10CA-4FD0-9679-AB468DE5D2FF}" srcOrd="18" destOrd="0" presId="urn:microsoft.com/office/officeart/2005/8/layout/target3"/>
    <dgm:cxn modelId="{AB8665C4-FA38-4BB4-A768-23FF629DF5E0}" type="presParOf" srcId="{99E8DDCE-33C5-4D18-9095-0F316C600CEB}" destId="{C9EB50B3-4786-4DB7-8190-E1B083840F1B}" srcOrd="19"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3284D22-5FBB-4E6B-B09D-FBF016189D2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PK"/>
        </a:p>
      </dgm:t>
    </dgm:pt>
    <dgm:pt modelId="{AD97C7EA-A52E-4807-91FC-7F73ACA10AEF}">
      <dgm:prSet phldrT="[Text]"/>
      <dgm:spPr/>
      <dgm:t>
        <a:bodyPr/>
        <a:lstStyle/>
        <a:p>
          <a:pPr>
            <a:lnSpc>
              <a:spcPct val="100000"/>
            </a:lnSpc>
          </a:pPr>
          <a:r>
            <a:rPr lang="en-US" dirty="0">
              <a:latin typeface="Arial" panose="020B0604020202020204" pitchFamily="34" charset="0"/>
              <a:cs typeface="Arial" panose="020B0604020202020204" pitchFamily="34" charset="0"/>
            </a:rPr>
            <a:t>Introduction of MIMD.</a:t>
          </a:r>
          <a:endParaRPr lang="en-PK" dirty="0">
            <a:latin typeface="Arial" panose="020B0604020202020204" pitchFamily="34" charset="0"/>
            <a:cs typeface="Arial" panose="020B0604020202020204" pitchFamily="34" charset="0"/>
          </a:endParaRPr>
        </a:p>
      </dgm:t>
    </dgm:pt>
    <dgm:pt modelId="{C71A38FA-4936-49B3-A787-599066C56025}" type="parTrans" cxnId="{1D5F7927-FA0D-46D1-8C91-FF5F26216785}">
      <dgm:prSet/>
      <dgm:spPr/>
      <dgm:t>
        <a:bodyPr/>
        <a:lstStyle/>
        <a:p>
          <a:endParaRPr lang="en-PK"/>
        </a:p>
      </dgm:t>
    </dgm:pt>
    <dgm:pt modelId="{21989FB5-9492-48A8-96CF-3AC5D9A84B6B}" type="sibTrans" cxnId="{1D5F7927-FA0D-46D1-8C91-FF5F26216785}">
      <dgm:prSet/>
      <dgm:spPr/>
      <dgm:t>
        <a:bodyPr/>
        <a:lstStyle/>
        <a:p>
          <a:endParaRPr lang="en-PK"/>
        </a:p>
      </dgm:t>
    </dgm:pt>
    <dgm:pt modelId="{13132748-EF84-4804-85DC-B5D259AD20F2}">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MIMD Architecture.</a:t>
          </a:r>
          <a:endParaRPr lang="en-PK" dirty="0"/>
        </a:p>
      </dgm:t>
    </dgm:pt>
    <dgm:pt modelId="{D13F3432-5530-4792-90DF-FE2A5C06F59A}" type="parTrans" cxnId="{921A41CB-07DF-439B-B09B-133ED88D1EF9}">
      <dgm:prSet/>
      <dgm:spPr/>
      <dgm:t>
        <a:bodyPr/>
        <a:lstStyle/>
        <a:p>
          <a:endParaRPr lang="en-PK"/>
        </a:p>
      </dgm:t>
    </dgm:pt>
    <dgm:pt modelId="{0594577A-67D3-418F-89DA-C59617FAD0B3}" type="sibTrans" cxnId="{921A41CB-07DF-439B-B09B-133ED88D1EF9}">
      <dgm:prSet/>
      <dgm:spPr/>
      <dgm:t>
        <a:bodyPr/>
        <a:lstStyle/>
        <a:p>
          <a:endParaRPr lang="en-PK"/>
        </a:p>
      </dgm:t>
    </dgm:pt>
    <dgm:pt modelId="{B0A10588-A960-4753-8AD6-9F5EB78385A1}">
      <dgm:prSet phldrT="[Text]"/>
      <dgm:spPr/>
      <dgm:t>
        <a:bodyPr/>
        <a:lstStyle/>
        <a:p>
          <a:pPr>
            <a:lnSpc>
              <a:spcPct val="100000"/>
            </a:lnSpc>
          </a:pPr>
          <a:r>
            <a:rPr lang="en-US" altLang="en-PK" dirty="0">
              <a:latin typeface="Arial" panose="020B0604020202020204" pitchFamily="34" charset="0"/>
              <a:ea typeface="ＭＳ Ｐゴシック" panose="020B0600070205080204" pitchFamily="34" charset="-128"/>
              <a:cs typeface="Arial" panose="020B0604020202020204" pitchFamily="34" charset="0"/>
            </a:rPr>
            <a:t>MIMD Shared Memory &amp; Message Passing Architectures.</a:t>
          </a:r>
          <a:endParaRPr lang="en-PK" dirty="0"/>
        </a:p>
      </dgm:t>
    </dgm:pt>
    <dgm:pt modelId="{E91ED6C2-34E9-45CE-B992-721D450D79CF}" type="parTrans" cxnId="{8D2A474F-2BA0-4942-9F36-179AD813D620}">
      <dgm:prSet/>
      <dgm:spPr/>
      <dgm:t>
        <a:bodyPr/>
        <a:lstStyle/>
        <a:p>
          <a:endParaRPr lang="en-PK"/>
        </a:p>
      </dgm:t>
    </dgm:pt>
    <dgm:pt modelId="{8BA827FC-498D-40CA-A31D-B7437880D002}" type="sibTrans" cxnId="{8D2A474F-2BA0-4942-9F36-179AD813D620}">
      <dgm:prSet/>
      <dgm:spPr/>
      <dgm:t>
        <a:bodyPr/>
        <a:lstStyle/>
        <a:p>
          <a:endParaRPr lang="en-PK"/>
        </a:p>
      </dgm:t>
    </dgm:pt>
    <dgm:pt modelId="{ABF4C45D-15C4-49D3-B04C-388C7AFC570D}" type="pres">
      <dgm:prSet presAssocID="{33284D22-5FBB-4E6B-B09D-FBF016189D2A}" presName="root" presStyleCnt="0">
        <dgm:presLayoutVars>
          <dgm:dir/>
          <dgm:resizeHandles val="exact"/>
        </dgm:presLayoutVars>
      </dgm:prSet>
      <dgm:spPr/>
    </dgm:pt>
    <dgm:pt modelId="{A7B19EA3-3658-464F-8172-17D1735860C6}" type="pres">
      <dgm:prSet presAssocID="{AD97C7EA-A52E-4807-91FC-7F73ACA10AEF}" presName="compNode" presStyleCnt="0"/>
      <dgm:spPr/>
    </dgm:pt>
    <dgm:pt modelId="{A186141A-C351-4DED-9869-55A4A97D84AA}" type="pres">
      <dgm:prSet presAssocID="{AD97C7EA-A52E-4807-91FC-7F73ACA10AEF}" presName="bgRect" presStyleLbl="bgShp" presStyleIdx="0" presStyleCnt="3"/>
      <dgm:spPr/>
    </dgm:pt>
    <dgm:pt modelId="{D881F5EF-E907-4B70-B27C-A1BEE31A375E}" type="pres">
      <dgm:prSet presAssocID="{AD97C7EA-A52E-4807-91FC-7F73ACA10AE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erver"/>
        </a:ext>
      </dgm:extLst>
    </dgm:pt>
    <dgm:pt modelId="{E41D3013-4A94-4A3B-902B-2B6BCB557393}" type="pres">
      <dgm:prSet presAssocID="{AD97C7EA-A52E-4807-91FC-7F73ACA10AEF}" presName="spaceRect" presStyleCnt="0"/>
      <dgm:spPr/>
    </dgm:pt>
    <dgm:pt modelId="{B2AC5C86-20CD-4005-B020-941F6711844F}" type="pres">
      <dgm:prSet presAssocID="{AD97C7EA-A52E-4807-91FC-7F73ACA10AEF}" presName="parTx" presStyleLbl="revTx" presStyleIdx="0" presStyleCnt="3">
        <dgm:presLayoutVars>
          <dgm:chMax val="0"/>
          <dgm:chPref val="0"/>
        </dgm:presLayoutVars>
      </dgm:prSet>
      <dgm:spPr/>
    </dgm:pt>
    <dgm:pt modelId="{869BE282-FAB0-4A15-A539-DA3B59F9C1B6}" type="pres">
      <dgm:prSet presAssocID="{21989FB5-9492-48A8-96CF-3AC5D9A84B6B}" presName="sibTrans" presStyleCnt="0"/>
      <dgm:spPr/>
    </dgm:pt>
    <dgm:pt modelId="{BAE37994-E202-4033-8880-78BC6FEE730E}" type="pres">
      <dgm:prSet presAssocID="{13132748-EF84-4804-85DC-B5D259AD20F2}" presName="compNode" presStyleCnt="0"/>
      <dgm:spPr/>
    </dgm:pt>
    <dgm:pt modelId="{86AFC238-F655-46AB-B4B9-6CFAB4EEE339}" type="pres">
      <dgm:prSet presAssocID="{13132748-EF84-4804-85DC-B5D259AD20F2}" presName="bgRect" presStyleLbl="bgShp" presStyleIdx="1" presStyleCnt="3"/>
      <dgm:spPr/>
    </dgm:pt>
    <dgm:pt modelId="{506C0FB1-07FE-4287-8822-A312BB62CC32}" type="pres">
      <dgm:prSet presAssocID="{13132748-EF84-4804-85DC-B5D259AD20F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099FF8FB-66A9-47D0-8F66-B67B25C0BE12}" type="pres">
      <dgm:prSet presAssocID="{13132748-EF84-4804-85DC-B5D259AD20F2}" presName="spaceRect" presStyleCnt="0"/>
      <dgm:spPr/>
    </dgm:pt>
    <dgm:pt modelId="{59721C85-6656-4AF3-AE8E-BA79FACC6864}" type="pres">
      <dgm:prSet presAssocID="{13132748-EF84-4804-85DC-B5D259AD20F2}" presName="parTx" presStyleLbl="revTx" presStyleIdx="1" presStyleCnt="3">
        <dgm:presLayoutVars>
          <dgm:chMax val="0"/>
          <dgm:chPref val="0"/>
        </dgm:presLayoutVars>
      </dgm:prSet>
      <dgm:spPr/>
    </dgm:pt>
    <dgm:pt modelId="{E6486C3B-28A4-4521-8E35-AE3348178F64}" type="pres">
      <dgm:prSet presAssocID="{0594577A-67D3-418F-89DA-C59617FAD0B3}" presName="sibTrans" presStyleCnt="0"/>
      <dgm:spPr/>
    </dgm:pt>
    <dgm:pt modelId="{B41BF234-66EC-4F90-BA43-748E34FAB1EA}" type="pres">
      <dgm:prSet presAssocID="{B0A10588-A960-4753-8AD6-9F5EB78385A1}" presName="compNode" presStyleCnt="0"/>
      <dgm:spPr/>
    </dgm:pt>
    <dgm:pt modelId="{D49CD649-114A-4301-899A-7AB712C48F82}" type="pres">
      <dgm:prSet presAssocID="{B0A10588-A960-4753-8AD6-9F5EB78385A1}" presName="bgRect" presStyleLbl="bgShp" presStyleIdx="2" presStyleCnt="3"/>
      <dgm:spPr/>
    </dgm:pt>
    <dgm:pt modelId="{1EB3E142-0DF4-49A1-B939-883B8F6C6A69}" type="pres">
      <dgm:prSet presAssocID="{B0A10588-A960-4753-8AD6-9F5EB78385A1}"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eckmark"/>
        </a:ext>
      </dgm:extLst>
    </dgm:pt>
    <dgm:pt modelId="{1ED800C3-C055-4934-9EF6-2E6B51466BF4}" type="pres">
      <dgm:prSet presAssocID="{B0A10588-A960-4753-8AD6-9F5EB78385A1}" presName="spaceRect" presStyleCnt="0"/>
      <dgm:spPr/>
    </dgm:pt>
    <dgm:pt modelId="{EE8D50D3-A939-446E-9D71-966B0D8C8EA9}" type="pres">
      <dgm:prSet presAssocID="{B0A10588-A960-4753-8AD6-9F5EB78385A1}" presName="parTx" presStyleLbl="revTx" presStyleIdx="2" presStyleCnt="3">
        <dgm:presLayoutVars>
          <dgm:chMax val="0"/>
          <dgm:chPref val="0"/>
        </dgm:presLayoutVars>
      </dgm:prSet>
      <dgm:spPr/>
    </dgm:pt>
  </dgm:ptLst>
  <dgm:cxnLst>
    <dgm:cxn modelId="{8CD12A04-9058-4954-8E32-47692777EB1D}" type="presOf" srcId="{B0A10588-A960-4753-8AD6-9F5EB78385A1}" destId="{EE8D50D3-A939-446E-9D71-966B0D8C8EA9}" srcOrd="0" destOrd="0" presId="urn:microsoft.com/office/officeart/2018/2/layout/IconVerticalSolidList"/>
    <dgm:cxn modelId="{1D5F7927-FA0D-46D1-8C91-FF5F26216785}" srcId="{33284D22-5FBB-4E6B-B09D-FBF016189D2A}" destId="{AD97C7EA-A52E-4807-91FC-7F73ACA10AEF}" srcOrd="0" destOrd="0" parTransId="{C71A38FA-4936-49B3-A787-599066C56025}" sibTransId="{21989FB5-9492-48A8-96CF-3AC5D9A84B6B}"/>
    <dgm:cxn modelId="{8D2A474F-2BA0-4942-9F36-179AD813D620}" srcId="{33284D22-5FBB-4E6B-B09D-FBF016189D2A}" destId="{B0A10588-A960-4753-8AD6-9F5EB78385A1}" srcOrd="2" destOrd="0" parTransId="{E91ED6C2-34E9-45CE-B992-721D450D79CF}" sibTransId="{8BA827FC-498D-40CA-A31D-B7437880D002}"/>
    <dgm:cxn modelId="{F1CAD981-3614-44EC-905C-7FE83E2C8371}" type="presOf" srcId="{33284D22-5FBB-4E6B-B09D-FBF016189D2A}" destId="{ABF4C45D-15C4-49D3-B04C-388C7AFC570D}" srcOrd="0" destOrd="0" presId="urn:microsoft.com/office/officeart/2018/2/layout/IconVerticalSolidList"/>
    <dgm:cxn modelId="{921A41CB-07DF-439B-B09B-133ED88D1EF9}" srcId="{33284D22-5FBB-4E6B-B09D-FBF016189D2A}" destId="{13132748-EF84-4804-85DC-B5D259AD20F2}" srcOrd="1" destOrd="0" parTransId="{D13F3432-5530-4792-90DF-FE2A5C06F59A}" sibTransId="{0594577A-67D3-418F-89DA-C59617FAD0B3}"/>
    <dgm:cxn modelId="{E24C3ED9-494D-41A8-8EDC-6113BE9ADC69}" type="presOf" srcId="{13132748-EF84-4804-85DC-B5D259AD20F2}" destId="{59721C85-6656-4AF3-AE8E-BA79FACC6864}" srcOrd="0" destOrd="0" presId="urn:microsoft.com/office/officeart/2018/2/layout/IconVerticalSolidList"/>
    <dgm:cxn modelId="{68E6EEF4-5DA6-4BAA-98FB-77246F7AB3B7}" type="presOf" srcId="{AD97C7EA-A52E-4807-91FC-7F73ACA10AEF}" destId="{B2AC5C86-20CD-4005-B020-941F6711844F}" srcOrd="0" destOrd="0" presId="urn:microsoft.com/office/officeart/2018/2/layout/IconVerticalSolidList"/>
    <dgm:cxn modelId="{B4E076D7-9730-435B-BD0B-B4B9DCE9F7AD}" type="presParOf" srcId="{ABF4C45D-15C4-49D3-B04C-388C7AFC570D}" destId="{A7B19EA3-3658-464F-8172-17D1735860C6}" srcOrd="0" destOrd="0" presId="urn:microsoft.com/office/officeart/2018/2/layout/IconVerticalSolidList"/>
    <dgm:cxn modelId="{51DD1730-364B-42DB-8BD5-BE38B56D9D29}" type="presParOf" srcId="{A7B19EA3-3658-464F-8172-17D1735860C6}" destId="{A186141A-C351-4DED-9869-55A4A97D84AA}" srcOrd="0" destOrd="0" presId="urn:microsoft.com/office/officeart/2018/2/layout/IconVerticalSolidList"/>
    <dgm:cxn modelId="{6C5AFD03-6B1C-46EB-8232-CDBF7133B59B}" type="presParOf" srcId="{A7B19EA3-3658-464F-8172-17D1735860C6}" destId="{D881F5EF-E907-4B70-B27C-A1BEE31A375E}" srcOrd="1" destOrd="0" presId="urn:microsoft.com/office/officeart/2018/2/layout/IconVerticalSolidList"/>
    <dgm:cxn modelId="{80585D86-A237-480E-ACAF-74C38FDBAD7E}" type="presParOf" srcId="{A7B19EA3-3658-464F-8172-17D1735860C6}" destId="{E41D3013-4A94-4A3B-902B-2B6BCB557393}" srcOrd="2" destOrd="0" presId="urn:microsoft.com/office/officeart/2018/2/layout/IconVerticalSolidList"/>
    <dgm:cxn modelId="{8098B048-CF74-4B06-BFD7-FEB799C1C8FC}" type="presParOf" srcId="{A7B19EA3-3658-464F-8172-17D1735860C6}" destId="{B2AC5C86-20CD-4005-B020-941F6711844F}" srcOrd="3" destOrd="0" presId="urn:microsoft.com/office/officeart/2018/2/layout/IconVerticalSolidList"/>
    <dgm:cxn modelId="{1D5178B9-85F9-4965-AAEE-EBF636685A67}" type="presParOf" srcId="{ABF4C45D-15C4-49D3-B04C-388C7AFC570D}" destId="{869BE282-FAB0-4A15-A539-DA3B59F9C1B6}" srcOrd="1" destOrd="0" presId="urn:microsoft.com/office/officeart/2018/2/layout/IconVerticalSolidList"/>
    <dgm:cxn modelId="{496B0565-817D-48B8-AEDE-B889601FC60B}" type="presParOf" srcId="{ABF4C45D-15C4-49D3-B04C-388C7AFC570D}" destId="{BAE37994-E202-4033-8880-78BC6FEE730E}" srcOrd="2" destOrd="0" presId="urn:microsoft.com/office/officeart/2018/2/layout/IconVerticalSolidList"/>
    <dgm:cxn modelId="{E8BADB4F-A039-421A-869A-1BE302730C3B}" type="presParOf" srcId="{BAE37994-E202-4033-8880-78BC6FEE730E}" destId="{86AFC238-F655-46AB-B4B9-6CFAB4EEE339}" srcOrd="0" destOrd="0" presId="urn:microsoft.com/office/officeart/2018/2/layout/IconVerticalSolidList"/>
    <dgm:cxn modelId="{10D9D0AB-B1A1-4B9D-A420-391B85460230}" type="presParOf" srcId="{BAE37994-E202-4033-8880-78BC6FEE730E}" destId="{506C0FB1-07FE-4287-8822-A312BB62CC32}" srcOrd="1" destOrd="0" presId="urn:microsoft.com/office/officeart/2018/2/layout/IconVerticalSolidList"/>
    <dgm:cxn modelId="{A374A132-9466-405D-B1F9-BACDBFB0F8A0}" type="presParOf" srcId="{BAE37994-E202-4033-8880-78BC6FEE730E}" destId="{099FF8FB-66A9-47D0-8F66-B67B25C0BE12}" srcOrd="2" destOrd="0" presId="urn:microsoft.com/office/officeart/2018/2/layout/IconVerticalSolidList"/>
    <dgm:cxn modelId="{2B6BF084-BBB2-4E65-8B0C-29FE48EB7325}" type="presParOf" srcId="{BAE37994-E202-4033-8880-78BC6FEE730E}" destId="{59721C85-6656-4AF3-AE8E-BA79FACC6864}" srcOrd="3" destOrd="0" presId="urn:microsoft.com/office/officeart/2018/2/layout/IconVerticalSolidList"/>
    <dgm:cxn modelId="{E71AA441-37CD-4D27-AEFD-278F9A71EC29}" type="presParOf" srcId="{ABF4C45D-15C4-49D3-B04C-388C7AFC570D}" destId="{E6486C3B-28A4-4521-8E35-AE3348178F64}" srcOrd="3" destOrd="0" presId="urn:microsoft.com/office/officeart/2018/2/layout/IconVerticalSolidList"/>
    <dgm:cxn modelId="{5B895EF0-9FEB-4BAF-92FF-C0A634B282F7}" type="presParOf" srcId="{ABF4C45D-15C4-49D3-B04C-388C7AFC570D}" destId="{B41BF234-66EC-4F90-BA43-748E34FAB1EA}" srcOrd="4" destOrd="0" presId="urn:microsoft.com/office/officeart/2018/2/layout/IconVerticalSolidList"/>
    <dgm:cxn modelId="{A804A50B-88A8-4F56-A9EF-A9DF2B1FFFC9}" type="presParOf" srcId="{B41BF234-66EC-4F90-BA43-748E34FAB1EA}" destId="{D49CD649-114A-4301-899A-7AB712C48F82}" srcOrd="0" destOrd="0" presId="urn:microsoft.com/office/officeart/2018/2/layout/IconVerticalSolidList"/>
    <dgm:cxn modelId="{6436544E-E92D-4B34-960C-A1FBDBF65FFB}" type="presParOf" srcId="{B41BF234-66EC-4F90-BA43-748E34FAB1EA}" destId="{1EB3E142-0DF4-49A1-B939-883B8F6C6A69}" srcOrd="1" destOrd="0" presId="urn:microsoft.com/office/officeart/2018/2/layout/IconVerticalSolidList"/>
    <dgm:cxn modelId="{009C07CC-A7EE-4820-AC00-9077C607B1EB}" type="presParOf" srcId="{B41BF234-66EC-4F90-BA43-748E34FAB1EA}" destId="{1ED800C3-C055-4934-9EF6-2E6B51466BF4}" srcOrd="2" destOrd="0" presId="urn:microsoft.com/office/officeart/2018/2/layout/IconVerticalSolidList"/>
    <dgm:cxn modelId="{3966C3FA-2642-4ABF-A8D5-A69B0D56BB87}" type="presParOf" srcId="{B41BF234-66EC-4F90-BA43-748E34FAB1EA}" destId="{EE8D50D3-A939-446E-9D71-966B0D8C8E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06594DF-118A-4C53-B38E-0E29619C6CF4}" type="doc">
      <dgm:prSet loTypeId="urn:microsoft.com/office/officeart/2005/8/layout/target3" loCatId="relationship" qsTypeId="urn:microsoft.com/office/officeart/2005/8/quickstyle/simple1" qsCatId="simple" csTypeId="urn:microsoft.com/office/officeart/2005/8/colors/accent1_2" csCatId="accent1" phldr="1"/>
      <dgm:spPr/>
      <dgm:t>
        <a:bodyPr/>
        <a:lstStyle/>
        <a:p>
          <a:endParaRPr lang="en-PK"/>
        </a:p>
      </dgm:t>
    </dgm:pt>
    <dgm:pt modelId="{48BF0EB7-92D2-4CAB-8DA5-579DD3A28CE2}">
      <dgm:prSet custT="1"/>
      <dgm:spPr/>
      <dgm:t>
        <a:bodyPr/>
        <a:lstStyle/>
        <a:p>
          <a:r>
            <a:rPr lang="en-US" sz="2000">
              <a:latin typeface="+mn-lt"/>
              <a:cs typeface="Arial" panose="020B0604020202020204" pitchFamily="34" charset="0"/>
            </a:rPr>
            <a:t>MIMD processors can execute different programs on different processors. </a:t>
          </a:r>
          <a:endParaRPr lang="en-PK" sz="2000">
            <a:latin typeface="+mn-lt"/>
            <a:cs typeface="Arial" panose="020B0604020202020204" pitchFamily="34" charset="0"/>
          </a:endParaRPr>
        </a:p>
      </dgm:t>
    </dgm:pt>
    <dgm:pt modelId="{6537CB1B-60DD-41D5-8A72-F12780B3F4C5}" type="parTrans" cxnId="{DEB0E58E-3BEC-4CCA-A67D-B795AD673FD8}">
      <dgm:prSet/>
      <dgm:spPr/>
      <dgm:t>
        <a:bodyPr/>
        <a:lstStyle/>
        <a:p>
          <a:endParaRPr lang="en-PK"/>
        </a:p>
      </dgm:t>
    </dgm:pt>
    <dgm:pt modelId="{0F150F39-4239-44D3-B6FE-2BEF7A832072}" type="sibTrans" cxnId="{DEB0E58E-3BEC-4CCA-A67D-B795AD673FD8}">
      <dgm:prSet/>
      <dgm:spPr/>
      <dgm:t>
        <a:bodyPr/>
        <a:lstStyle/>
        <a:p>
          <a:endParaRPr lang="en-PK"/>
        </a:p>
      </dgm:t>
    </dgm:pt>
    <dgm:pt modelId="{4C9ABC79-B68B-4E37-8AA1-3AF6E71F76A9}">
      <dgm:prSet custT="1"/>
      <dgm:spPr/>
      <dgm:t>
        <a:bodyPr/>
        <a:lstStyle/>
        <a:p>
          <a:r>
            <a:rPr lang="en-US" sz="2000" dirty="0">
              <a:latin typeface="+mn-lt"/>
              <a:cs typeface="Arial" panose="020B0604020202020204" pitchFamily="34" charset="0"/>
            </a:rPr>
            <a:t>E</a:t>
          </a:r>
          <a:r>
            <a:rPr lang="en-US" sz="2000" b="0" i="0" dirty="0">
              <a:latin typeface="+mn-lt"/>
              <a:cs typeface="Arial" panose="020B0604020202020204" pitchFamily="34" charset="0"/>
            </a:rPr>
            <a:t>ach processor has a separate program, and an instruction stream is generated from each program.</a:t>
          </a:r>
          <a:endParaRPr lang="en-PK" sz="2000" dirty="0">
            <a:latin typeface="+mn-lt"/>
            <a:cs typeface="Arial" panose="020B0604020202020204" pitchFamily="34" charset="0"/>
          </a:endParaRPr>
        </a:p>
      </dgm:t>
    </dgm:pt>
    <dgm:pt modelId="{F30B3E68-D585-4A57-9718-3962B6558D14}" type="parTrans" cxnId="{2AAB5AF0-2734-4A3B-BF58-805EBF98A93C}">
      <dgm:prSet/>
      <dgm:spPr/>
      <dgm:t>
        <a:bodyPr/>
        <a:lstStyle/>
        <a:p>
          <a:endParaRPr lang="en-PK"/>
        </a:p>
      </dgm:t>
    </dgm:pt>
    <dgm:pt modelId="{C619234D-1F90-4C24-A4C5-9CDCB354E883}" type="sibTrans" cxnId="{2AAB5AF0-2734-4A3B-BF58-805EBF98A93C}">
      <dgm:prSet/>
      <dgm:spPr/>
      <dgm:t>
        <a:bodyPr/>
        <a:lstStyle/>
        <a:p>
          <a:endParaRPr lang="en-PK"/>
        </a:p>
      </dgm:t>
    </dgm:pt>
    <dgm:pt modelId="{05C989BE-2DC3-44B3-964A-2E537D9E2941}">
      <dgm:prSet custT="1"/>
      <dgm:spPr/>
      <dgm:t>
        <a:bodyPr/>
        <a:lstStyle/>
        <a:p>
          <a:r>
            <a:rPr lang="en-US" sz="2000" dirty="0">
              <a:latin typeface="+mn-lt"/>
              <a:cs typeface="Arial" panose="020B0604020202020204" pitchFamily="34" charset="0"/>
            </a:rPr>
            <a:t>Parallelism achieved by connecting multiple processors together. </a:t>
          </a:r>
          <a:endParaRPr lang="en-PK" sz="2000" dirty="0">
            <a:latin typeface="+mn-lt"/>
            <a:cs typeface="Arial" panose="020B0604020202020204" pitchFamily="34" charset="0"/>
          </a:endParaRPr>
        </a:p>
      </dgm:t>
    </dgm:pt>
    <dgm:pt modelId="{FC6E9B06-4177-4F39-9AA2-EDAED27A5114}" type="parTrans" cxnId="{881CCE5F-0DC7-40C2-8896-5032832EEEF2}">
      <dgm:prSet/>
      <dgm:spPr/>
      <dgm:t>
        <a:bodyPr/>
        <a:lstStyle/>
        <a:p>
          <a:endParaRPr lang="en-PK"/>
        </a:p>
      </dgm:t>
    </dgm:pt>
    <dgm:pt modelId="{5DDB4E64-2FB1-469F-ABA3-6FB1C7065306}" type="sibTrans" cxnId="{881CCE5F-0DC7-40C2-8896-5032832EEEF2}">
      <dgm:prSet/>
      <dgm:spPr/>
      <dgm:t>
        <a:bodyPr/>
        <a:lstStyle/>
        <a:p>
          <a:endParaRPr lang="en-PK"/>
        </a:p>
      </dgm:t>
    </dgm:pt>
    <dgm:pt modelId="{12BB6FE6-E45B-4664-8660-2C6321D548C4}">
      <dgm:prSet custT="1"/>
      <dgm:spPr/>
      <dgm:t>
        <a:bodyPr/>
        <a:lstStyle/>
        <a:p>
          <a:r>
            <a:rPr lang="en-US" sz="2000">
              <a:latin typeface="+mn-lt"/>
              <a:cs typeface="Arial" panose="020B0604020202020204" pitchFamily="34" charset="0"/>
            </a:rPr>
            <a:t>Different programs can be run simultaneously. </a:t>
          </a:r>
          <a:endParaRPr lang="en-PK" sz="2000">
            <a:latin typeface="+mn-lt"/>
            <a:cs typeface="Arial" panose="020B0604020202020204" pitchFamily="34" charset="0"/>
          </a:endParaRPr>
        </a:p>
      </dgm:t>
    </dgm:pt>
    <dgm:pt modelId="{2BABB42C-2621-4BF1-ACCC-3263ED23E0EC}" type="parTrans" cxnId="{FC501545-AE1D-44B1-BFB7-EED2A80F1BAF}">
      <dgm:prSet/>
      <dgm:spPr/>
      <dgm:t>
        <a:bodyPr/>
        <a:lstStyle/>
        <a:p>
          <a:endParaRPr lang="en-PK"/>
        </a:p>
      </dgm:t>
    </dgm:pt>
    <dgm:pt modelId="{41A0F9DA-AAFC-4C0F-BE58-8A6F355F98C2}" type="sibTrans" cxnId="{FC501545-AE1D-44B1-BFB7-EED2A80F1BAF}">
      <dgm:prSet/>
      <dgm:spPr/>
      <dgm:t>
        <a:bodyPr/>
        <a:lstStyle/>
        <a:p>
          <a:endParaRPr lang="en-PK"/>
        </a:p>
      </dgm:t>
    </dgm:pt>
    <dgm:pt modelId="{F71BEFC8-6D35-4C62-84BB-58650A6984EA}">
      <dgm:prSet custT="1"/>
      <dgm:spPr/>
      <dgm:t>
        <a:bodyPr/>
        <a:lstStyle/>
        <a:p>
          <a:r>
            <a:rPr lang="en-US" sz="2000">
              <a:latin typeface="+mn-lt"/>
              <a:cs typeface="Arial" panose="020B0604020202020204" pitchFamily="34" charset="0"/>
            </a:rPr>
            <a:t>Each processor can perform any operation regardless of what other processors are doing. </a:t>
          </a:r>
          <a:endParaRPr lang="en-PK" sz="2000">
            <a:latin typeface="+mn-lt"/>
            <a:cs typeface="Arial" panose="020B0604020202020204" pitchFamily="34" charset="0"/>
          </a:endParaRPr>
        </a:p>
      </dgm:t>
    </dgm:pt>
    <dgm:pt modelId="{F65D4253-FE7F-42F0-A854-19DBFAE43CAE}" type="parTrans" cxnId="{EB5E7458-01B7-483F-8BF3-22CC7E645EA8}">
      <dgm:prSet/>
      <dgm:spPr/>
      <dgm:t>
        <a:bodyPr/>
        <a:lstStyle/>
        <a:p>
          <a:endParaRPr lang="en-PK"/>
        </a:p>
      </dgm:t>
    </dgm:pt>
    <dgm:pt modelId="{142DB640-1E17-4E9F-AB7D-23159B9CD619}" type="sibTrans" cxnId="{EB5E7458-01B7-483F-8BF3-22CC7E645EA8}">
      <dgm:prSet/>
      <dgm:spPr/>
      <dgm:t>
        <a:bodyPr/>
        <a:lstStyle/>
        <a:p>
          <a:endParaRPr lang="en-PK"/>
        </a:p>
      </dgm:t>
    </dgm:pt>
    <dgm:pt modelId="{F12F972A-30F4-43A3-B13E-4A38074A85F3}">
      <dgm:prSet custT="1"/>
      <dgm:spPr/>
      <dgm:t>
        <a:bodyPr/>
        <a:lstStyle/>
        <a:p>
          <a:r>
            <a:rPr lang="en-US" sz="2000" dirty="0">
              <a:latin typeface="+mn-lt"/>
              <a:cs typeface="Arial" panose="020B0604020202020204" pitchFamily="34" charset="0"/>
            </a:rPr>
            <a:t>Examples: S-1, Cray-3, Cray T90, Cray T3E, Multiprocessor PCs and </a:t>
          </a:r>
          <a:r>
            <a:rPr lang="en-US" sz="2000" b="0" i="0" dirty="0">
              <a:latin typeface="+mn-lt"/>
              <a:cs typeface="Arial" panose="020B0604020202020204" pitchFamily="34" charset="0"/>
            </a:rPr>
            <a:t>370/168 MP</a:t>
          </a:r>
          <a:endParaRPr lang="en-PK" sz="2000" dirty="0">
            <a:latin typeface="+mn-lt"/>
            <a:cs typeface="Arial" panose="020B0604020202020204" pitchFamily="34" charset="0"/>
          </a:endParaRPr>
        </a:p>
      </dgm:t>
    </dgm:pt>
    <dgm:pt modelId="{C032C464-060B-4EE6-91B1-D9270C6EA324}" type="parTrans" cxnId="{D42D4847-6F28-4FE0-A4FF-7ACB0EC085AC}">
      <dgm:prSet/>
      <dgm:spPr/>
      <dgm:t>
        <a:bodyPr/>
        <a:lstStyle/>
        <a:p>
          <a:endParaRPr lang="en-PK"/>
        </a:p>
      </dgm:t>
    </dgm:pt>
    <dgm:pt modelId="{DFC07DD0-3B01-4617-BB1D-4E2608C450BF}" type="sibTrans" cxnId="{D42D4847-6F28-4FE0-A4FF-7ACB0EC085AC}">
      <dgm:prSet/>
      <dgm:spPr/>
      <dgm:t>
        <a:bodyPr/>
        <a:lstStyle/>
        <a:p>
          <a:endParaRPr lang="en-PK"/>
        </a:p>
      </dgm:t>
    </dgm:pt>
    <dgm:pt modelId="{CDEC7085-5B22-4EF2-862A-3FBD68F88848}" type="pres">
      <dgm:prSet presAssocID="{B06594DF-118A-4C53-B38E-0E29619C6CF4}" presName="Name0" presStyleCnt="0">
        <dgm:presLayoutVars>
          <dgm:chMax val="7"/>
          <dgm:dir/>
          <dgm:animLvl val="lvl"/>
          <dgm:resizeHandles val="exact"/>
        </dgm:presLayoutVars>
      </dgm:prSet>
      <dgm:spPr/>
    </dgm:pt>
    <dgm:pt modelId="{27E12284-8D6D-4692-A16E-D34137EF9293}" type="pres">
      <dgm:prSet presAssocID="{48BF0EB7-92D2-4CAB-8DA5-579DD3A28CE2}" presName="circle1" presStyleLbl="node1" presStyleIdx="0" presStyleCnt="6"/>
      <dgm:spPr/>
    </dgm:pt>
    <dgm:pt modelId="{095869F4-3973-468E-8357-18D07BF8F13E}" type="pres">
      <dgm:prSet presAssocID="{48BF0EB7-92D2-4CAB-8DA5-579DD3A28CE2}" presName="space" presStyleCnt="0"/>
      <dgm:spPr/>
    </dgm:pt>
    <dgm:pt modelId="{74ECC3B8-D84D-479A-95C4-ECF52742A01D}" type="pres">
      <dgm:prSet presAssocID="{48BF0EB7-92D2-4CAB-8DA5-579DD3A28CE2}" presName="rect1" presStyleLbl="alignAcc1" presStyleIdx="0" presStyleCnt="6"/>
      <dgm:spPr/>
    </dgm:pt>
    <dgm:pt modelId="{89F8F0F2-F92C-4B8E-A5A4-2A374454E77C}" type="pres">
      <dgm:prSet presAssocID="{4C9ABC79-B68B-4E37-8AA1-3AF6E71F76A9}" presName="vertSpace2" presStyleLbl="node1" presStyleIdx="0" presStyleCnt="6"/>
      <dgm:spPr/>
    </dgm:pt>
    <dgm:pt modelId="{D82B54A9-FD08-4E67-8BC1-76BC3D255A74}" type="pres">
      <dgm:prSet presAssocID="{4C9ABC79-B68B-4E37-8AA1-3AF6E71F76A9}" presName="circle2" presStyleLbl="node1" presStyleIdx="1" presStyleCnt="6"/>
      <dgm:spPr/>
    </dgm:pt>
    <dgm:pt modelId="{5C81BFF2-12FE-4F0A-B4F3-00E3B4CA2396}" type="pres">
      <dgm:prSet presAssocID="{4C9ABC79-B68B-4E37-8AA1-3AF6E71F76A9}" presName="rect2" presStyleLbl="alignAcc1" presStyleIdx="1" presStyleCnt="6"/>
      <dgm:spPr/>
    </dgm:pt>
    <dgm:pt modelId="{47AD73A2-E38C-4EC8-B143-890E668476E2}" type="pres">
      <dgm:prSet presAssocID="{05C989BE-2DC3-44B3-964A-2E537D9E2941}" presName="vertSpace3" presStyleLbl="node1" presStyleIdx="1" presStyleCnt="6"/>
      <dgm:spPr/>
    </dgm:pt>
    <dgm:pt modelId="{5735B23B-24B8-4C49-8617-F873738EB550}" type="pres">
      <dgm:prSet presAssocID="{05C989BE-2DC3-44B3-964A-2E537D9E2941}" presName="circle3" presStyleLbl="node1" presStyleIdx="2" presStyleCnt="6"/>
      <dgm:spPr/>
    </dgm:pt>
    <dgm:pt modelId="{0F6F46DA-8432-4C53-BC51-D5AC91A77389}" type="pres">
      <dgm:prSet presAssocID="{05C989BE-2DC3-44B3-964A-2E537D9E2941}" presName="rect3" presStyleLbl="alignAcc1" presStyleIdx="2" presStyleCnt="6"/>
      <dgm:spPr/>
    </dgm:pt>
    <dgm:pt modelId="{9471953B-B3FD-4F89-9A60-9BF21557F942}" type="pres">
      <dgm:prSet presAssocID="{12BB6FE6-E45B-4664-8660-2C6321D548C4}" presName="vertSpace4" presStyleLbl="node1" presStyleIdx="2" presStyleCnt="6"/>
      <dgm:spPr/>
    </dgm:pt>
    <dgm:pt modelId="{C8963A0F-FBEE-4FEE-A8E6-5940E49BD1C5}" type="pres">
      <dgm:prSet presAssocID="{12BB6FE6-E45B-4664-8660-2C6321D548C4}" presName="circle4" presStyleLbl="node1" presStyleIdx="3" presStyleCnt="6"/>
      <dgm:spPr/>
    </dgm:pt>
    <dgm:pt modelId="{67C71B0D-2877-43E1-9222-A66D7BFA1E25}" type="pres">
      <dgm:prSet presAssocID="{12BB6FE6-E45B-4664-8660-2C6321D548C4}" presName="rect4" presStyleLbl="alignAcc1" presStyleIdx="3" presStyleCnt="6"/>
      <dgm:spPr/>
    </dgm:pt>
    <dgm:pt modelId="{B24EFB04-19D2-455C-B069-C5CAEBEE7B3D}" type="pres">
      <dgm:prSet presAssocID="{F71BEFC8-6D35-4C62-84BB-58650A6984EA}" presName="vertSpace5" presStyleLbl="node1" presStyleIdx="3" presStyleCnt="6"/>
      <dgm:spPr/>
    </dgm:pt>
    <dgm:pt modelId="{45AF6530-56FE-41F8-8D7A-EE423E3BA903}" type="pres">
      <dgm:prSet presAssocID="{F71BEFC8-6D35-4C62-84BB-58650A6984EA}" presName="circle5" presStyleLbl="node1" presStyleIdx="4" presStyleCnt="6"/>
      <dgm:spPr/>
    </dgm:pt>
    <dgm:pt modelId="{F442FD23-A91A-4993-BE79-AA4CA23C23AB}" type="pres">
      <dgm:prSet presAssocID="{F71BEFC8-6D35-4C62-84BB-58650A6984EA}" presName="rect5" presStyleLbl="alignAcc1" presStyleIdx="4" presStyleCnt="6"/>
      <dgm:spPr/>
    </dgm:pt>
    <dgm:pt modelId="{6E746A7D-3992-4770-8CCC-F9348B32D48A}" type="pres">
      <dgm:prSet presAssocID="{F12F972A-30F4-43A3-B13E-4A38074A85F3}" presName="vertSpace6" presStyleLbl="node1" presStyleIdx="4" presStyleCnt="6"/>
      <dgm:spPr/>
    </dgm:pt>
    <dgm:pt modelId="{55F73272-EB5F-4CF9-BDF9-0F0CB10826F2}" type="pres">
      <dgm:prSet presAssocID="{F12F972A-30F4-43A3-B13E-4A38074A85F3}" presName="circle6" presStyleLbl="node1" presStyleIdx="5" presStyleCnt="6"/>
      <dgm:spPr/>
    </dgm:pt>
    <dgm:pt modelId="{6B6E05E2-D2EB-4318-9687-D25827DC5FAF}" type="pres">
      <dgm:prSet presAssocID="{F12F972A-30F4-43A3-B13E-4A38074A85F3}" presName="rect6" presStyleLbl="alignAcc1" presStyleIdx="5" presStyleCnt="6"/>
      <dgm:spPr/>
    </dgm:pt>
    <dgm:pt modelId="{E5B4E059-C37C-401E-B23A-3440372C6801}" type="pres">
      <dgm:prSet presAssocID="{48BF0EB7-92D2-4CAB-8DA5-579DD3A28CE2}" presName="rect1ParTxNoCh" presStyleLbl="alignAcc1" presStyleIdx="5" presStyleCnt="6">
        <dgm:presLayoutVars>
          <dgm:chMax val="1"/>
          <dgm:bulletEnabled val="1"/>
        </dgm:presLayoutVars>
      </dgm:prSet>
      <dgm:spPr/>
    </dgm:pt>
    <dgm:pt modelId="{DEED955D-478A-4983-AFF8-C202A12C639F}" type="pres">
      <dgm:prSet presAssocID="{4C9ABC79-B68B-4E37-8AA1-3AF6E71F76A9}" presName="rect2ParTxNoCh" presStyleLbl="alignAcc1" presStyleIdx="5" presStyleCnt="6">
        <dgm:presLayoutVars>
          <dgm:chMax val="1"/>
          <dgm:bulletEnabled val="1"/>
        </dgm:presLayoutVars>
      </dgm:prSet>
      <dgm:spPr/>
    </dgm:pt>
    <dgm:pt modelId="{9EC018FF-8EC9-4C99-88FB-C13D58976A8B}" type="pres">
      <dgm:prSet presAssocID="{05C989BE-2DC3-44B3-964A-2E537D9E2941}" presName="rect3ParTxNoCh" presStyleLbl="alignAcc1" presStyleIdx="5" presStyleCnt="6">
        <dgm:presLayoutVars>
          <dgm:chMax val="1"/>
          <dgm:bulletEnabled val="1"/>
        </dgm:presLayoutVars>
      </dgm:prSet>
      <dgm:spPr/>
    </dgm:pt>
    <dgm:pt modelId="{544FBAF9-EFA3-4228-9497-8D243093746D}" type="pres">
      <dgm:prSet presAssocID="{12BB6FE6-E45B-4664-8660-2C6321D548C4}" presName="rect4ParTxNoCh" presStyleLbl="alignAcc1" presStyleIdx="5" presStyleCnt="6">
        <dgm:presLayoutVars>
          <dgm:chMax val="1"/>
          <dgm:bulletEnabled val="1"/>
        </dgm:presLayoutVars>
      </dgm:prSet>
      <dgm:spPr/>
    </dgm:pt>
    <dgm:pt modelId="{9F55D8DB-5ECE-44B7-B187-7258585D57F6}" type="pres">
      <dgm:prSet presAssocID="{F71BEFC8-6D35-4C62-84BB-58650A6984EA}" presName="rect5ParTxNoCh" presStyleLbl="alignAcc1" presStyleIdx="5" presStyleCnt="6">
        <dgm:presLayoutVars>
          <dgm:chMax val="1"/>
          <dgm:bulletEnabled val="1"/>
        </dgm:presLayoutVars>
      </dgm:prSet>
      <dgm:spPr/>
    </dgm:pt>
    <dgm:pt modelId="{0B7124EF-A954-4E91-9AD1-62C78DDED4BC}" type="pres">
      <dgm:prSet presAssocID="{F12F972A-30F4-43A3-B13E-4A38074A85F3}" presName="rect6ParTxNoCh" presStyleLbl="alignAcc1" presStyleIdx="5" presStyleCnt="6">
        <dgm:presLayoutVars>
          <dgm:chMax val="1"/>
          <dgm:bulletEnabled val="1"/>
        </dgm:presLayoutVars>
      </dgm:prSet>
      <dgm:spPr/>
    </dgm:pt>
  </dgm:ptLst>
  <dgm:cxnLst>
    <dgm:cxn modelId="{095CBE1A-B8B2-4F76-84EF-088EE533E087}" type="presOf" srcId="{4C9ABC79-B68B-4E37-8AA1-3AF6E71F76A9}" destId="{5C81BFF2-12FE-4F0A-B4F3-00E3B4CA2396}" srcOrd="0" destOrd="0" presId="urn:microsoft.com/office/officeart/2005/8/layout/target3"/>
    <dgm:cxn modelId="{A3450B1E-F0FF-4EDA-AD94-166E2263029B}" type="presOf" srcId="{F71BEFC8-6D35-4C62-84BB-58650A6984EA}" destId="{9F55D8DB-5ECE-44B7-B187-7258585D57F6}" srcOrd="1" destOrd="0" presId="urn:microsoft.com/office/officeart/2005/8/layout/target3"/>
    <dgm:cxn modelId="{4ECC1C38-6B6B-447E-B5F3-DDF42E4E8F2C}" type="presOf" srcId="{F12F972A-30F4-43A3-B13E-4A38074A85F3}" destId="{6B6E05E2-D2EB-4318-9687-D25827DC5FAF}" srcOrd="0" destOrd="0" presId="urn:microsoft.com/office/officeart/2005/8/layout/target3"/>
    <dgm:cxn modelId="{5C07303D-3D9F-418A-8CFA-2A477D9F8679}" type="presOf" srcId="{B06594DF-118A-4C53-B38E-0E29619C6CF4}" destId="{CDEC7085-5B22-4EF2-862A-3FBD68F88848}" srcOrd="0" destOrd="0" presId="urn:microsoft.com/office/officeart/2005/8/layout/target3"/>
    <dgm:cxn modelId="{881CCE5F-0DC7-40C2-8896-5032832EEEF2}" srcId="{B06594DF-118A-4C53-B38E-0E29619C6CF4}" destId="{05C989BE-2DC3-44B3-964A-2E537D9E2941}" srcOrd="2" destOrd="0" parTransId="{FC6E9B06-4177-4F39-9AA2-EDAED27A5114}" sibTransId="{5DDB4E64-2FB1-469F-ABA3-6FB1C7065306}"/>
    <dgm:cxn modelId="{CD05CD44-4082-46F3-AFDF-7BAD3BF09996}" type="presOf" srcId="{F12F972A-30F4-43A3-B13E-4A38074A85F3}" destId="{0B7124EF-A954-4E91-9AD1-62C78DDED4BC}" srcOrd="1" destOrd="0" presId="urn:microsoft.com/office/officeart/2005/8/layout/target3"/>
    <dgm:cxn modelId="{FC501545-AE1D-44B1-BFB7-EED2A80F1BAF}" srcId="{B06594DF-118A-4C53-B38E-0E29619C6CF4}" destId="{12BB6FE6-E45B-4664-8660-2C6321D548C4}" srcOrd="3" destOrd="0" parTransId="{2BABB42C-2621-4BF1-ACCC-3263ED23E0EC}" sibTransId="{41A0F9DA-AAFC-4C0F-BE58-8A6F355F98C2}"/>
    <dgm:cxn modelId="{D42D4847-6F28-4FE0-A4FF-7ACB0EC085AC}" srcId="{B06594DF-118A-4C53-B38E-0E29619C6CF4}" destId="{F12F972A-30F4-43A3-B13E-4A38074A85F3}" srcOrd="5" destOrd="0" parTransId="{C032C464-060B-4EE6-91B1-D9270C6EA324}" sibTransId="{DFC07DD0-3B01-4617-BB1D-4E2608C450BF}"/>
    <dgm:cxn modelId="{82305457-F134-46FA-BE51-7F07C198BE14}" type="presOf" srcId="{05C989BE-2DC3-44B3-964A-2E537D9E2941}" destId="{0F6F46DA-8432-4C53-BC51-D5AC91A77389}" srcOrd="0" destOrd="0" presId="urn:microsoft.com/office/officeart/2005/8/layout/target3"/>
    <dgm:cxn modelId="{EB5E7458-01B7-483F-8BF3-22CC7E645EA8}" srcId="{B06594DF-118A-4C53-B38E-0E29619C6CF4}" destId="{F71BEFC8-6D35-4C62-84BB-58650A6984EA}" srcOrd="4" destOrd="0" parTransId="{F65D4253-FE7F-42F0-A854-19DBFAE43CAE}" sibTransId="{142DB640-1E17-4E9F-AB7D-23159B9CD619}"/>
    <dgm:cxn modelId="{DEB0E58E-3BEC-4CCA-A67D-B795AD673FD8}" srcId="{B06594DF-118A-4C53-B38E-0E29619C6CF4}" destId="{48BF0EB7-92D2-4CAB-8DA5-579DD3A28CE2}" srcOrd="0" destOrd="0" parTransId="{6537CB1B-60DD-41D5-8A72-F12780B3F4C5}" sibTransId="{0F150F39-4239-44D3-B6FE-2BEF7A832072}"/>
    <dgm:cxn modelId="{D041D59C-A7CE-4D52-951A-4F2CF1BD1FAD}" type="presOf" srcId="{4C9ABC79-B68B-4E37-8AA1-3AF6E71F76A9}" destId="{DEED955D-478A-4983-AFF8-C202A12C639F}" srcOrd="1" destOrd="0" presId="urn:microsoft.com/office/officeart/2005/8/layout/target3"/>
    <dgm:cxn modelId="{D08246CC-85C9-441B-B367-74FF23970C69}" type="presOf" srcId="{12BB6FE6-E45B-4664-8660-2C6321D548C4}" destId="{67C71B0D-2877-43E1-9222-A66D7BFA1E25}" srcOrd="0" destOrd="0" presId="urn:microsoft.com/office/officeart/2005/8/layout/target3"/>
    <dgm:cxn modelId="{F9E660D2-223A-41C3-BD94-D9F814EBEECC}" type="presOf" srcId="{48BF0EB7-92D2-4CAB-8DA5-579DD3A28CE2}" destId="{74ECC3B8-D84D-479A-95C4-ECF52742A01D}" srcOrd="0" destOrd="0" presId="urn:microsoft.com/office/officeart/2005/8/layout/target3"/>
    <dgm:cxn modelId="{F82542DB-F512-4F8A-ACDF-32EF1774DB58}" type="presOf" srcId="{12BB6FE6-E45B-4664-8660-2C6321D548C4}" destId="{544FBAF9-EFA3-4228-9497-8D243093746D}" srcOrd="1" destOrd="0" presId="urn:microsoft.com/office/officeart/2005/8/layout/target3"/>
    <dgm:cxn modelId="{DBEB37E0-B3B6-4598-83C1-EF27DE875642}" type="presOf" srcId="{F71BEFC8-6D35-4C62-84BB-58650A6984EA}" destId="{F442FD23-A91A-4993-BE79-AA4CA23C23AB}" srcOrd="0" destOrd="0" presId="urn:microsoft.com/office/officeart/2005/8/layout/target3"/>
    <dgm:cxn modelId="{224824F0-9F8C-418A-8844-E8FD85CAB064}" type="presOf" srcId="{05C989BE-2DC3-44B3-964A-2E537D9E2941}" destId="{9EC018FF-8EC9-4C99-88FB-C13D58976A8B}" srcOrd="1" destOrd="0" presId="urn:microsoft.com/office/officeart/2005/8/layout/target3"/>
    <dgm:cxn modelId="{2AAB5AF0-2734-4A3B-BF58-805EBF98A93C}" srcId="{B06594DF-118A-4C53-B38E-0E29619C6CF4}" destId="{4C9ABC79-B68B-4E37-8AA1-3AF6E71F76A9}" srcOrd="1" destOrd="0" parTransId="{F30B3E68-D585-4A57-9718-3962B6558D14}" sibTransId="{C619234D-1F90-4C24-A4C5-9CDCB354E883}"/>
    <dgm:cxn modelId="{B2BEC6FE-9518-4954-969D-D774DC13090F}" type="presOf" srcId="{48BF0EB7-92D2-4CAB-8DA5-579DD3A28CE2}" destId="{E5B4E059-C37C-401E-B23A-3440372C6801}" srcOrd="1" destOrd="0" presId="urn:microsoft.com/office/officeart/2005/8/layout/target3"/>
    <dgm:cxn modelId="{D726F02F-F63E-4E15-A23B-4A250E31328F}" type="presParOf" srcId="{CDEC7085-5B22-4EF2-862A-3FBD68F88848}" destId="{27E12284-8D6D-4692-A16E-D34137EF9293}" srcOrd="0" destOrd="0" presId="urn:microsoft.com/office/officeart/2005/8/layout/target3"/>
    <dgm:cxn modelId="{720D1987-6808-4CD3-A9D0-F74AFD7D881F}" type="presParOf" srcId="{CDEC7085-5B22-4EF2-862A-3FBD68F88848}" destId="{095869F4-3973-468E-8357-18D07BF8F13E}" srcOrd="1" destOrd="0" presId="urn:microsoft.com/office/officeart/2005/8/layout/target3"/>
    <dgm:cxn modelId="{80C082B1-5E93-45C6-9DF2-D73FFD484E48}" type="presParOf" srcId="{CDEC7085-5B22-4EF2-862A-3FBD68F88848}" destId="{74ECC3B8-D84D-479A-95C4-ECF52742A01D}" srcOrd="2" destOrd="0" presId="urn:microsoft.com/office/officeart/2005/8/layout/target3"/>
    <dgm:cxn modelId="{E987D1C3-16EB-4FFC-89C0-D14554A0DA05}" type="presParOf" srcId="{CDEC7085-5B22-4EF2-862A-3FBD68F88848}" destId="{89F8F0F2-F92C-4B8E-A5A4-2A374454E77C}" srcOrd="3" destOrd="0" presId="urn:microsoft.com/office/officeart/2005/8/layout/target3"/>
    <dgm:cxn modelId="{23FCAACF-3966-488A-9A16-357532F16F55}" type="presParOf" srcId="{CDEC7085-5B22-4EF2-862A-3FBD68F88848}" destId="{D82B54A9-FD08-4E67-8BC1-76BC3D255A74}" srcOrd="4" destOrd="0" presId="urn:microsoft.com/office/officeart/2005/8/layout/target3"/>
    <dgm:cxn modelId="{EF46E9FA-7F22-4996-A2AA-A33908094F07}" type="presParOf" srcId="{CDEC7085-5B22-4EF2-862A-3FBD68F88848}" destId="{5C81BFF2-12FE-4F0A-B4F3-00E3B4CA2396}" srcOrd="5" destOrd="0" presId="urn:microsoft.com/office/officeart/2005/8/layout/target3"/>
    <dgm:cxn modelId="{EBA5A141-1855-4BB8-8340-1EBB50E4D721}" type="presParOf" srcId="{CDEC7085-5B22-4EF2-862A-3FBD68F88848}" destId="{47AD73A2-E38C-4EC8-B143-890E668476E2}" srcOrd="6" destOrd="0" presId="urn:microsoft.com/office/officeart/2005/8/layout/target3"/>
    <dgm:cxn modelId="{A0323E36-E33C-49CD-8736-3E58298F0D16}" type="presParOf" srcId="{CDEC7085-5B22-4EF2-862A-3FBD68F88848}" destId="{5735B23B-24B8-4C49-8617-F873738EB550}" srcOrd="7" destOrd="0" presId="urn:microsoft.com/office/officeart/2005/8/layout/target3"/>
    <dgm:cxn modelId="{51B0A3CC-4762-40A5-81F4-0FE098C9D37C}" type="presParOf" srcId="{CDEC7085-5B22-4EF2-862A-3FBD68F88848}" destId="{0F6F46DA-8432-4C53-BC51-D5AC91A77389}" srcOrd="8" destOrd="0" presId="urn:microsoft.com/office/officeart/2005/8/layout/target3"/>
    <dgm:cxn modelId="{DB98CBE7-B842-4652-BE94-8F4456C96565}" type="presParOf" srcId="{CDEC7085-5B22-4EF2-862A-3FBD68F88848}" destId="{9471953B-B3FD-4F89-9A60-9BF21557F942}" srcOrd="9" destOrd="0" presId="urn:microsoft.com/office/officeart/2005/8/layout/target3"/>
    <dgm:cxn modelId="{F69430A0-F549-4A0D-9D49-4DADB5E25819}" type="presParOf" srcId="{CDEC7085-5B22-4EF2-862A-3FBD68F88848}" destId="{C8963A0F-FBEE-4FEE-A8E6-5940E49BD1C5}" srcOrd="10" destOrd="0" presId="urn:microsoft.com/office/officeart/2005/8/layout/target3"/>
    <dgm:cxn modelId="{579DC726-5D30-4457-BBD9-EA216EB8F833}" type="presParOf" srcId="{CDEC7085-5B22-4EF2-862A-3FBD68F88848}" destId="{67C71B0D-2877-43E1-9222-A66D7BFA1E25}" srcOrd="11" destOrd="0" presId="urn:microsoft.com/office/officeart/2005/8/layout/target3"/>
    <dgm:cxn modelId="{670E52E9-8478-4ACE-9AFF-63590D4D6DA1}" type="presParOf" srcId="{CDEC7085-5B22-4EF2-862A-3FBD68F88848}" destId="{B24EFB04-19D2-455C-B069-C5CAEBEE7B3D}" srcOrd="12" destOrd="0" presId="urn:microsoft.com/office/officeart/2005/8/layout/target3"/>
    <dgm:cxn modelId="{373E5C53-D2AD-4086-A653-25BADC8DAAC8}" type="presParOf" srcId="{CDEC7085-5B22-4EF2-862A-3FBD68F88848}" destId="{45AF6530-56FE-41F8-8D7A-EE423E3BA903}" srcOrd="13" destOrd="0" presId="urn:microsoft.com/office/officeart/2005/8/layout/target3"/>
    <dgm:cxn modelId="{E9310A92-C170-42A3-9DCF-25FB99D55494}" type="presParOf" srcId="{CDEC7085-5B22-4EF2-862A-3FBD68F88848}" destId="{F442FD23-A91A-4993-BE79-AA4CA23C23AB}" srcOrd="14" destOrd="0" presId="urn:microsoft.com/office/officeart/2005/8/layout/target3"/>
    <dgm:cxn modelId="{DED731FB-D1D9-4465-8FE3-B792EAE62C82}" type="presParOf" srcId="{CDEC7085-5B22-4EF2-862A-3FBD68F88848}" destId="{6E746A7D-3992-4770-8CCC-F9348B32D48A}" srcOrd="15" destOrd="0" presId="urn:microsoft.com/office/officeart/2005/8/layout/target3"/>
    <dgm:cxn modelId="{03CBC3F7-E0E3-4F59-A5FC-601206B90713}" type="presParOf" srcId="{CDEC7085-5B22-4EF2-862A-3FBD68F88848}" destId="{55F73272-EB5F-4CF9-BDF9-0F0CB10826F2}" srcOrd="16" destOrd="0" presId="urn:microsoft.com/office/officeart/2005/8/layout/target3"/>
    <dgm:cxn modelId="{AED2DCA8-0103-400A-BAF6-4232CCE3D602}" type="presParOf" srcId="{CDEC7085-5B22-4EF2-862A-3FBD68F88848}" destId="{6B6E05E2-D2EB-4318-9687-D25827DC5FAF}" srcOrd="17" destOrd="0" presId="urn:microsoft.com/office/officeart/2005/8/layout/target3"/>
    <dgm:cxn modelId="{A840EFD8-A48C-47AB-8FA9-4B0B1BCBDC20}" type="presParOf" srcId="{CDEC7085-5B22-4EF2-862A-3FBD68F88848}" destId="{E5B4E059-C37C-401E-B23A-3440372C6801}" srcOrd="18" destOrd="0" presId="urn:microsoft.com/office/officeart/2005/8/layout/target3"/>
    <dgm:cxn modelId="{3E0C0D4A-A8BB-4BFA-946E-2F7015A91A6C}" type="presParOf" srcId="{CDEC7085-5B22-4EF2-862A-3FBD68F88848}" destId="{DEED955D-478A-4983-AFF8-C202A12C639F}" srcOrd="19" destOrd="0" presId="urn:microsoft.com/office/officeart/2005/8/layout/target3"/>
    <dgm:cxn modelId="{164A39DF-C84B-477C-988E-DCC7D55A0A0C}" type="presParOf" srcId="{CDEC7085-5B22-4EF2-862A-3FBD68F88848}" destId="{9EC018FF-8EC9-4C99-88FB-C13D58976A8B}" srcOrd="20" destOrd="0" presId="urn:microsoft.com/office/officeart/2005/8/layout/target3"/>
    <dgm:cxn modelId="{AB0B2918-180D-422F-941C-9DF9DBF47F73}" type="presParOf" srcId="{CDEC7085-5B22-4EF2-862A-3FBD68F88848}" destId="{544FBAF9-EFA3-4228-9497-8D243093746D}" srcOrd="21" destOrd="0" presId="urn:microsoft.com/office/officeart/2005/8/layout/target3"/>
    <dgm:cxn modelId="{9E83F728-408A-4B36-BE0D-29FA2075BFA1}" type="presParOf" srcId="{CDEC7085-5B22-4EF2-862A-3FBD68F88848}" destId="{9F55D8DB-5ECE-44B7-B187-7258585D57F6}" srcOrd="22" destOrd="0" presId="urn:microsoft.com/office/officeart/2005/8/layout/target3"/>
    <dgm:cxn modelId="{FDEAA8ED-377D-4E70-BDA0-84575D1DB264}" type="presParOf" srcId="{CDEC7085-5B22-4EF2-862A-3FBD68F88848}" destId="{0B7124EF-A954-4E91-9AD1-62C78DDED4BC}" srcOrd="23" destOrd="0" presId="urn:microsoft.com/office/officeart/2005/8/layout/targe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579297A-8E75-439D-B2E9-061683EAE65B}"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PK"/>
        </a:p>
      </dgm:t>
    </dgm:pt>
    <dgm:pt modelId="{FA487376-0D16-4046-9A8C-3D0D0C88B880}">
      <dgm:prSet/>
      <dgm:spPr/>
      <dgm:t>
        <a:bodyPr/>
        <a:lstStyle/>
        <a:p>
          <a:r>
            <a:rPr lang="en-US"/>
            <a:t>Special purpose computer</a:t>
          </a:r>
          <a:endParaRPr lang="en-PK"/>
        </a:p>
      </dgm:t>
    </dgm:pt>
    <dgm:pt modelId="{B9CECF21-A9C9-430F-8059-E88EDEA43A5F}" type="parTrans" cxnId="{7B8E298A-1239-4F55-B75C-C6F8D93BEBD5}">
      <dgm:prSet/>
      <dgm:spPr/>
      <dgm:t>
        <a:bodyPr/>
        <a:lstStyle/>
        <a:p>
          <a:endParaRPr lang="en-PK"/>
        </a:p>
      </dgm:t>
    </dgm:pt>
    <dgm:pt modelId="{2296247E-DB30-4806-9A61-FC4B56ED458D}" type="sibTrans" cxnId="{7B8E298A-1239-4F55-B75C-C6F8D93BEBD5}">
      <dgm:prSet/>
      <dgm:spPr/>
      <dgm:t>
        <a:bodyPr/>
        <a:lstStyle/>
        <a:p>
          <a:endParaRPr lang="en-PK"/>
        </a:p>
      </dgm:t>
    </dgm:pt>
    <dgm:pt modelId="{B2B64D59-5212-4F75-B356-11565A277A2E}">
      <dgm:prSet/>
      <dgm:spPr/>
      <dgm:t>
        <a:bodyPr/>
        <a:lstStyle/>
        <a:p>
          <a:r>
            <a:rPr lang="en-US" dirty="0"/>
            <a:t>Shared or distributed memory </a:t>
          </a:r>
          <a:endParaRPr lang="en-PK" dirty="0"/>
        </a:p>
      </dgm:t>
    </dgm:pt>
    <dgm:pt modelId="{FADC79F4-BC3A-47C2-8331-B5041DA893D2}" type="parTrans" cxnId="{07B192D4-FB24-4518-913B-8EB4E4322679}">
      <dgm:prSet/>
      <dgm:spPr/>
      <dgm:t>
        <a:bodyPr/>
        <a:lstStyle/>
        <a:p>
          <a:endParaRPr lang="en-PK"/>
        </a:p>
      </dgm:t>
    </dgm:pt>
    <dgm:pt modelId="{779E137D-F5C7-4536-B3AA-B1B51EAF7DAD}" type="sibTrans" cxnId="{07B192D4-FB24-4518-913B-8EB4E4322679}">
      <dgm:prSet/>
      <dgm:spPr/>
      <dgm:t>
        <a:bodyPr/>
        <a:lstStyle/>
        <a:p>
          <a:endParaRPr lang="en-PK"/>
        </a:p>
      </dgm:t>
    </dgm:pt>
    <dgm:pt modelId="{2D08EAD7-E5EE-44BC-81B2-AC02B79F0F6F}">
      <dgm:prSet/>
      <dgm:spPr/>
      <dgm:t>
        <a:bodyPr/>
        <a:lstStyle/>
        <a:p>
          <a:r>
            <a:rPr lang="en-US" dirty="0"/>
            <a:t>Made of multiple processors and multiple memory modules connected via some interconnection network. </a:t>
          </a:r>
          <a:endParaRPr lang="en-PK" dirty="0"/>
        </a:p>
      </dgm:t>
    </dgm:pt>
    <dgm:pt modelId="{6D7DDF7D-4632-4B46-BF44-729E19BB4C6F}" type="parTrans" cxnId="{989A4D25-A761-419D-A097-B7EEE1D5F0D3}">
      <dgm:prSet/>
      <dgm:spPr/>
      <dgm:t>
        <a:bodyPr/>
        <a:lstStyle/>
        <a:p>
          <a:endParaRPr lang="en-PK"/>
        </a:p>
      </dgm:t>
    </dgm:pt>
    <dgm:pt modelId="{2A7B88A3-85EB-4F16-8588-5616846AF648}" type="sibTrans" cxnId="{989A4D25-A761-419D-A097-B7EEE1D5F0D3}">
      <dgm:prSet/>
      <dgm:spPr/>
      <dgm:t>
        <a:bodyPr/>
        <a:lstStyle/>
        <a:p>
          <a:endParaRPr lang="en-PK"/>
        </a:p>
      </dgm:t>
    </dgm:pt>
    <dgm:pt modelId="{E2FB7001-F11A-4DA7-BE0D-C38A7FAE10DB}">
      <dgm:prSet/>
      <dgm:spPr/>
      <dgm:t>
        <a:bodyPr/>
        <a:lstStyle/>
        <a:p>
          <a:r>
            <a:rPr lang="en-US" dirty="0"/>
            <a:t>Classified into two configuration schemes: </a:t>
          </a:r>
          <a:endParaRPr lang="en-PK" dirty="0"/>
        </a:p>
      </dgm:t>
    </dgm:pt>
    <dgm:pt modelId="{C589814C-7DC4-4D85-B576-6BCABBD8156C}" type="parTrans" cxnId="{1ABA54A9-53EE-4FD9-939F-AF7E0E4E0F55}">
      <dgm:prSet/>
      <dgm:spPr/>
      <dgm:t>
        <a:bodyPr/>
        <a:lstStyle/>
        <a:p>
          <a:endParaRPr lang="en-PK"/>
        </a:p>
      </dgm:t>
    </dgm:pt>
    <dgm:pt modelId="{AF36922E-40D5-40AE-B916-B0FFC62E05CA}" type="sibTrans" cxnId="{1ABA54A9-53EE-4FD9-939F-AF7E0E4E0F55}">
      <dgm:prSet/>
      <dgm:spPr/>
      <dgm:t>
        <a:bodyPr/>
        <a:lstStyle/>
        <a:p>
          <a:endParaRPr lang="en-PK"/>
        </a:p>
      </dgm:t>
    </dgm:pt>
    <dgm:pt modelId="{AB84AEEB-C130-4337-9988-97B369E835D3}">
      <dgm:prSet/>
      <dgm:spPr/>
      <dgm:t>
        <a:bodyPr/>
        <a:lstStyle/>
        <a:p>
          <a:r>
            <a:rPr lang="en-US" dirty="0"/>
            <a:t>Shared memory </a:t>
          </a:r>
          <a:endParaRPr lang="en-PK" dirty="0"/>
        </a:p>
      </dgm:t>
    </dgm:pt>
    <dgm:pt modelId="{1450BD51-1667-4994-95C2-B934BDDD6E46}" type="parTrans" cxnId="{FD13AE86-ADD3-40F5-9E14-B4A6C82C86B5}">
      <dgm:prSet/>
      <dgm:spPr/>
      <dgm:t>
        <a:bodyPr/>
        <a:lstStyle/>
        <a:p>
          <a:endParaRPr lang="en-PK"/>
        </a:p>
      </dgm:t>
    </dgm:pt>
    <dgm:pt modelId="{837DEB85-C37C-41CB-9BFD-8E104E70267D}" type="sibTrans" cxnId="{FD13AE86-ADD3-40F5-9E14-B4A6C82C86B5}">
      <dgm:prSet/>
      <dgm:spPr/>
      <dgm:t>
        <a:bodyPr/>
        <a:lstStyle/>
        <a:p>
          <a:endParaRPr lang="en-PK"/>
        </a:p>
      </dgm:t>
    </dgm:pt>
    <dgm:pt modelId="{E4F5AEF1-26B4-4839-BC7A-06DE1BF6EA53}">
      <dgm:prSet/>
      <dgm:spPr/>
      <dgm:t>
        <a:bodyPr/>
        <a:lstStyle/>
        <a:p>
          <a:r>
            <a:rPr lang="en-US" dirty="0"/>
            <a:t>Message passing</a:t>
          </a:r>
          <a:endParaRPr lang="en-PK" dirty="0"/>
        </a:p>
      </dgm:t>
    </dgm:pt>
    <dgm:pt modelId="{6630F89A-5BA5-4511-9700-12A9904195EB}" type="parTrans" cxnId="{A322CC15-A860-4F61-8639-3E7F49EF87B2}">
      <dgm:prSet/>
      <dgm:spPr/>
      <dgm:t>
        <a:bodyPr/>
        <a:lstStyle/>
        <a:p>
          <a:endParaRPr lang="en-PK"/>
        </a:p>
      </dgm:t>
    </dgm:pt>
    <dgm:pt modelId="{7212CC9B-6A75-4A8D-BA71-507F87621B01}" type="sibTrans" cxnId="{A322CC15-A860-4F61-8639-3E7F49EF87B2}">
      <dgm:prSet/>
      <dgm:spPr/>
      <dgm:t>
        <a:bodyPr/>
        <a:lstStyle/>
        <a:p>
          <a:endParaRPr lang="en-PK"/>
        </a:p>
      </dgm:t>
    </dgm:pt>
    <dgm:pt modelId="{5F972022-184B-4A7A-8872-E80292BB0ADF}" type="pres">
      <dgm:prSet presAssocID="{A579297A-8E75-439D-B2E9-061683EAE65B}" presName="diagram" presStyleCnt="0">
        <dgm:presLayoutVars>
          <dgm:dir/>
          <dgm:resizeHandles val="exact"/>
        </dgm:presLayoutVars>
      </dgm:prSet>
      <dgm:spPr/>
    </dgm:pt>
    <dgm:pt modelId="{66BCA646-C9B1-49AD-B4C2-9645023F8423}" type="pres">
      <dgm:prSet presAssocID="{FA487376-0D16-4046-9A8C-3D0D0C88B880}" presName="node" presStyleLbl="node1" presStyleIdx="0" presStyleCnt="4">
        <dgm:presLayoutVars>
          <dgm:bulletEnabled val="1"/>
        </dgm:presLayoutVars>
      </dgm:prSet>
      <dgm:spPr>
        <a:prstGeom prst="flowChartAlternateProcess">
          <a:avLst/>
        </a:prstGeom>
      </dgm:spPr>
    </dgm:pt>
    <dgm:pt modelId="{4FBA28B7-0CD2-4E72-8749-ACDBB19D9DF6}" type="pres">
      <dgm:prSet presAssocID="{2296247E-DB30-4806-9A61-FC4B56ED458D}" presName="sibTrans" presStyleCnt="0"/>
      <dgm:spPr/>
    </dgm:pt>
    <dgm:pt modelId="{3D8CC78B-D6B1-4897-8FCB-1E6180CBE56A}" type="pres">
      <dgm:prSet presAssocID="{B2B64D59-5212-4F75-B356-11565A277A2E}" presName="node" presStyleLbl="node1" presStyleIdx="1" presStyleCnt="4">
        <dgm:presLayoutVars>
          <dgm:bulletEnabled val="1"/>
        </dgm:presLayoutVars>
      </dgm:prSet>
      <dgm:spPr>
        <a:prstGeom prst="flowChartAlternateProcess">
          <a:avLst/>
        </a:prstGeom>
      </dgm:spPr>
    </dgm:pt>
    <dgm:pt modelId="{B7AF0E9B-6AF9-4640-A54C-9DA1C0BFBF63}" type="pres">
      <dgm:prSet presAssocID="{779E137D-F5C7-4536-B3AA-B1B51EAF7DAD}" presName="sibTrans" presStyleCnt="0"/>
      <dgm:spPr/>
    </dgm:pt>
    <dgm:pt modelId="{3BA97C7F-C971-47E3-867F-F27621C23696}" type="pres">
      <dgm:prSet presAssocID="{2D08EAD7-E5EE-44BC-81B2-AC02B79F0F6F}" presName="node" presStyleLbl="node1" presStyleIdx="2" presStyleCnt="4">
        <dgm:presLayoutVars>
          <dgm:bulletEnabled val="1"/>
        </dgm:presLayoutVars>
      </dgm:prSet>
      <dgm:spPr>
        <a:prstGeom prst="flowChartAlternateProcess">
          <a:avLst/>
        </a:prstGeom>
      </dgm:spPr>
    </dgm:pt>
    <dgm:pt modelId="{7209E2EC-7E57-4F3B-B64A-69A3FCAA1D3A}" type="pres">
      <dgm:prSet presAssocID="{2A7B88A3-85EB-4F16-8588-5616846AF648}" presName="sibTrans" presStyleCnt="0"/>
      <dgm:spPr/>
    </dgm:pt>
    <dgm:pt modelId="{56151812-7F41-472A-AA65-8974193661A0}" type="pres">
      <dgm:prSet presAssocID="{E2FB7001-F11A-4DA7-BE0D-C38A7FAE10DB}" presName="node" presStyleLbl="node1" presStyleIdx="3" presStyleCnt="4">
        <dgm:presLayoutVars>
          <dgm:bulletEnabled val="1"/>
        </dgm:presLayoutVars>
      </dgm:prSet>
      <dgm:spPr>
        <a:prstGeom prst="flowChartAlternateProcess">
          <a:avLst/>
        </a:prstGeom>
      </dgm:spPr>
    </dgm:pt>
  </dgm:ptLst>
  <dgm:cxnLst>
    <dgm:cxn modelId="{14D7CE06-AD96-4946-AF30-F640AFF765ED}" type="presOf" srcId="{E4F5AEF1-26B4-4839-BC7A-06DE1BF6EA53}" destId="{56151812-7F41-472A-AA65-8974193661A0}" srcOrd="0" destOrd="2" presId="urn:microsoft.com/office/officeart/2005/8/layout/default"/>
    <dgm:cxn modelId="{A322CC15-A860-4F61-8639-3E7F49EF87B2}" srcId="{E2FB7001-F11A-4DA7-BE0D-C38A7FAE10DB}" destId="{E4F5AEF1-26B4-4839-BC7A-06DE1BF6EA53}" srcOrd="1" destOrd="0" parTransId="{6630F89A-5BA5-4511-9700-12A9904195EB}" sibTransId="{7212CC9B-6A75-4A8D-BA71-507F87621B01}"/>
    <dgm:cxn modelId="{989A4D25-A761-419D-A097-B7EEE1D5F0D3}" srcId="{A579297A-8E75-439D-B2E9-061683EAE65B}" destId="{2D08EAD7-E5EE-44BC-81B2-AC02B79F0F6F}" srcOrd="2" destOrd="0" parTransId="{6D7DDF7D-4632-4B46-BF44-729E19BB4C6F}" sibTransId="{2A7B88A3-85EB-4F16-8588-5616846AF648}"/>
    <dgm:cxn modelId="{FD13AE86-ADD3-40F5-9E14-B4A6C82C86B5}" srcId="{E2FB7001-F11A-4DA7-BE0D-C38A7FAE10DB}" destId="{AB84AEEB-C130-4337-9988-97B369E835D3}" srcOrd="0" destOrd="0" parTransId="{1450BD51-1667-4994-95C2-B934BDDD6E46}" sibTransId="{837DEB85-C37C-41CB-9BFD-8E104E70267D}"/>
    <dgm:cxn modelId="{7B8E298A-1239-4F55-B75C-C6F8D93BEBD5}" srcId="{A579297A-8E75-439D-B2E9-061683EAE65B}" destId="{FA487376-0D16-4046-9A8C-3D0D0C88B880}" srcOrd="0" destOrd="0" parTransId="{B9CECF21-A9C9-430F-8059-E88EDEA43A5F}" sibTransId="{2296247E-DB30-4806-9A61-FC4B56ED458D}"/>
    <dgm:cxn modelId="{DE82759B-E5C3-4258-B7BC-5BD34562FE74}" type="presOf" srcId="{B2B64D59-5212-4F75-B356-11565A277A2E}" destId="{3D8CC78B-D6B1-4897-8FCB-1E6180CBE56A}" srcOrd="0" destOrd="0" presId="urn:microsoft.com/office/officeart/2005/8/layout/default"/>
    <dgm:cxn modelId="{4B301EA0-A58C-48EB-B869-8E7B14D3E573}" type="presOf" srcId="{A579297A-8E75-439D-B2E9-061683EAE65B}" destId="{5F972022-184B-4A7A-8872-E80292BB0ADF}" srcOrd="0" destOrd="0" presId="urn:microsoft.com/office/officeart/2005/8/layout/default"/>
    <dgm:cxn modelId="{1ABA54A9-53EE-4FD9-939F-AF7E0E4E0F55}" srcId="{A579297A-8E75-439D-B2E9-061683EAE65B}" destId="{E2FB7001-F11A-4DA7-BE0D-C38A7FAE10DB}" srcOrd="3" destOrd="0" parTransId="{C589814C-7DC4-4D85-B576-6BCABBD8156C}" sibTransId="{AF36922E-40D5-40AE-B916-B0FFC62E05CA}"/>
    <dgm:cxn modelId="{D04172AB-B88C-4D1E-85EA-EDBE7268E0DC}" type="presOf" srcId="{E2FB7001-F11A-4DA7-BE0D-C38A7FAE10DB}" destId="{56151812-7F41-472A-AA65-8974193661A0}" srcOrd="0" destOrd="0" presId="urn:microsoft.com/office/officeart/2005/8/layout/default"/>
    <dgm:cxn modelId="{F9601CB4-D537-4AF6-B4C1-4540CA2223AB}" type="presOf" srcId="{FA487376-0D16-4046-9A8C-3D0D0C88B880}" destId="{66BCA646-C9B1-49AD-B4C2-9645023F8423}" srcOrd="0" destOrd="0" presId="urn:microsoft.com/office/officeart/2005/8/layout/default"/>
    <dgm:cxn modelId="{7FA504BD-3FB0-4D0D-82CE-5406F18DAC6E}" type="presOf" srcId="{2D08EAD7-E5EE-44BC-81B2-AC02B79F0F6F}" destId="{3BA97C7F-C971-47E3-867F-F27621C23696}" srcOrd="0" destOrd="0" presId="urn:microsoft.com/office/officeart/2005/8/layout/default"/>
    <dgm:cxn modelId="{07B192D4-FB24-4518-913B-8EB4E4322679}" srcId="{A579297A-8E75-439D-B2E9-061683EAE65B}" destId="{B2B64D59-5212-4F75-B356-11565A277A2E}" srcOrd="1" destOrd="0" parTransId="{FADC79F4-BC3A-47C2-8331-B5041DA893D2}" sibTransId="{779E137D-F5C7-4536-B3AA-B1B51EAF7DAD}"/>
    <dgm:cxn modelId="{D7DD0BEF-DDD5-4323-9621-BFB30AA94951}" type="presOf" srcId="{AB84AEEB-C130-4337-9988-97B369E835D3}" destId="{56151812-7F41-472A-AA65-8974193661A0}" srcOrd="0" destOrd="1" presId="urn:microsoft.com/office/officeart/2005/8/layout/default"/>
    <dgm:cxn modelId="{77ADA8E9-55ED-43F0-BD83-A68DBC69DAE5}" type="presParOf" srcId="{5F972022-184B-4A7A-8872-E80292BB0ADF}" destId="{66BCA646-C9B1-49AD-B4C2-9645023F8423}" srcOrd="0" destOrd="0" presId="urn:microsoft.com/office/officeart/2005/8/layout/default"/>
    <dgm:cxn modelId="{D1C149BA-E981-4DEA-B6B7-46FFE32A1A45}" type="presParOf" srcId="{5F972022-184B-4A7A-8872-E80292BB0ADF}" destId="{4FBA28B7-0CD2-4E72-8749-ACDBB19D9DF6}" srcOrd="1" destOrd="0" presId="urn:microsoft.com/office/officeart/2005/8/layout/default"/>
    <dgm:cxn modelId="{D7EF0AE7-FB4E-4D0C-A2A2-6C942FCEC48B}" type="presParOf" srcId="{5F972022-184B-4A7A-8872-E80292BB0ADF}" destId="{3D8CC78B-D6B1-4897-8FCB-1E6180CBE56A}" srcOrd="2" destOrd="0" presId="urn:microsoft.com/office/officeart/2005/8/layout/default"/>
    <dgm:cxn modelId="{89CB587E-33CC-4242-98A5-6D43025B71A7}" type="presParOf" srcId="{5F972022-184B-4A7A-8872-E80292BB0ADF}" destId="{B7AF0E9B-6AF9-4640-A54C-9DA1C0BFBF63}" srcOrd="3" destOrd="0" presId="urn:microsoft.com/office/officeart/2005/8/layout/default"/>
    <dgm:cxn modelId="{1873C1DF-677D-4570-A731-DAADC997BF06}" type="presParOf" srcId="{5F972022-184B-4A7A-8872-E80292BB0ADF}" destId="{3BA97C7F-C971-47E3-867F-F27621C23696}" srcOrd="4" destOrd="0" presId="urn:microsoft.com/office/officeart/2005/8/layout/default"/>
    <dgm:cxn modelId="{1A4CF8AF-78AE-4E12-97BB-81FD63169D0A}" type="presParOf" srcId="{5F972022-184B-4A7A-8872-E80292BB0ADF}" destId="{7209E2EC-7E57-4F3B-B64A-69A3FCAA1D3A}" srcOrd="5" destOrd="0" presId="urn:microsoft.com/office/officeart/2005/8/layout/default"/>
    <dgm:cxn modelId="{B4461F5E-97AF-4ABE-AD96-F84089A6B7AB}" type="presParOf" srcId="{5F972022-184B-4A7A-8872-E80292BB0ADF}" destId="{56151812-7F41-472A-AA65-8974193661A0}" srcOrd="6" destOrd="0" presId="urn:microsoft.com/office/officeart/2005/8/layout/default"/>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58A2B3C9-407F-4429-A073-B92B2A6A9F56}"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PK"/>
        </a:p>
      </dgm:t>
    </dgm:pt>
    <dgm:pt modelId="{0E7314DA-ED65-4AA2-B3D5-72C053C6801B}">
      <dgm:prSet/>
      <dgm:spPr/>
      <dgm:t>
        <a:bodyPr/>
        <a:lstStyle/>
        <a:p>
          <a:r>
            <a:rPr lang="en-US" b="1"/>
            <a:t>Shared Memory Organization</a:t>
          </a:r>
          <a:endParaRPr lang="en-PK"/>
        </a:p>
      </dgm:t>
    </dgm:pt>
    <dgm:pt modelId="{CB901472-5A90-4FA0-B060-97C0AE60CCED}" type="parTrans" cxnId="{70CC2792-E1B2-4E1A-B5E7-2617C936164E}">
      <dgm:prSet/>
      <dgm:spPr/>
      <dgm:t>
        <a:bodyPr/>
        <a:lstStyle/>
        <a:p>
          <a:endParaRPr lang="en-PK"/>
        </a:p>
      </dgm:t>
    </dgm:pt>
    <dgm:pt modelId="{11E7778E-B0DF-4311-A252-C7E9109F82BF}" type="sibTrans" cxnId="{70CC2792-E1B2-4E1A-B5E7-2617C936164E}">
      <dgm:prSet/>
      <dgm:spPr/>
      <dgm:t>
        <a:bodyPr/>
        <a:lstStyle/>
        <a:p>
          <a:endParaRPr lang="en-PK"/>
        </a:p>
      </dgm:t>
    </dgm:pt>
    <dgm:pt modelId="{DBD62919-C792-48F2-A6BC-2A070891495B}">
      <dgm:prSet custT="1"/>
      <dgm:spPr/>
      <dgm:t>
        <a:bodyPr/>
        <a:lstStyle/>
        <a:p>
          <a:r>
            <a:rPr lang="en-US" sz="2000" dirty="0"/>
            <a:t>Inter-processor coordination is accomplished by reading and writing in a global memory shared by all processors. </a:t>
          </a:r>
          <a:endParaRPr lang="en-PK" sz="2000" dirty="0"/>
        </a:p>
      </dgm:t>
    </dgm:pt>
    <dgm:pt modelId="{40CBF2C6-EA7D-4DF0-B48A-5C63FE1C29A2}" type="parTrans" cxnId="{4C5F89FA-0C7D-49F7-9B95-C7B3587F59AE}">
      <dgm:prSet/>
      <dgm:spPr/>
      <dgm:t>
        <a:bodyPr/>
        <a:lstStyle/>
        <a:p>
          <a:endParaRPr lang="en-PK"/>
        </a:p>
      </dgm:t>
    </dgm:pt>
    <dgm:pt modelId="{D94E14CD-55F0-4EA7-95CD-15A0C8A1E59E}" type="sibTrans" cxnId="{4C5F89FA-0C7D-49F7-9B95-C7B3587F59AE}">
      <dgm:prSet/>
      <dgm:spPr/>
      <dgm:t>
        <a:bodyPr/>
        <a:lstStyle/>
        <a:p>
          <a:endParaRPr lang="en-PK"/>
        </a:p>
      </dgm:t>
    </dgm:pt>
    <dgm:pt modelId="{0C835DE5-79D7-400B-9472-8AA0507F5EB1}">
      <dgm:prSet custT="1"/>
      <dgm:spPr/>
      <dgm:t>
        <a:bodyPr/>
        <a:lstStyle/>
        <a:p>
          <a:r>
            <a:rPr lang="en-US" sz="2000" dirty="0"/>
            <a:t>Any processor can access then local memory of any other processor.</a:t>
          </a:r>
          <a:endParaRPr lang="en-PK" sz="2000" dirty="0"/>
        </a:p>
      </dgm:t>
    </dgm:pt>
    <dgm:pt modelId="{4206FF0E-CBF0-4AAE-87A2-28345AD1F382}" type="parTrans" cxnId="{06D89A83-6CD4-49B5-B061-04AF362209D9}">
      <dgm:prSet/>
      <dgm:spPr/>
      <dgm:t>
        <a:bodyPr/>
        <a:lstStyle/>
        <a:p>
          <a:endParaRPr lang="en-PK"/>
        </a:p>
      </dgm:t>
    </dgm:pt>
    <dgm:pt modelId="{4E47A5F9-CD6E-48F1-B145-9400390239C0}" type="sibTrans" cxnId="{06D89A83-6CD4-49B5-B061-04AF362209D9}">
      <dgm:prSet/>
      <dgm:spPr/>
      <dgm:t>
        <a:bodyPr/>
        <a:lstStyle/>
        <a:p>
          <a:endParaRPr lang="en-PK"/>
        </a:p>
      </dgm:t>
    </dgm:pt>
    <dgm:pt modelId="{ECEE33FB-6F29-4AA1-973B-82439DA1A645}">
      <dgm:prSet custT="1"/>
      <dgm:spPr/>
      <dgm:t>
        <a:bodyPr/>
        <a:lstStyle/>
        <a:p>
          <a:r>
            <a:rPr lang="en-US" sz="2000" dirty="0"/>
            <a:t>Typically consists of servers that communicate through a bus and cache memory controller.</a:t>
          </a:r>
          <a:endParaRPr lang="en-PK" sz="2000" dirty="0"/>
        </a:p>
      </dgm:t>
    </dgm:pt>
    <dgm:pt modelId="{B00CBF4E-54D0-4F5F-8D08-C05496A151FE}" type="parTrans" cxnId="{E9801703-933E-4273-8C7F-B1932847E4E8}">
      <dgm:prSet/>
      <dgm:spPr/>
      <dgm:t>
        <a:bodyPr/>
        <a:lstStyle/>
        <a:p>
          <a:endParaRPr lang="en-PK"/>
        </a:p>
      </dgm:t>
    </dgm:pt>
    <dgm:pt modelId="{341B2760-B645-4FA3-ACB0-34ADE002064C}" type="sibTrans" cxnId="{E9801703-933E-4273-8C7F-B1932847E4E8}">
      <dgm:prSet/>
      <dgm:spPr/>
      <dgm:t>
        <a:bodyPr/>
        <a:lstStyle/>
        <a:p>
          <a:endParaRPr lang="en-PK"/>
        </a:p>
      </dgm:t>
    </dgm:pt>
    <dgm:pt modelId="{6D517B8B-0F1D-4EFC-8138-6FE39849989C}" type="pres">
      <dgm:prSet presAssocID="{58A2B3C9-407F-4429-A073-B92B2A6A9F56}" presName="linearFlow" presStyleCnt="0">
        <dgm:presLayoutVars>
          <dgm:dir/>
          <dgm:animLvl val="lvl"/>
          <dgm:resizeHandles val="exact"/>
        </dgm:presLayoutVars>
      </dgm:prSet>
      <dgm:spPr/>
    </dgm:pt>
    <dgm:pt modelId="{2B2FBB85-F2C2-46C1-9DD3-E7FEB41B51E9}" type="pres">
      <dgm:prSet presAssocID="{0E7314DA-ED65-4AA2-B3D5-72C053C6801B}" presName="composite" presStyleCnt="0"/>
      <dgm:spPr/>
    </dgm:pt>
    <dgm:pt modelId="{4418332B-4C98-429C-9516-24873A2DF217}" type="pres">
      <dgm:prSet presAssocID="{0E7314DA-ED65-4AA2-B3D5-72C053C6801B}" presName="parentText" presStyleLbl="alignNode1" presStyleIdx="0" presStyleCnt="1">
        <dgm:presLayoutVars>
          <dgm:chMax val="1"/>
          <dgm:bulletEnabled val="1"/>
        </dgm:presLayoutVars>
      </dgm:prSet>
      <dgm:spPr/>
    </dgm:pt>
    <dgm:pt modelId="{F69607EF-EF41-4FEF-BA9E-114DE0233FF0}" type="pres">
      <dgm:prSet presAssocID="{0E7314DA-ED65-4AA2-B3D5-72C053C6801B}" presName="descendantText" presStyleLbl="alignAcc1" presStyleIdx="0" presStyleCnt="1">
        <dgm:presLayoutVars>
          <dgm:bulletEnabled val="1"/>
        </dgm:presLayoutVars>
      </dgm:prSet>
      <dgm:spPr/>
    </dgm:pt>
  </dgm:ptLst>
  <dgm:cxnLst>
    <dgm:cxn modelId="{E9801703-933E-4273-8C7F-B1932847E4E8}" srcId="{0E7314DA-ED65-4AA2-B3D5-72C053C6801B}" destId="{ECEE33FB-6F29-4AA1-973B-82439DA1A645}" srcOrd="2" destOrd="0" parTransId="{B00CBF4E-54D0-4F5F-8D08-C05496A151FE}" sibTransId="{341B2760-B645-4FA3-ACB0-34ADE002064C}"/>
    <dgm:cxn modelId="{75DDBF0B-12D9-412F-96F4-3BF23E44F4C5}" type="presOf" srcId="{DBD62919-C792-48F2-A6BC-2A070891495B}" destId="{F69607EF-EF41-4FEF-BA9E-114DE0233FF0}" srcOrd="0" destOrd="0" presId="urn:microsoft.com/office/officeart/2005/8/layout/chevron2"/>
    <dgm:cxn modelId="{4786F620-FE2F-4A2C-AAB1-D4FDFF97F691}" type="presOf" srcId="{0E7314DA-ED65-4AA2-B3D5-72C053C6801B}" destId="{4418332B-4C98-429C-9516-24873A2DF217}" srcOrd="0" destOrd="0" presId="urn:microsoft.com/office/officeart/2005/8/layout/chevron2"/>
    <dgm:cxn modelId="{2D92B62C-3726-471B-B728-1350C62A290C}" type="presOf" srcId="{ECEE33FB-6F29-4AA1-973B-82439DA1A645}" destId="{F69607EF-EF41-4FEF-BA9E-114DE0233FF0}" srcOrd="0" destOrd="2" presId="urn:microsoft.com/office/officeart/2005/8/layout/chevron2"/>
    <dgm:cxn modelId="{F01C0841-9E0F-45A3-899B-BAE0539E1B56}" type="presOf" srcId="{58A2B3C9-407F-4429-A073-B92B2A6A9F56}" destId="{6D517B8B-0F1D-4EFC-8138-6FE39849989C}" srcOrd="0" destOrd="0" presId="urn:microsoft.com/office/officeart/2005/8/layout/chevron2"/>
    <dgm:cxn modelId="{06D89A83-6CD4-49B5-B061-04AF362209D9}" srcId="{0E7314DA-ED65-4AA2-B3D5-72C053C6801B}" destId="{0C835DE5-79D7-400B-9472-8AA0507F5EB1}" srcOrd="1" destOrd="0" parTransId="{4206FF0E-CBF0-4AAE-87A2-28345AD1F382}" sibTransId="{4E47A5F9-CD6E-48F1-B145-9400390239C0}"/>
    <dgm:cxn modelId="{70CC2792-E1B2-4E1A-B5E7-2617C936164E}" srcId="{58A2B3C9-407F-4429-A073-B92B2A6A9F56}" destId="{0E7314DA-ED65-4AA2-B3D5-72C053C6801B}" srcOrd="0" destOrd="0" parTransId="{CB901472-5A90-4FA0-B060-97C0AE60CCED}" sibTransId="{11E7778E-B0DF-4311-A252-C7E9109F82BF}"/>
    <dgm:cxn modelId="{04A60CB6-4733-4377-A864-9D8796E28EF5}" type="presOf" srcId="{0C835DE5-79D7-400B-9472-8AA0507F5EB1}" destId="{F69607EF-EF41-4FEF-BA9E-114DE0233FF0}" srcOrd="0" destOrd="1" presId="urn:microsoft.com/office/officeart/2005/8/layout/chevron2"/>
    <dgm:cxn modelId="{4C5F89FA-0C7D-49F7-9B95-C7B3587F59AE}" srcId="{0E7314DA-ED65-4AA2-B3D5-72C053C6801B}" destId="{DBD62919-C792-48F2-A6BC-2A070891495B}" srcOrd="0" destOrd="0" parTransId="{40CBF2C6-EA7D-4DF0-B48A-5C63FE1C29A2}" sibTransId="{D94E14CD-55F0-4EA7-95CD-15A0C8A1E59E}"/>
    <dgm:cxn modelId="{9BAB0D26-754D-465B-AF2F-5D78B14C15F3}" type="presParOf" srcId="{6D517B8B-0F1D-4EFC-8138-6FE39849989C}" destId="{2B2FBB85-F2C2-46C1-9DD3-E7FEB41B51E9}" srcOrd="0" destOrd="0" presId="urn:microsoft.com/office/officeart/2005/8/layout/chevron2"/>
    <dgm:cxn modelId="{E6EAC997-C236-4C96-B61D-0ED3CFD1C3F4}" type="presParOf" srcId="{2B2FBB85-F2C2-46C1-9DD3-E7FEB41B51E9}" destId="{4418332B-4C98-429C-9516-24873A2DF217}" srcOrd="0" destOrd="0" presId="urn:microsoft.com/office/officeart/2005/8/layout/chevron2"/>
    <dgm:cxn modelId="{8AC1FE39-2968-4EFD-A7C9-E773FC14BBF7}" type="presParOf" srcId="{2B2FBB85-F2C2-46C1-9DD3-E7FEB41B51E9}" destId="{F69607EF-EF41-4FEF-BA9E-114DE0233FF0}"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6E5A6AFC-2F2D-4062-B36A-24B1CC3498FA}" type="doc">
      <dgm:prSet loTypeId="urn:microsoft.com/office/officeart/2005/8/layout/chevron2" loCatId="process" qsTypeId="urn:microsoft.com/office/officeart/2005/8/quickstyle/simple1" qsCatId="simple" csTypeId="urn:microsoft.com/office/officeart/2005/8/colors/accent1_2" csCatId="accent1"/>
      <dgm:spPr/>
      <dgm:t>
        <a:bodyPr/>
        <a:lstStyle/>
        <a:p>
          <a:endParaRPr lang="en-PK"/>
        </a:p>
      </dgm:t>
    </dgm:pt>
    <dgm:pt modelId="{6BE1C277-D390-4192-9FD7-2E56CBD1E7E3}">
      <dgm:prSet/>
      <dgm:spPr/>
      <dgm:t>
        <a:bodyPr/>
        <a:lstStyle/>
        <a:p>
          <a:r>
            <a:rPr lang="en-US" b="1"/>
            <a:t>Message Passing Organization</a:t>
          </a:r>
          <a:endParaRPr lang="en-PK"/>
        </a:p>
      </dgm:t>
    </dgm:pt>
    <dgm:pt modelId="{112B4D1B-C591-4DDB-B460-B68315856D1A}" type="parTrans" cxnId="{617DC7FE-BCE9-466D-9414-7613A75CA479}">
      <dgm:prSet/>
      <dgm:spPr/>
      <dgm:t>
        <a:bodyPr/>
        <a:lstStyle/>
        <a:p>
          <a:endParaRPr lang="en-PK"/>
        </a:p>
      </dgm:t>
    </dgm:pt>
    <dgm:pt modelId="{DE386A1F-AD53-43A3-BA09-787E64E201DA}" type="sibTrans" cxnId="{617DC7FE-BCE9-466D-9414-7613A75CA479}">
      <dgm:prSet/>
      <dgm:spPr/>
      <dgm:t>
        <a:bodyPr/>
        <a:lstStyle/>
        <a:p>
          <a:endParaRPr lang="en-PK"/>
        </a:p>
      </dgm:t>
    </dgm:pt>
    <dgm:pt modelId="{61EB5780-28DF-427A-A98B-1A5CCDB2852F}">
      <dgm:prSet/>
      <dgm:spPr/>
      <dgm:t>
        <a:bodyPr/>
        <a:lstStyle/>
        <a:p>
          <a:r>
            <a:rPr lang="en-US"/>
            <a:t>Point-to-Point</a:t>
          </a:r>
          <a:endParaRPr lang="en-PK"/>
        </a:p>
      </dgm:t>
    </dgm:pt>
    <dgm:pt modelId="{02588520-212C-451A-96FC-CB193D0449E6}" type="parTrans" cxnId="{770F79C9-15E8-40AD-A923-4BE682E89CC6}">
      <dgm:prSet/>
      <dgm:spPr/>
      <dgm:t>
        <a:bodyPr/>
        <a:lstStyle/>
        <a:p>
          <a:endParaRPr lang="en-PK"/>
        </a:p>
      </dgm:t>
    </dgm:pt>
    <dgm:pt modelId="{67A5DFE2-18C1-4B9A-8D9B-F9F4F976A1DA}" type="sibTrans" cxnId="{770F79C9-15E8-40AD-A923-4BE682E89CC6}">
      <dgm:prSet/>
      <dgm:spPr/>
      <dgm:t>
        <a:bodyPr/>
        <a:lstStyle/>
        <a:p>
          <a:endParaRPr lang="en-PK"/>
        </a:p>
      </dgm:t>
    </dgm:pt>
    <dgm:pt modelId="{C28959AE-D963-4B0D-AF5E-B62481A67845}">
      <dgm:prSet/>
      <dgm:spPr/>
      <dgm:t>
        <a:bodyPr/>
        <a:lstStyle/>
        <a:p>
          <a:r>
            <a:rPr lang="en-US"/>
            <a:t>Each processor has access to its own local memory.</a:t>
          </a:r>
          <a:endParaRPr lang="en-PK"/>
        </a:p>
      </dgm:t>
    </dgm:pt>
    <dgm:pt modelId="{EAA814C3-EC67-4407-AA37-0571A85680F9}" type="parTrans" cxnId="{E64AEE62-7AD3-4013-98A1-EF5E078739AC}">
      <dgm:prSet/>
      <dgm:spPr/>
      <dgm:t>
        <a:bodyPr/>
        <a:lstStyle/>
        <a:p>
          <a:endParaRPr lang="en-PK"/>
        </a:p>
      </dgm:t>
    </dgm:pt>
    <dgm:pt modelId="{9041B6B4-C2C7-4B0B-8D12-57FA3E223496}" type="sibTrans" cxnId="{E64AEE62-7AD3-4013-98A1-EF5E078739AC}">
      <dgm:prSet/>
      <dgm:spPr/>
      <dgm:t>
        <a:bodyPr/>
        <a:lstStyle/>
        <a:p>
          <a:endParaRPr lang="en-PK"/>
        </a:p>
      </dgm:t>
    </dgm:pt>
    <dgm:pt modelId="{165355A7-4EFA-45D9-A99E-1B8AB02676EC}">
      <dgm:prSet/>
      <dgm:spPr/>
      <dgm:t>
        <a:bodyPr/>
        <a:lstStyle/>
        <a:p>
          <a:r>
            <a:rPr lang="en-US" dirty="0"/>
            <a:t>Communications are performed via send and receive operations. </a:t>
          </a:r>
          <a:endParaRPr lang="en-PK" dirty="0"/>
        </a:p>
      </dgm:t>
    </dgm:pt>
    <dgm:pt modelId="{A00A70C4-F7A3-470F-A594-8E8803E810B7}" type="parTrans" cxnId="{08E25940-D99A-4DFA-957B-BEAA2EA3F56C}">
      <dgm:prSet/>
      <dgm:spPr/>
      <dgm:t>
        <a:bodyPr/>
        <a:lstStyle/>
        <a:p>
          <a:endParaRPr lang="en-PK"/>
        </a:p>
      </dgm:t>
    </dgm:pt>
    <dgm:pt modelId="{29B0952E-B88D-477D-B305-67484CFC1A7F}" type="sibTrans" cxnId="{08E25940-D99A-4DFA-957B-BEAA2EA3F56C}">
      <dgm:prSet/>
      <dgm:spPr/>
      <dgm:t>
        <a:bodyPr/>
        <a:lstStyle/>
        <a:p>
          <a:endParaRPr lang="en-PK"/>
        </a:p>
      </dgm:t>
    </dgm:pt>
    <dgm:pt modelId="{5CF57B35-B4E7-4B97-8FA7-2D9AA74A1134}">
      <dgm:prSet/>
      <dgm:spPr/>
      <dgm:t>
        <a:bodyPr/>
        <a:lstStyle/>
        <a:p>
          <a:r>
            <a:rPr lang="en-US"/>
            <a:t>Message passing multiprocessors employ a variety of static networks in local communications.</a:t>
          </a:r>
          <a:endParaRPr lang="en-PK"/>
        </a:p>
      </dgm:t>
    </dgm:pt>
    <dgm:pt modelId="{66C108A0-682A-4215-8D02-824BED55AA53}" type="parTrans" cxnId="{DC9B780D-01CB-42D9-AD11-431A52B6E456}">
      <dgm:prSet/>
      <dgm:spPr/>
      <dgm:t>
        <a:bodyPr/>
        <a:lstStyle/>
        <a:p>
          <a:endParaRPr lang="en-PK"/>
        </a:p>
      </dgm:t>
    </dgm:pt>
    <dgm:pt modelId="{9506A97B-9B38-47E6-8783-4DE38CD74A6F}" type="sibTrans" cxnId="{DC9B780D-01CB-42D9-AD11-431A52B6E456}">
      <dgm:prSet/>
      <dgm:spPr/>
      <dgm:t>
        <a:bodyPr/>
        <a:lstStyle/>
        <a:p>
          <a:endParaRPr lang="en-PK"/>
        </a:p>
      </dgm:t>
    </dgm:pt>
    <dgm:pt modelId="{75E76EBA-F0F6-4A65-BDE5-BB0BAE63934B}">
      <dgm:prSet/>
      <dgm:spPr/>
      <dgm:t>
        <a:bodyPr/>
        <a:lstStyle/>
        <a:p>
          <a:r>
            <a:rPr lang="en-US"/>
            <a:t>Must be synchronized among different processors.</a:t>
          </a:r>
          <a:endParaRPr lang="en-PK"/>
        </a:p>
      </dgm:t>
    </dgm:pt>
    <dgm:pt modelId="{2DA30466-05ED-4DAE-A954-CE7AC62CE6FD}" type="parTrans" cxnId="{B0AC144B-92F9-43FE-85B0-54EA15E180DD}">
      <dgm:prSet/>
      <dgm:spPr/>
      <dgm:t>
        <a:bodyPr/>
        <a:lstStyle/>
        <a:p>
          <a:endParaRPr lang="en-PK"/>
        </a:p>
      </dgm:t>
    </dgm:pt>
    <dgm:pt modelId="{833900E5-853F-47B5-9CF1-02922FE2B757}" type="sibTrans" cxnId="{B0AC144B-92F9-43FE-85B0-54EA15E180DD}">
      <dgm:prSet/>
      <dgm:spPr/>
      <dgm:t>
        <a:bodyPr/>
        <a:lstStyle/>
        <a:p>
          <a:endParaRPr lang="en-PK"/>
        </a:p>
      </dgm:t>
    </dgm:pt>
    <dgm:pt modelId="{2C868104-1323-47AA-A3A3-B5B5DDD6C971}" type="pres">
      <dgm:prSet presAssocID="{6E5A6AFC-2F2D-4062-B36A-24B1CC3498FA}" presName="linearFlow" presStyleCnt="0">
        <dgm:presLayoutVars>
          <dgm:dir/>
          <dgm:animLvl val="lvl"/>
          <dgm:resizeHandles val="exact"/>
        </dgm:presLayoutVars>
      </dgm:prSet>
      <dgm:spPr/>
    </dgm:pt>
    <dgm:pt modelId="{ED44A7BC-7705-4FA6-A57F-A48BFECDF0A2}" type="pres">
      <dgm:prSet presAssocID="{6BE1C277-D390-4192-9FD7-2E56CBD1E7E3}" presName="composite" presStyleCnt="0"/>
      <dgm:spPr/>
    </dgm:pt>
    <dgm:pt modelId="{B8A4381A-4B0C-47E2-AA37-3B7F555AB388}" type="pres">
      <dgm:prSet presAssocID="{6BE1C277-D390-4192-9FD7-2E56CBD1E7E3}" presName="parentText" presStyleLbl="alignNode1" presStyleIdx="0" presStyleCnt="1">
        <dgm:presLayoutVars>
          <dgm:chMax val="1"/>
          <dgm:bulletEnabled val="1"/>
        </dgm:presLayoutVars>
      </dgm:prSet>
      <dgm:spPr/>
    </dgm:pt>
    <dgm:pt modelId="{36657066-0F12-430E-9612-CB001C34FA9A}" type="pres">
      <dgm:prSet presAssocID="{6BE1C277-D390-4192-9FD7-2E56CBD1E7E3}" presName="descendantText" presStyleLbl="alignAcc1" presStyleIdx="0" presStyleCnt="1">
        <dgm:presLayoutVars>
          <dgm:bulletEnabled val="1"/>
        </dgm:presLayoutVars>
      </dgm:prSet>
      <dgm:spPr/>
    </dgm:pt>
  </dgm:ptLst>
  <dgm:cxnLst>
    <dgm:cxn modelId="{DC9B780D-01CB-42D9-AD11-431A52B6E456}" srcId="{6BE1C277-D390-4192-9FD7-2E56CBD1E7E3}" destId="{5CF57B35-B4E7-4B97-8FA7-2D9AA74A1134}" srcOrd="3" destOrd="0" parTransId="{66C108A0-682A-4215-8D02-824BED55AA53}" sibTransId="{9506A97B-9B38-47E6-8783-4DE38CD74A6F}"/>
    <dgm:cxn modelId="{FDDC152D-9D1D-4287-8726-A69EF3E6573C}" type="presOf" srcId="{61EB5780-28DF-427A-A98B-1A5CCDB2852F}" destId="{36657066-0F12-430E-9612-CB001C34FA9A}" srcOrd="0" destOrd="0" presId="urn:microsoft.com/office/officeart/2005/8/layout/chevron2"/>
    <dgm:cxn modelId="{08E25940-D99A-4DFA-957B-BEAA2EA3F56C}" srcId="{6BE1C277-D390-4192-9FD7-2E56CBD1E7E3}" destId="{165355A7-4EFA-45D9-A99E-1B8AB02676EC}" srcOrd="2" destOrd="0" parTransId="{A00A70C4-F7A3-470F-A594-8E8803E810B7}" sibTransId="{29B0952E-B88D-477D-B305-67484CFC1A7F}"/>
    <dgm:cxn modelId="{E64AEE62-7AD3-4013-98A1-EF5E078739AC}" srcId="{6BE1C277-D390-4192-9FD7-2E56CBD1E7E3}" destId="{C28959AE-D963-4B0D-AF5E-B62481A67845}" srcOrd="1" destOrd="0" parTransId="{EAA814C3-EC67-4407-AA37-0571A85680F9}" sibTransId="{9041B6B4-C2C7-4B0B-8D12-57FA3E223496}"/>
    <dgm:cxn modelId="{B0AC144B-92F9-43FE-85B0-54EA15E180DD}" srcId="{6BE1C277-D390-4192-9FD7-2E56CBD1E7E3}" destId="{75E76EBA-F0F6-4A65-BDE5-BB0BAE63934B}" srcOrd="4" destOrd="0" parTransId="{2DA30466-05ED-4DAE-A954-CE7AC62CE6FD}" sibTransId="{833900E5-853F-47B5-9CF1-02922FE2B757}"/>
    <dgm:cxn modelId="{B456F650-9CC5-4093-9605-7CDF25777E36}" type="presOf" srcId="{6BE1C277-D390-4192-9FD7-2E56CBD1E7E3}" destId="{B8A4381A-4B0C-47E2-AA37-3B7F555AB388}" srcOrd="0" destOrd="0" presId="urn:microsoft.com/office/officeart/2005/8/layout/chevron2"/>
    <dgm:cxn modelId="{BD5D947C-2117-4089-93F5-C588AA861904}" type="presOf" srcId="{6E5A6AFC-2F2D-4062-B36A-24B1CC3498FA}" destId="{2C868104-1323-47AA-A3A3-B5B5DDD6C971}" srcOrd="0" destOrd="0" presId="urn:microsoft.com/office/officeart/2005/8/layout/chevron2"/>
    <dgm:cxn modelId="{CD9D0684-C0EA-41B8-AEC1-DBC4598FAFC3}" type="presOf" srcId="{C28959AE-D963-4B0D-AF5E-B62481A67845}" destId="{36657066-0F12-430E-9612-CB001C34FA9A}" srcOrd="0" destOrd="1" presId="urn:microsoft.com/office/officeart/2005/8/layout/chevron2"/>
    <dgm:cxn modelId="{0C839788-EA10-4DE6-B15F-284163C3B1D7}" type="presOf" srcId="{165355A7-4EFA-45D9-A99E-1B8AB02676EC}" destId="{36657066-0F12-430E-9612-CB001C34FA9A}" srcOrd="0" destOrd="2" presId="urn:microsoft.com/office/officeart/2005/8/layout/chevron2"/>
    <dgm:cxn modelId="{FE86C5A9-48AD-4075-96F7-6CAE2D60543C}" type="presOf" srcId="{5CF57B35-B4E7-4B97-8FA7-2D9AA74A1134}" destId="{36657066-0F12-430E-9612-CB001C34FA9A}" srcOrd="0" destOrd="3" presId="urn:microsoft.com/office/officeart/2005/8/layout/chevron2"/>
    <dgm:cxn modelId="{770F79C9-15E8-40AD-A923-4BE682E89CC6}" srcId="{6BE1C277-D390-4192-9FD7-2E56CBD1E7E3}" destId="{61EB5780-28DF-427A-A98B-1A5CCDB2852F}" srcOrd="0" destOrd="0" parTransId="{02588520-212C-451A-96FC-CB193D0449E6}" sibTransId="{67A5DFE2-18C1-4B9A-8D9B-F9F4F976A1DA}"/>
    <dgm:cxn modelId="{BFF4A4FC-B2EA-4C39-92CD-FCF04DDF84A3}" type="presOf" srcId="{75E76EBA-F0F6-4A65-BDE5-BB0BAE63934B}" destId="{36657066-0F12-430E-9612-CB001C34FA9A}" srcOrd="0" destOrd="4" presId="urn:microsoft.com/office/officeart/2005/8/layout/chevron2"/>
    <dgm:cxn modelId="{617DC7FE-BCE9-466D-9414-7613A75CA479}" srcId="{6E5A6AFC-2F2D-4062-B36A-24B1CC3498FA}" destId="{6BE1C277-D390-4192-9FD7-2E56CBD1E7E3}" srcOrd="0" destOrd="0" parTransId="{112B4D1B-C591-4DDB-B460-B68315856D1A}" sibTransId="{DE386A1F-AD53-43A3-BA09-787E64E201DA}"/>
    <dgm:cxn modelId="{E32FE5A5-1268-4E50-9F80-C69A27A86211}" type="presParOf" srcId="{2C868104-1323-47AA-A3A3-B5B5DDD6C971}" destId="{ED44A7BC-7705-4FA6-A57F-A48BFECDF0A2}" srcOrd="0" destOrd="0" presId="urn:microsoft.com/office/officeart/2005/8/layout/chevron2"/>
    <dgm:cxn modelId="{D1D1C8E6-B563-45D6-8440-CFF29D14E84D}" type="presParOf" srcId="{ED44A7BC-7705-4FA6-A57F-A48BFECDF0A2}" destId="{B8A4381A-4B0C-47E2-AA37-3B7F555AB388}" srcOrd="0" destOrd="0" presId="urn:microsoft.com/office/officeart/2005/8/layout/chevron2"/>
    <dgm:cxn modelId="{00CEA895-5FED-4461-9C58-776ED830F8E9}" type="presParOf" srcId="{ED44A7BC-7705-4FA6-A57F-A48BFECDF0A2}" destId="{36657066-0F12-430E-9612-CB001C34FA9A}"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C605FAC-F4E1-443B-91BE-22C6277E36A9}"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D44C359-7308-4379-89E9-19E66492F1E3}">
      <dgm:prSet/>
      <dgm:spPr/>
      <dgm:t>
        <a:bodyPr/>
        <a:lstStyle/>
        <a:p>
          <a:pPr>
            <a:lnSpc>
              <a:spcPct val="100000"/>
            </a:lnSpc>
          </a:pPr>
          <a:r>
            <a:rPr lang="en-US" i="0" dirty="0">
              <a:effectLst/>
              <a:latin typeface="Arial" panose="020B0604020202020204" pitchFamily="34" charset="0"/>
              <a:cs typeface="Arial" panose="020B0604020202020204" pitchFamily="34" charset="0"/>
            </a:rPr>
            <a:t>Comparison of SIMD-MIMD</a:t>
          </a:r>
          <a:r>
            <a:rPr lang="en-US" dirty="0">
              <a:latin typeface="Arial" panose="020B0604020202020204" pitchFamily="34" charset="0"/>
              <a:cs typeface="Arial" panose="020B0604020202020204" pitchFamily="34" charset="0"/>
            </a:rPr>
            <a:t>.</a:t>
          </a:r>
        </a:p>
      </dgm:t>
    </dgm:pt>
    <dgm:pt modelId="{DDE39F89-4909-4F7C-B6EE-53FC58D6BFC9}" type="parTrans" cxnId="{5A7FBB75-A817-4E9D-AEC2-DB7B07048CA1}">
      <dgm:prSet/>
      <dgm:spPr/>
      <dgm:t>
        <a:bodyPr/>
        <a:lstStyle/>
        <a:p>
          <a:endParaRPr lang="en-US"/>
        </a:p>
      </dgm:t>
    </dgm:pt>
    <dgm:pt modelId="{C10B7116-E14F-4655-9E5A-B6D7DD37A5B9}" type="sibTrans" cxnId="{5A7FBB75-A817-4E9D-AEC2-DB7B07048CA1}">
      <dgm:prSet/>
      <dgm:spPr/>
      <dgm:t>
        <a:bodyPr/>
        <a:lstStyle/>
        <a:p>
          <a:endParaRPr lang="en-US"/>
        </a:p>
      </dgm:t>
    </dgm:pt>
    <dgm:pt modelId="{203A11AC-6691-4719-A18C-2D6C7EA9F1B7}" type="pres">
      <dgm:prSet presAssocID="{AC605FAC-F4E1-443B-91BE-22C6277E36A9}" presName="root" presStyleCnt="0">
        <dgm:presLayoutVars>
          <dgm:dir/>
          <dgm:resizeHandles val="exact"/>
        </dgm:presLayoutVars>
      </dgm:prSet>
      <dgm:spPr/>
    </dgm:pt>
    <dgm:pt modelId="{600634BA-D74A-488D-87C2-97828914D25B}" type="pres">
      <dgm:prSet presAssocID="{ED44C359-7308-4379-89E9-19E66492F1E3}" presName="compNode" presStyleCnt="0"/>
      <dgm:spPr/>
    </dgm:pt>
    <dgm:pt modelId="{27611441-5FC4-4BBA-AB94-233AC5382243}" type="pres">
      <dgm:prSet presAssocID="{ED44C359-7308-4379-89E9-19E66492F1E3}" presName="bgRect" presStyleLbl="bgShp" presStyleIdx="0" presStyleCnt="1"/>
      <dgm:spPr/>
    </dgm:pt>
    <dgm:pt modelId="{C11A7D35-1FE6-446D-AE68-CDC0EA75C5EF}" type="pres">
      <dgm:prSet presAssocID="{ED44C359-7308-4379-89E9-19E66492F1E3}" presName="iconRect" presStyleLbl="node1" presStyleIdx="0" presStyleCnt="1"/>
      <dgm:spPr>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pt>
    <dgm:pt modelId="{1E29CDAF-1E44-40CB-AADF-4B80555EE7A7}" type="pres">
      <dgm:prSet presAssocID="{ED44C359-7308-4379-89E9-19E66492F1E3}" presName="spaceRect" presStyleCnt="0"/>
      <dgm:spPr/>
    </dgm:pt>
    <dgm:pt modelId="{439E4229-80E6-49FA-AC66-32D790A69D10}" type="pres">
      <dgm:prSet presAssocID="{ED44C359-7308-4379-89E9-19E66492F1E3}" presName="parTx" presStyleLbl="revTx" presStyleIdx="0" presStyleCnt="1">
        <dgm:presLayoutVars>
          <dgm:chMax val="0"/>
          <dgm:chPref val="0"/>
        </dgm:presLayoutVars>
      </dgm:prSet>
      <dgm:spPr/>
    </dgm:pt>
  </dgm:ptLst>
  <dgm:cxnLst>
    <dgm:cxn modelId="{5A7FBB75-A817-4E9D-AEC2-DB7B07048CA1}" srcId="{AC605FAC-F4E1-443B-91BE-22C6277E36A9}" destId="{ED44C359-7308-4379-89E9-19E66492F1E3}" srcOrd="0" destOrd="0" parTransId="{DDE39F89-4909-4F7C-B6EE-53FC58D6BFC9}" sibTransId="{C10B7116-E14F-4655-9E5A-B6D7DD37A5B9}"/>
    <dgm:cxn modelId="{EC3A6D8C-FF5E-4705-AD3B-8C9EF9B23F68}" type="presOf" srcId="{AC605FAC-F4E1-443B-91BE-22C6277E36A9}" destId="{203A11AC-6691-4719-A18C-2D6C7EA9F1B7}" srcOrd="0" destOrd="0" presId="urn:microsoft.com/office/officeart/2018/2/layout/IconVerticalSolidList"/>
    <dgm:cxn modelId="{B2B632FF-2735-4994-8822-858116B0A752}" type="presOf" srcId="{ED44C359-7308-4379-89E9-19E66492F1E3}" destId="{439E4229-80E6-49FA-AC66-32D790A69D10}" srcOrd="0" destOrd="0" presId="urn:microsoft.com/office/officeart/2018/2/layout/IconVerticalSolidList"/>
    <dgm:cxn modelId="{AAD0D948-0EFF-4B90-9F03-4B7F786F9A47}" type="presParOf" srcId="{203A11AC-6691-4719-A18C-2D6C7EA9F1B7}" destId="{600634BA-D74A-488D-87C2-97828914D25B}" srcOrd="0" destOrd="0" presId="urn:microsoft.com/office/officeart/2018/2/layout/IconVerticalSolidList"/>
    <dgm:cxn modelId="{F3D869F0-5B3A-470A-B684-2565F3A7987F}" type="presParOf" srcId="{600634BA-D74A-488D-87C2-97828914D25B}" destId="{27611441-5FC4-4BBA-AB94-233AC5382243}" srcOrd="0" destOrd="0" presId="urn:microsoft.com/office/officeart/2018/2/layout/IconVerticalSolidList"/>
    <dgm:cxn modelId="{5BA5ADD8-02C7-452C-BCDF-19BDA1F0B94D}" type="presParOf" srcId="{600634BA-D74A-488D-87C2-97828914D25B}" destId="{C11A7D35-1FE6-446D-AE68-CDC0EA75C5EF}" srcOrd="1" destOrd="0" presId="urn:microsoft.com/office/officeart/2018/2/layout/IconVerticalSolidList"/>
    <dgm:cxn modelId="{C127652F-989C-4112-82A7-2E03814BB3AD}" type="presParOf" srcId="{600634BA-D74A-488D-87C2-97828914D25B}" destId="{1E29CDAF-1E44-40CB-AADF-4B80555EE7A7}" srcOrd="2" destOrd="0" presId="urn:microsoft.com/office/officeart/2018/2/layout/IconVerticalSolidList"/>
    <dgm:cxn modelId="{D0FB2FCC-1D9A-4592-85F9-A92F9CF1A68C}" type="presParOf" srcId="{600634BA-D74A-488D-87C2-97828914D25B}" destId="{439E4229-80E6-49FA-AC66-32D790A69D1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40915BFD-6223-4F68-909E-3ED2170AD297}" type="doc">
      <dgm:prSet loTypeId="urn:microsoft.com/office/officeart/2005/8/layout/hList6" loCatId="list" qsTypeId="urn:microsoft.com/office/officeart/2005/8/quickstyle/simple1" qsCatId="simple" csTypeId="urn:microsoft.com/office/officeart/2005/8/colors/accent1_2" csCatId="accent1"/>
      <dgm:spPr/>
      <dgm:t>
        <a:bodyPr/>
        <a:lstStyle/>
        <a:p>
          <a:endParaRPr lang="en-PK"/>
        </a:p>
      </dgm:t>
    </dgm:pt>
    <dgm:pt modelId="{D57DE639-EFD3-413E-944E-CFEE1A1F3943}">
      <dgm:prSet/>
      <dgm:spPr/>
      <dgm:t>
        <a:bodyPr/>
        <a:lstStyle/>
        <a:p>
          <a:r>
            <a:rPr lang="en-US" dirty="0"/>
            <a:t>SIMD computers require less hardware than MIMD computers (single control unit). </a:t>
          </a:r>
          <a:endParaRPr lang="en-PK" dirty="0"/>
        </a:p>
      </dgm:t>
    </dgm:pt>
    <dgm:pt modelId="{57674841-4EBF-463F-93F3-7B377D1B0515}" type="parTrans" cxnId="{8D001957-DB80-4DC3-ACF7-3CD697F00352}">
      <dgm:prSet/>
      <dgm:spPr/>
      <dgm:t>
        <a:bodyPr/>
        <a:lstStyle/>
        <a:p>
          <a:endParaRPr lang="en-PK"/>
        </a:p>
      </dgm:t>
    </dgm:pt>
    <dgm:pt modelId="{ADB132EC-CB41-42F3-992E-5DC58DE6CD55}" type="sibTrans" cxnId="{8D001957-DB80-4DC3-ACF7-3CD697F00352}">
      <dgm:prSet/>
      <dgm:spPr/>
      <dgm:t>
        <a:bodyPr/>
        <a:lstStyle/>
        <a:p>
          <a:endParaRPr lang="en-PK"/>
        </a:p>
      </dgm:t>
    </dgm:pt>
    <dgm:pt modelId="{C37541DD-BFF5-4EFA-A1A5-FABF6CEC712D}">
      <dgm:prSet/>
      <dgm:spPr/>
      <dgm:t>
        <a:bodyPr/>
        <a:lstStyle/>
        <a:p>
          <a:r>
            <a:rPr lang="en-US" b="0" i="0" dirty="0"/>
            <a:t>SIMD is less expensive as compared to MIMD.</a:t>
          </a:r>
          <a:endParaRPr lang="en-PK" dirty="0"/>
        </a:p>
      </dgm:t>
    </dgm:pt>
    <dgm:pt modelId="{E5FFAD67-3E6B-4609-A3B3-00835FC3D2BE}" type="parTrans" cxnId="{50502A80-A073-47E9-970A-8ED9677D4E20}">
      <dgm:prSet/>
      <dgm:spPr/>
      <dgm:t>
        <a:bodyPr/>
        <a:lstStyle/>
        <a:p>
          <a:endParaRPr lang="en-PK"/>
        </a:p>
      </dgm:t>
    </dgm:pt>
    <dgm:pt modelId="{C1137E26-28BB-4B63-8967-60ECC3BA2803}" type="sibTrans" cxnId="{50502A80-A073-47E9-970A-8ED9677D4E20}">
      <dgm:prSet/>
      <dgm:spPr/>
      <dgm:t>
        <a:bodyPr/>
        <a:lstStyle/>
        <a:p>
          <a:endParaRPr lang="en-PK"/>
        </a:p>
      </dgm:t>
    </dgm:pt>
    <dgm:pt modelId="{4D39AA51-C410-4D5F-9D9B-2733F1C692C9}">
      <dgm:prSet/>
      <dgm:spPr/>
      <dgm:t>
        <a:bodyPr/>
        <a:lstStyle/>
        <a:p>
          <a:r>
            <a:rPr lang="en-US" b="0" i="0" dirty="0"/>
            <a:t>SIMD follows synchronous processing where as, MIMD incorporates an asynchronous processing</a:t>
          </a:r>
          <a:r>
            <a:rPr lang="en-US" dirty="0"/>
            <a:t>. </a:t>
          </a:r>
          <a:endParaRPr lang="en-PK" dirty="0"/>
        </a:p>
      </dgm:t>
    </dgm:pt>
    <dgm:pt modelId="{4E759B3C-4D77-481D-991B-19B274FACB66}" type="parTrans" cxnId="{2D03EEDF-97ED-4110-903D-3B235C989975}">
      <dgm:prSet/>
      <dgm:spPr/>
      <dgm:t>
        <a:bodyPr/>
        <a:lstStyle/>
        <a:p>
          <a:endParaRPr lang="en-PK"/>
        </a:p>
      </dgm:t>
    </dgm:pt>
    <dgm:pt modelId="{1BAA4F39-7467-41F0-99AC-8FFA0166995F}" type="sibTrans" cxnId="{2D03EEDF-97ED-4110-903D-3B235C989975}">
      <dgm:prSet/>
      <dgm:spPr/>
      <dgm:t>
        <a:bodyPr/>
        <a:lstStyle/>
        <a:p>
          <a:endParaRPr lang="en-PK"/>
        </a:p>
      </dgm:t>
    </dgm:pt>
    <dgm:pt modelId="{8B30686F-43F0-4119-94D1-33D4775E976E}" type="pres">
      <dgm:prSet presAssocID="{40915BFD-6223-4F68-909E-3ED2170AD297}" presName="Name0" presStyleCnt="0">
        <dgm:presLayoutVars>
          <dgm:dir/>
          <dgm:resizeHandles val="exact"/>
        </dgm:presLayoutVars>
      </dgm:prSet>
      <dgm:spPr/>
    </dgm:pt>
    <dgm:pt modelId="{13F2DB13-70E2-48D0-A2A9-85E8B27F6889}" type="pres">
      <dgm:prSet presAssocID="{D57DE639-EFD3-413E-944E-CFEE1A1F3943}" presName="node" presStyleLbl="node1" presStyleIdx="0" presStyleCnt="3">
        <dgm:presLayoutVars>
          <dgm:bulletEnabled val="1"/>
        </dgm:presLayoutVars>
      </dgm:prSet>
      <dgm:spPr/>
    </dgm:pt>
    <dgm:pt modelId="{D8F34477-1B14-4732-AE4D-8D036B66E9EC}" type="pres">
      <dgm:prSet presAssocID="{ADB132EC-CB41-42F3-992E-5DC58DE6CD55}" presName="sibTrans" presStyleCnt="0"/>
      <dgm:spPr/>
    </dgm:pt>
    <dgm:pt modelId="{EC55AD86-A5DF-4B5F-AF01-8D5C3235AB85}" type="pres">
      <dgm:prSet presAssocID="{C37541DD-BFF5-4EFA-A1A5-FABF6CEC712D}" presName="node" presStyleLbl="node1" presStyleIdx="1" presStyleCnt="3">
        <dgm:presLayoutVars>
          <dgm:bulletEnabled val="1"/>
        </dgm:presLayoutVars>
      </dgm:prSet>
      <dgm:spPr/>
    </dgm:pt>
    <dgm:pt modelId="{11915B0A-606F-4612-B429-43B082A28E2D}" type="pres">
      <dgm:prSet presAssocID="{C1137E26-28BB-4B63-8967-60ECC3BA2803}" presName="sibTrans" presStyleCnt="0"/>
      <dgm:spPr/>
    </dgm:pt>
    <dgm:pt modelId="{AD7E3FCB-82AB-4894-AC8C-B9A7B77D687F}" type="pres">
      <dgm:prSet presAssocID="{4D39AA51-C410-4D5F-9D9B-2733F1C692C9}" presName="node" presStyleLbl="node1" presStyleIdx="2" presStyleCnt="3">
        <dgm:presLayoutVars>
          <dgm:bulletEnabled val="1"/>
        </dgm:presLayoutVars>
      </dgm:prSet>
      <dgm:spPr/>
    </dgm:pt>
  </dgm:ptLst>
  <dgm:cxnLst>
    <dgm:cxn modelId="{BF60D74C-69BF-4A56-952E-D2888E457DB6}" type="presOf" srcId="{D57DE639-EFD3-413E-944E-CFEE1A1F3943}" destId="{13F2DB13-70E2-48D0-A2A9-85E8B27F6889}" srcOrd="0" destOrd="0" presId="urn:microsoft.com/office/officeart/2005/8/layout/hList6"/>
    <dgm:cxn modelId="{120B5B6F-77DC-4E72-8806-41B921C51FAB}" type="presOf" srcId="{40915BFD-6223-4F68-909E-3ED2170AD297}" destId="{8B30686F-43F0-4119-94D1-33D4775E976E}" srcOrd="0" destOrd="0" presId="urn:microsoft.com/office/officeart/2005/8/layout/hList6"/>
    <dgm:cxn modelId="{8D001957-DB80-4DC3-ACF7-3CD697F00352}" srcId="{40915BFD-6223-4F68-909E-3ED2170AD297}" destId="{D57DE639-EFD3-413E-944E-CFEE1A1F3943}" srcOrd="0" destOrd="0" parTransId="{57674841-4EBF-463F-93F3-7B377D1B0515}" sibTransId="{ADB132EC-CB41-42F3-992E-5DC58DE6CD55}"/>
    <dgm:cxn modelId="{50502A80-A073-47E9-970A-8ED9677D4E20}" srcId="{40915BFD-6223-4F68-909E-3ED2170AD297}" destId="{C37541DD-BFF5-4EFA-A1A5-FABF6CEC712D}" srcOrd="1" destOrd="0" parTransId="{E5FFAD67-3E6B-4609-A3B3-00835FC3D2BE}" sibTransId="{C1137E26-28BB-4B63-8967-60ECC3BA2803}"/>
    <dgm:cxn modelId="{AB2B5B8D-5143-4326-AFE5-B88BE5FE9C3E}" type="presOf" srcId="{4D39AA51-C410-4D5F-9D9B-2733F1C692C9}" destId="{AD7E3FCB-82AB-4894-AC8C-B9A7B77D687F}" srcOrd="0" destOrd="0" presId="urn:microsoft.com/office/officeart/2005/8/layout/hList6"/>
    <dgm:cxn modelId="{E56BDBA1-203F-46C6-B316-F7AF7F43DDAF}" type="presOf" srcId="{C37541DD-BFF5-4EFA-A1A5-FABF6CEC712D}" destId="{EC55AD86-A5DF-4B5F-AF01-8D5C3235AB85}" srcOrd="0" destOrd="0" presId="urn:microsoft.com/office/officeart/2005/8/layout/hList6"/>
    <dgm:cxn modelId="{2D03EEDF-97ED-4110-903D-3B235C989975}" srcId="{40915BFD-6223-4F68-909E-3ED2170AD297}" destId="{4D39AA51-C410-4D5F-9D9B-2733F1C692C9}" srcOrd="2" destOrd="0" parTransId="{4E759B3C-4D77-481D-991B-19B274FACB66}" sibTransId="{1BAA4F39-7467-41F0-99AC-8FFA0166995F}"/>
    <dgm:cxn modelId="{5FA38A75-DD0E-4EC8-B140-F708F0AB846E}" type="presParOf" srcId="{8B30686F-43F0-4119-94D1-33D4775E976E}" destId="{13F2DB13-70E2-48D0-A2A9-85E8B27F6889}" srcOrd="0" destOrd="0" presId="urn:microsoft.com/office/officeart/2005/8/layout/hList6"/>
    <dgm:cxn modelId="{1B06DABD-CC6D-42C3-9E38-FD01A1DF412E}" type="presParOf" srcId="{8B30686F-43F0-4119-94D1-33D4775E976E}" destId="{D8F34477-1B14-4732-AE4D-8D036B66E9EC}" srcOrd="1" destOrd="0" presId="urn:microsoft.com/office/officeart/2005/8/layout/hList6"/>
    <dgm:cxn modelId="{2DC71196-A334-45D8-BED0-69B35991EA7B}" type="presParOf" srcId="{8B30686F-43F0-4119-94D1-33D4775E976E}" destId="{EC55AD86-A5DF-4B5F-AF01-8D5C3235AB85}" srcOrd="2" destOrd="0" presId="urn:microsoft.com/office/officeart/2005/8/layout/hList6"/>
    <dgm:cxn modelId="{0409FD41-3B6B-4405-8FD9-260AFAD1612D}" type="presParOf" srcId="{8B30686F-43F0-4119-94D1-33D4775E976E}" destId="{11915B0A-606F-4612-B429-43B082A28E2D}" srcOrd="3" destOrd="0" presId="urn:microsoft.com/office/officeart/2005/8/layout/hList6"/>
    <dgm:cxn modelId="{47B8A636-B2F9-40FD-9CCC-039E18CAC918}" type="presParOf" srcId="{8B30686F-43F0-4119-94D1-33D4775E976E}" destId="{AD7E3FCB-82AB-4894-AC8C-B9A7B77D687F}" srcOrd="4" destOrd="0" presId="urn:microsoft.com/office/officeart/2005/8/layout/h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1E823D08-2D32-49EA-8482-F6DE6201D978}" type="doc">
      <dgm:prSet loTypeId="urn:microsoft.com/office/officeart/2005/8/layout/hList6" loCatId="list" qsTypeId="urn:microsoft.com/office/officeart/2005/8/quickstyle/simple1" qsCatId="simple" csTypeId="urn:microsoft.com/office/officeart/2005/8/colors/accent1_2" csCatId="accent1" phldr="1"/>
      <dgm:spPr/>
      <dgm:t>
        <a:bodyPr/>
        <a:lstStyle/>
        <a:p>
          <a:endParaRPr lang="en-PK"/>
        </a:p>
      </dgm:t>
    </dgm:pt>
    <dgm:pt modelId="{1B1B559D-B042-435F-ADCD-AF8CFA56F010}">
      <dgm:prSet/>
      <dgm:spPr/>
      <dgm:t>
        <a:bodyPr/>
        <a:lstStyle/>
        <a:p>
          <a:r>
            <a:rPr lang="en-US" b="0" i="0" dirty="0"/>
            <a:t>In MIMD each processing elements stores its individual copy of the program which increases the memory requirements. Conversely, SIMD requires less memory as it stores only one copy of the program.</a:t>
          </a:r>
          <a:endParaRPr lang="en-PK" dirty="0"/>
        </a:p>
      </dgm:t>
    </dgm:pt>
    <dgm:pt modelId="{E0890D16-4D62-40C9-ADF0-F0941CA9F17D}" type="parTrans" cxnId="{81949808-6EF7-4E0B-AD8D-70FEAD9B1366}">
      <dgm:prSet/>
      <dgm:spPr/>
      <dgm:t>
        <a:bodyPr/>
        <a:lstStyle/>
        <a:p>
          <a:endParaRPr lang="en-PK"/>
        </a:p>
      </dgm:t>
    </dgm:pt>
    <dgm:pt modelId="{F320C650-E95F-42AC-86D9-15C1E7B38D3D}" type="sibTrans" cxnId="{81949808-6EF7-4E0B-AD8D-70FEAD9B1366}">
      <dgm:prSet/>
      <dgm:spPr/>
      <dgm:t>
        <a:bodyPr/>
        <a:lstStyle/>
        <a:p>
          <a:endParaRPr lang="en-PK"/>
        </a:p>
      </dgm:t>
    </dgm:pt>
    <dgm:pt modelId="{3E83B724-E6FB-4967-9E02-73CC2D4D91C1}">
      <dgm:prSet/>
      <dgm:spPr/>
      <dgm:t>
        <a:bodyPr/>
        <a:lstStyle/>
        <a:p>
          <a:r>
            <a:rPr lang="en-US" b="0" i="0" dirty="0"/>
            <a:t>MIMD is more complex and efficient as compared to SIMD.</a:t>
          </a:r>
          <a:endParaRPr lang="en-PK" dirty="0"/>
        </a:p>
      </dgm:t>
    </dgm:pt>
    <dgm:pt modelId="{6C45BF7C-C402-4154-9B9E-B842B51D9AB4}" type="parTrans" cxnId="{888878E2-F10C-42B4-99F0-C554C8197E26}">
      <dgm:prSet/>
      <dgm:spPr/>
      <dgm:t>
        <a:bodyPr/>
        <a:lstStyle/>
        <a:p>
          <a:endParaRPr lang="en-PK"/>
        </a:p>
      </dgm:t>
    </dgm:pt>
    <dgm:pt modelId="{5211B77B-CAB9-496D-B6E1-936278C657F4}" type="sibTrans" cxnId="{888878E2-F10C-42B4-99F0-C554C8197E26}">
      <dgm:prSet/>
      <dgm:spPr/>
      <dgm:t>
        <a:bodyPr/>
        <a:lstStyle/>
        <a:p>
          <a:endParaRPr lang="en-PK"/>
        </a:p>
      </dgm:t>
    </dgm:pt>
    <dgm:pt modelId="{19C1B666-81D6-4271-A9F4-B3BE12537F2B}" type="pres">
      <dgm:prSet presAssocID="{1E823D08-2D32-49EA-8482-F6DE6201D978}" presName="Name0" presStyleCnt="0">
        <dgm:presLayoutVars>
          <dgm:dir/>
          <dgm:resizeHandles val="exact"/>
        </dgm:presLayoutVars>
      </dgm:prSet>
      <dgm:spPr/>
    </dgm:pt>
    <dgm:pt modelId="{FF2D45CC-F3AA-4697-B7CF-B0F67C2D53D5}" type="pres">
      <dgm:prSet presAssocID="{1B1B559D-B042-435F-ADCD-AF8CFA56F010}" presName="node" presStyleLbl="node1" presStyleIdx="0" presStyleCnt="2">
        <dgm:presLayoutVars>
          <dgm:bulletEnabled val="1"/>
        </dgm:presLayoutVars>
      </dgm:prSet>
      <dgm:spPr/>
    </dgm:pt>
    <dgm:pt modelId="{D49C6BBF-D33C-4EE2-9308-E55ADEAEDC1F}" type="pres">
      <dgm:prSet presAssocID="{F320C650-E95F-42AC-86D9-15C1E7B38D3D}" presName="sibTrans" presStyleCnt="0"/>
      <dgm:spPr/>
    </dgm:pt>
    <dgm:pt modelId="{D0468B5A-E413-41CA-A89A-8D704190F980}" type="pres">
      <dgm:prSet presAssocID="{3E83B724-E6FB-4967-9E02-73CC2D4D91C1}" presName="node" presStyleLbl="node1" presStyleIdx="1" presStyleCnt="2" custScaleX="74655" custScaleY="56523">
        <dgm:presLayoutVars>
          <dgm:bulletEnabled val="1"/>
        </dgm:presLayoutVars>
      </dgm:prSet>
      <dgm:spPr/>
    </dgm:pt>
  </dgm:ptLst>
  <dgm:cxnLst>
    <dgm:cxn modelId="{81949808-6EF7-4E0B-AD8D-70FEAD9B1366}" srcId="{1E823D08-2D32-49EA-8482-F6DE6201D978}" destId="{1B1B559D-B042-435F-ADCD-AF8CFA56F010}" srcOrd="0" destOrd="0" parTransId="{E0890D16-4D62-40C9-ADF0-F0941CA9F17D}" sibTransId="{F320C650-E95F-42AC-86D9-15C1E7B38D3D}"/>
    <dgm:cxn modelId="{EB610961-9F6B-4AAA-8D84-B97B4C1D1CDC}" type="presOf" srcId="{1B1B559D-B042-435F-ADCD-AF8CFA56F010}" destId="{FF2D45CC-F3AA-4697-B7CF-B0F67C2D53D5}" srcOrd="0" destOrd="0" presId="urn:microsoft.com/office/officeart/2005/8/layout/hList6"/>
    <dgm:cxn modelId="{416EBE7B-E44D-4851-8F17-594B4A8297F8}" type="presOf" srcId="{3E83B724-E6FB-4967-9E02-73CC2D4D91C1}" destId="{D0468B5A-E413-41CA-A89A-8D704190F980}" srcOrd="0" destOrd="0" presId="urn:microsoft.com/office/officeart/2005/8/layout/hList6"/>
    <dgm:cxn modelId="{D4A6A7D6-A6FB-4202-912B-E88315AEEF80}" type="presOf" srcId="{1E823D08-2D32-49EA-8482-F6DE6201D978}" destId="{19C1B666-81D6-4271-A9F4-B3BE12537F2B}" srcOrd="0" destOrd="0" presId="urn:microsoft.com/office/officeart/2005/8/layout/hList6"/>
    <dgm:cxn modelId="{888878E2-F10C-42B4-99F0-C554C8197E26}" srcId="{1E823D08-2D32-49EA-8482-F6DE6201D978}" destId="{3E83B724-E6FB-4967-9E02-73CC2D4D91C1}" srcOrd="1" destOrd="0" parTransId="{6C45BF7C-C402-4154-9B9E-B842B51D9AB4}" sibTransId="{5211B77B-CAB9-496D-B6E1-936278C657F4}"/>
    <dgm:cxn modelId="{30AAC0F7-2EE2-402C-96CB-3B7E99902F72}" type="presParOf" srcId="{19C1B666-81D6-4271-A9F4-B3BE12537F2B}" destId="{FF2D45CC-F3AA-4697-B7CF-B0F67C2D53D5}" srcOrd="0" destOrd="0" presId="urn:microsoft.com/office/officeart/2005/8/layout/hList6"/>
    <dgm:cxn modelId="{73EB3690-49B3-4EAE-AC7B-3D4CA503897E}" type="presParOf" srcId="{19C1B666-81D6-4271-A9F4-B3BE12537F2B}" destId="{D49C6BBF-D33C-4EE2-9308-E55ADEAEDC1F}" srcOrd="1" destOrd="0" presId="urn:microsoft.com/office/officeart/2005/8/layout/hList6"/>
    <dgm:cxn modelId="{6E55B56B-8CDD-40FB-A7F3-7964E9D94B40}" type="presParOf" srcId="{19C1B666-81D6-4271-A9F4-B3BE12537F2B}" destId="{D0468B5A-E413-41CA-A89A-8D704190F980}" srcOrd="2" destOrd="0" presId="urn:microsoft.com/office/officeart/2005/8/layout/h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Shared Memory.</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Architecture of Shared Memory.</a:t>
          </a:r>
        </a:p>
      </dsp:txBody>
      <dsp:txXfrm>
        <a:off x="2024809" y="3140937"/>
        <a:ext cx="4978967" cy="17530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3B02DA-AE6C-42BD-ADF4-B2FA4BB52BEB}">
      <dsp:nvSpPr>
        <dsp:cNvPr id="0" name=""/>
        <dsp:cNvSpPr/>
      </dsp:nvSpPr>
      <dsp:spPr>
        <a:xfrm>
          <a:off x="0" y="777031"/>
          <a:ext cx="2775117" cy="17621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DCF89B-E548-4A61-A799-766D4241CFD2}">
      <dsp:nvSpPr>
        <dsp:cNvPr id="0" name=""/>
        <dsp:cNvSpPr/>
      </dsp:nvSpPr>
      <dsp:spPr>
        <a:xfrm>
          <a:off x="308346" y="1069960"/>
          <a:ext cx="2775117" cy="17621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latin typeface="Arial" panose="020B0604020202020204" pitchFamily="34" charset="0"/>
              <a:cs typeface="Arial" panose="020B0604020202020204" pitchFamily="34" charset="0"/>
            </a:rPr>
            <a:t>Processors have direct access to global memory and I/O </a:t>
          </a:r>
          <a:br>
            <a:rPr lang="en-GB" sz="2000" kern="1200" dirty="0">
              <a:latin typeface="Arial" panose="020B0604020202020204" pitchFamily="34" charset="0"/>
              <a:cs typeface="Arial" panose="020B0604020202020204" pitchFamily="34" charset="0"/>
            </a:rPr>
          </a:br>
          <a:r>
            <a:rPr lang="en-GB" sz="2000" kern="1200" dirty="0">
              <a:latin typeface="Arial" panose="020B0604020202020204" pitchFamily="34" charset="0"/>
              <a:cs typeface="Arial" panose="020B0604020202020204" pitchFamily="34" charset="0"/>
            </a:rPr>
            <a:t>through bus or fast switching network</a:t>
          </a:r>
          <a:endParaRPr lang="en-PK" sz="2000" kern="1200" dirty="0">
            <a:latin typeface="Arial" panose="020B0604020202020204" pitchFamily="34" charset="0"/>
            <a:cs typeface="Arial" panose="020B0604020202020204" pitchFamily="34" charset="0"/>
          </a:endParaRPr>
        </a:p>
      </dsp:txBody>
      <dsp:txXfrm>
        <a:off x="359959" y="1121573"/>
        <a:ext cx="2671891" cy="1658973"/>
      </dsp:txXfrm>
    </dsp:sp>
    <dsp:sp modelId="{AED70B80-33CA-45C1-A365-77F694E2DDB6}">
      <dsp:nvSpPr>
        <dsp:cNvPr id="0" name=""/>
        <dsp:cNvSpPr/>
      </dsp:nvSpPr>
      <dsp:spPr>
        <a:xfrm>
          <a:off x="3391810" y="777031"/>
          <a:ext cx="2775117" cy="17621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F24236-8FAF-41E3-AFAB-F0FA0F75F288}">
      <dsp:nvSpPr>
        <dsp:cNvPr id="0" name=""/>
        <dsp:cNvSpPr/>
      </dsp:nvSpPr>
      <dsp:spPr>
        <a:xfrm>
          <a:off x="3700156" y="1069960"/>
          <a:ext cx="2775117" cy="17621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latin typeface="Arial" panose="020B0604020202020204" pitchFamily="34" charset="0"/>
              <a:cs typeface="Arial" panose="020B0604020202020204" pitchFamily="34" charset="0"/>
            </a:rPr>
            <a:t>Cache Coherency Protocol guarantees consistency </a:t>
          </a:r>
          <a:br>
            <a:rPr lang="en-GB" sz="2000" kern="1200" dirty="0">
              <a:latin typeface="Arial" panose="020B0604020202020204" pitchFamily="34" charset="0"/>
              <a:cs typeface="Arial" panose="020B0604020202020204" pitchFamily="34" charset="0"/>
            </a:rPr>
          </a:br>
          <a:r>
            <a:rPr lang="en-GB" sz="2000" kern="1200" dirty="0">
              <a:latin typeface="Arial" panose="020B0604020202020204" pitchFamily="34" charset="0"/>
              <a:cs typeface="Arial" panose="020B0604020202020204" pitchFamily="34" charset="0"/>
            </a:rPr>
            <a:t>of memory and I/O accesses</a:t>
          </a:r>
          <a:endParaRPr lang="en-PK" sz="2000" kern="1200" dirty="0">
            <a:latin typeface="Arial" panose="020B0604020202020204" pitchFamily="34" charset="0"/>
            <a:cs typeface="Arial" panose="020B0604020202020204" pitchFamily="34" charset="0"/>
          </a:endParaRPr>
        </a:p>
      </dsp:txBody>
      <dsp:txXfrm>
        <a:off x="3751769" y="1121573"/>
        <a:ext cx="2671891" cy="1658973"/>
      </dsp:txXfrm>
    </dsp:sp>
    <dsp:sp modelId="{DB4DDAB7-3FE2-49FC-A344-B50BDA5ADE59}">
      <dsp:nvSpPr>
        <dsp:cNvPr id="0" name=""/>
        <dsp:cNvSpPr/>
      </dsp:nvSpPr>
      <dsp:spPr>
        <a:xfrm>
          <a:off x="6783620" y="777031"/>
          <a:ext cx="2775117" cy="176219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1B8B67-B8CE-4DAA-AECB-51F961DDB654}">
      <dsp:nvSpPr>
        <dsp:cNvPr id="0" name=""/>
        <dsp:cNvSpPr/>
      </dsp:nvSpPr>
      <dsp:spPr>
        <a:xfrm>
          <a:off x="7091966" y="1069960"/>
          <a:ext cx="2775117" cy="17621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dirty="0">
              <a:latin typeface="Arial" panose="020B0604020202020204" pitchFamily="34" charset="0"/>
              <a:cs typeface="Arial" panose="020B0604020202020204" pitchFamily="34" charset="0"/>
            </a:rPr>
            <a:t>Each processor also has its own memory (cache)</a:t>
          </a:r>
          <a:endParaRPr lang="en-PK" sz="2000" kern="1200" dirty="0">
            <a:latin typeface="Arial" panose="020B0604020202020204" pitchFamily="34" charset="0"/>
            <a:cs typeface="Arial" panose="020B0604020202020204" pitchFamily="34" charset="0"/>
          </a:endParaRPr>
        </a:p>
      </dsp:txBody>
      <dsp:txXfrm>
        <a:off x="7143579" y="1121573"/>
        <a:ext cx="2671891" cy="16589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10EE45-431F-488A-840D-A5F4D3521A94}">
      <dsp:nvSpPr>
        <dsp:cNvPr id="0" name=""/>
        <dsp:cNvSpPr/>
      </dsp:nvSpPr>
      <dsp:spPr>
        <a:xfrm>
          <a:off x="7176769" y="1683845"/>
          <a:ext cx="1489260" cy="708752"/>
        </a:xfrm>
        <a:custGeom>
          <a:avLst/>
          <a:gdLst/>
          <a:ahLst/>
          <a:cxnLst/>
          <a:rect l="0" t="0" r="0" b="0"/>
          <a:pathLst>
            <a:path>
              <a:moveTo>
                <a:pt x="0" y="0"/>
              </a:moveTo>
              <a:lnTo>
                <a:pt x="0" y="482994"/>
              </a:lnTo>
              <a:lnTo>
                <a:pt x="1489260" y="482994"/>
              </a:lnTo>
              <a:lnTo>
                <a:pt x="1489260" y="70875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83F0E6-4B12-4642-B470-E5AA327A5B82}">
      <dsp:nvSpPr>
        <dsp:cNvPr id="0" name=""/>
        <dsp:cNvSpPr/>
      </dsp:nvSpPr>
      <dsp:spPr>
        <a:xfrm>
          <a:off x="5687508" y="1683845"/>
          <a:ext cx="1489260" cy="708752"/>
        </a:xfrm>
        <a:custGeom>
          <a:avLst/>
          <a:gdLst/>
          <a:ahLst/>
          <a:cxnLst/>
          <a:rect l="0" t="0" r="0" b="0"/>
          <a:pathLst>
            <a:path>
              <a:moveTo>
                <a:pt x="1489260" y="0"/>
              </a:moveTo>
              <a:lnTo>
                <a:pt x="1489260" y="482994"/>
              </a:lnTo>
              <a:lnTo>
                <a:pt x="0" y="482994"/>
              </a:lnTo>
              <a:lnTo>
                <a:pt x="0" y="708752"/>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48502E6-56A5-43F8-A2EA-C44F64C0B78E}">
      <dsp:nvSpPr>
        <dsp:cNvPr id="0" name=""/>
        <dsp:cNvSpPr/>
      </dsp:nvSpPr>
      <dsp:spPr>
        <a:xfrm>
          <a:off x="1239" y="136367"/>
          <a:ext cx="2436972" cy="15474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293529-D39C-4D00-9871-ACD5BEB0DB63}">
      <dsp:nvSpPr>
        <dsp:cNvPr id="0" name=""/>
        <dsp:cNvSpPr/>
      </dsp:nvSpPr>
      <dsp:spPr>
        <a:xfrm>
          <a:off x="272014" y="393603"/>
          <a:ext cx="2436972" cy="15474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defRPr b="1"/>
          </a:pPr>
          <a:r>
            <a:rPr lang="en-GB" sz="2000" b="0" kern="1200" dirty="0">
              <a:latin typeface="Arial" panose="020B0604020202020204" pitchFamily="34" charset="0"/>
              <a:cs typeface="Arial" panose="020B0604020202020204" pitchFamily="34" charset="0"/>
            </a:rPr>
            <a:t>Data structures are shared in global address space</a:t>
          </a:r>
          <a:endParaRPr lang="en-PK" sz="2000" b="0" kern="1200" dirty="0">
            <a:latin typeface="Arial" panose="020B0604020202020204" pitchFamily="34" charset="0"/>
            <a:cs typeface="Arial" panose="020B0604020202020204" pitchFamily="34" charset="0"/>
          </a:endParaRPr>
        </a:p>
      </dsp:txBody>
      <dsp:txXfrm>
        <a:off x="317338" y="438927"/>
        <a:ext cx="2346324" cy="1456829"/>
      </dsp:txXfrm>
    </dsp:sp>
    <dsp:sp modelId="{A51B54C0-31E9-475B-995D-A167DF825FD3}">
      <dsp:nvSpPr>
        <dsp:cNvPr id="0" name=""/>
        <dsp:cNvSpPr/>
      </dsp:nvSpPr>
      <dsp:spPr>
        <a:xfrm>
          <a:off x="2979761" y="136367"/>
          <a:ext cx="2436972" cy="15474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5E3FE8-8B80-4AAD-BCEE-0C65CAF9BA54}">
      <dsp:nvSpPr>
        <dsp:cNvPr id="0" name=""/>
        <dsp:cNvSpPr/>
      </dsp:nvSpPr>
      <dsp:spPr>
        <a:xfrm>
          <a:off x="3250536" y="393603"/>
          <a:ext cx="2436972" cy="15474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defRPr b="1"/>
          </a:pPr>
          <a:r>
            <a:rPr lang="en-GB" sz="2000" b="0" kern="1200" dirty="0">
              <a:latin typeface="Arial" panose="020B0604020202020204" pitchFamily="34" charset="0"/>
              <a:cs typeface="Arial" panose="020B0604020202020204" pitchFamily="34" charset="0"/>
            </a:rPr>
            <a:t>Concurrent access to shared memory must be coordinated</a:t>
          </a:r>
          <a:endParaRPr lang="en-PK" sz="2000" b="0" kern="1200" dirty="0">
            <a:latin typeface="Arial" panose="020B0604020202020204" pitchFamily="34" charset="0"/>
            <a:cs typeface="Arial" panose="020B0604020202020204" pitchFamily="34" charset="0"/>
          </a:endParaRPr>
        </a:p>
      </dsp:txBody>
      <dsp:txXfrm>
        <a:off x="3295860" y="438927"/>
        <a:ext cx="2346324" cy="1456829"/>
      </dsp:txXfrm>
    </dsp:sp>
    <dsp:sp modelId="{36577275-3FC5-41B1-8927-B9003BF05C75}">
      <dsp:nvSpPr>
        <dsp:cNvPr id="0" name=""/>
        <dsp:cNvSpPr/>
      </dsp:nvSpPr>
      <dsp:spPr>
        <a:xfrm>
          <a:off x="5958283" y="136367"/>
          <a:ext cx="2436972" cy="154747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271260-977B-4572-B6A9-95C340FA3699}">
      <dsp:nvSpPr>
        <dsp:cNvPr id="0" name=""/>
        <dsp:cNvSpPr/>
      </dsp:nvSpPr>
      <dsp:spPr>
        <a:xfrm>
          <a:off x="6229057" y="393603"/>
          <a:ext cx="2436972" cy="154747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defRPr b="1"/>
          </a:pPr>
          <a:r>
            <a:rPr lang="en-GB" sz="2000" b="0" kern="1200" dirty="0">
              <a:latin typeface="Arial" panose="020B0604020202020204" pitchFamily="34" charset="0"/>
              <a:cs typeface="Arial" panose="020B0604020202020204" pitchFamily="34" charset="0"/>
            </a:rPr>
            <a:t>Programming Models</a:t>
          </a:r>
          <a:endParaRPr lang="en-PK" sz="2000" b="0" kern="1200" dirty="0">
            <a:latin typeface="Arial" panose="020B0604020202020204" pitchFamily="34" charset="0"/>
            <a:cs typeface="Arial" panose="020B0604020202020204" pitchFamily="34" charset="0"/>
          </a:endParaRPr>
        </a:p>
      </dsp:txBody>
      <dsp:txXfrm>
        <a:off x="6274381" y="438927"/>
        <a:ext cx="2346324" cy="1456829"/>
      </dsp:txXfrm>
    </dsp:sp>
    <dsp:sp modelId="{6F73DBDA-6936-421B-A5A4-D2D6F44CE6E8}">
      <dsp:nvSpPr>
        <dsp:cNvPr id="0" name=""/>
        <dsp:cNvSpPr/>
      </dsp:nvSpPr>
      <dsp:spPr>
        <a:xfrm>
          <a:off x="4469022" y="2392597"/>
          <a:ext cx="2436972" cy="154747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AC5E74-BF91-4125-B5C7-9B0FA4D6676D}">
      <dsp:nvSpPr>
        <dsp:cNvPr id="0" name=""/>
        <dsp:cNvSpPr/>
      </dsp:nvSpPr>
      <dsp:spPr>
        <a:xfrm>
          <a:off x="4739797" y="2649833"/>
          <a:ext cx="2436972" cy="1547477"/>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b="0" kern="1200" dirty="0">
              <a:latin typeface="Arial" panose="020B0604020202020204" pitchFamily="34" charset="0"/>
              <a:cs typeface="Arial" panose="020B0604020202020204" pitchFamily="34" charset="0"/>
            </a:rPr>
            <a:t>Multithreading (Thread Libraries)</a:t>
          </a:r>
          <a:endParaRPr lang="en-PK" sz="2000" b="0" kern="1200" dirty="0">
            <a:latin typeface="Arial" panose="020B0604020202020204" pitchFamily="34" charset="0"/>
            <a:cs typeface="Arial" panose="020B0604020202020204" pitchFamily="34" charset="0"/>
          </a:endParaRPr>
        </a:p>
      </dsp:txBody>
      <dsp:txXfrm>
        <a:off x="4785121" y="2695157"/>
        <a:ext cx="2346324" cy="1456829"/>
      </dsp:txXfrm>
    </dsp:sp>
    <dsp:sp modelId="{4E205E7A-FD3E-4BCF-B62E-AC18F95E73A4}">
      <dsp:nvSpPr>
        <dsp:cNvPr id="0" name=""/>
        <dsp:cNvSpPr/>
      </dsp:nvSpPr>
      <dsp:spPr>
        <a:xfrm>
          <a:off x="7447544" y="2392597"/>
          <a:ext cx="2436972" cy="1547477"/>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5B919E-FE84-40F3-8438-AF6D95EE2222}">
      <dsp:nvSpPr>
        <dsp:cNvPr id="0" name=""/>
        <dsp:cNvSpPr/>
      </dsp:nvSpPr>
      <dsp:spPr>
        <a:xfrm>
          <a:off x="7718318" y="2649833"/>
          <a:ext cx="2436972" cy="1547477"/>
        </a:xfrm>
        <a:prstGeom prst="roundRect">
          <a:avLst>
            <a:gd name="adj" fmla="val 1000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b="0" kern="1200" dirty="0">
              <a:latin typeface="Arial" panose="020B0604020202020204" pitchFamily="34" charset="0"/>
              <a:cs typeface="Arial" panose="020B0604020202020204" pitchFamily="34" charset="0"/>
            </a:rPr>
            <a:t>OpenMP</a:t>
          </a:r>
          <a:endParaRPr lang="en-PK" sz="2000" b="0" kern="1200" dirty="0">
            <a:latin typeface="Arial" panose="020B0604020202020204" pitchFamily="34" charset="0"/>
            <a:cs typeface="Arial" panose="020B0604020202020204" pitchFamily="34" charset="0"/>
          </a:endParaRPr>
        </a:p>
      </dsp:txBody>
      <dsp:txXfrm>
        <a:off x="7763642" y="2695157"/>
        <a:ext cx="2346324" cy="14568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Distributed Memory.</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Architecture of Distributed Memory.</a:t>
          </a:r>
        </a:p>
      </dsp:txBody>
      <dsp:txXfrm>
        <a:off x="2024809" y="3140937"/>
        <a:ext cx="4978967" cy="175308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891552-65E8-4850-98BB-82C21A6D8C91}">
      <dsp:nvSpPr>
        <dsp:cNvPr id="0" name=""/>
        <dsp:cNvSpPr/>
      </dsp:nvSpPr>
      <dsp:spPr>
        <a:xfrm>
          <a:off x="0"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1FC31ED-C8CE-4612-9793-271705917D91}">
      <dsp:nvSpPr>
        <dsp:cNvPr id="0" name=""/>
        <dsp:cNvSpPr/>
      </dsp:nvSpPr>
      <dsp:spPr>
        <a:xfrm>
          <a:off x="328612"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latin typeface="Arial" panose="020B0604020202020204" pitchFamily="34" charset="0"/>
              <a:cs typeface="Arial" panose="020B0604020202020204" pitchFamily="34" charset="0"/>
            </a:rPr>
            <a:t>Each Processor has direct access only to its local memory</a:t>
          </a:r>
          <a:endParaRPr lang="en-US" sz="2800" kern="1200" dirty="0">
            <a:latin typeface="Arial" panose="020B0604020202020204" pitchFamily="34" charset="0"/>
            <a:cs typeface="Arial" panose="020B0604020202020204" pitchFamily="34" charset="0"/>
          </a:endParaRPr>
        </a:p>
      </dsp:txBody>
      <dsp:txXfrm>
        <a:off x="383617" y="1103267"/>
        <a:ext cx="2847502" cy="1768010"/>
      </dsp:txXfrm>
    </dsp:sp>
    <dsp:sp modelId="{48BD9727-55B2-49D0-8441-CA18B7B40358}">
      <dsp:nvSpPr>
        <dsp:cNvPr id="0" name=""/>
        <dsp:cNvSpPr/>
      </dsp:nvSpPr>
      <dsp:spPr>
        <a:xfrm>
          <a:off x="3614737"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7542D0-B483-4928-B2F9-500D58DCDBC4}">
      <dsp:nvSpPr>
        <dsp:cNvPr id="0" name=""/>
        <dsp:cNvSpPr/>
      </dsp:nvSpPr>
      <dsp:spPr>
        <a:xfrm>
          <a:off x="3943350"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latin typeface="Arial" panose="020B0604020202020204" pitchFamily="34" charset="0"/>
              <a:cs typeface="Arial" panose="020B0604020202020204" pitchFamily="34" charset="0"/>
            </a:rPr>
            <a:t>Processors are connected via high-speed interconnect</a:t>
          </a:r>
          <a:endParaRPr lang="en-US" sz="2800" kern="1200" dirty="0">
            <a:latin typeface="Arial" panose="020B0604020202020204" pitchFamily="34" charset="0"/>
            <a:cs typeface="Arial" panose="020B0604020202020204" pitchFamily="34" charset="0"/>
          </a:endParaRPr>
        </a:p>
      </dsp:txBody>
      <dsp:txXfrm>
        <a:off x="3998355" y="1103267"/>
        <a:ext cx="2847502" cy="1768010"/>
      </dsp:txXfrm>
    </dsp:sp>
    <dsp:sp modelId="{4F556B37-A53D-4889-9F71-56CABE14E0C5}">
      <dsp:nvSpPr>
        <dsp:cNvPr id="0" name=""/>
        <dsp:cNvSpPr/>
      </dsp:nvSpPr>
      <dsp:spPr>
        <a:xfrm>
          <a:off x="7229475" y="736080"/>
          <a:ext cx="2957512" cy="187802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8B6B74-E3F2-41CF-A7D9-73FC35A89784}">
      <dsp:nvSpPr>
        <dsp:cNvPr id="0" name=""/>
        <dsp:cNvSpPr/>
      </dsp:nvSpPr>
      <dsp:spPr>
        <a:xfrm>
          <a:off x="7558087" y="1048262"/>
          <a:ext cx="2957512" cy="187802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dirty="0">
              <a:latin typeface="Arial" panose="020B0604020202020204" pitchFamily="34" charset="0"/>
              <a:cs typeface="Arial" panose="020B0604020202020204" pitchFamily="34" charset="0"/>
            </a:rPr>
            <a:t>Data structures must be distributed</a:t>
          </a:r>
          <a:endParaRPr lang="en-US" sz="2800" kern="1200" dirty="0">
            <a:latin typeface="Arial" panose="020B0604020202020204" pitchFamily="34" charset="0"/>
            <a:cs typeface="Arial" panose="020B0604020202020204" pitchFamily="34" charset="0"/>
          </a:endParaRPr>
        </a:p>
      </dsp:txBody>
      <dsp:txXfrm>
        <a:off x="7613092" y="1103267"/>
        <a:ext cx="2847502" cy="176801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2946F3-5AC9-4D3B-B3E9-54C1501D49CE}">
      <dsp:nvSpPr>
        <dsp:cNvPr id="0" name=""/>
        <dsp:cNvSpPr/>
      </dsp:nvSpPr>
      <dsp:spPr>
        <a:xfrm>
          <a:off x="5594927" y="1637366"/>
          <a:ext cx="1605128" cy="733321"/>
        </a:xfrm>
        <a:custGeom>
          <a:avLst/>
          <a:gdLst/>
          <a:ahLst/>
          <a:cxnLst/>
          <a:rect l="0" t="0" r="0" b="0"/>
          <a:pathLst>
            <a:path>
              <a:moveTo>
                <a:pt x="0" y="0"/>
              </a:moveTo>
              <a:lnTo>
                <a:pt x="0" y="496463"/>
              </a:lnTo>
              <a:lnTo>
                <a:pt x="1605128" y="496463"/>
              </a:lnTo>
              <a:lnTo>
                <a:pt x="1605128" y="73332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A434EF-685B-48C5-A8EB-5FFD7B973566}">
      <dsp:nvSpPr>
        <dsp:cNvPr id="0" name=""/>
        <dsp:cNvSpPr/>
      </dsp:nvSpPr>
      <dsp:spPr>
        <a:xfrm>
          <a:off x="4075093" y="1637366"/>
          <a:ext cx="1519833" cy="733321"/>
        </a:xfrm>
        <a:custGeom>
          <a:avLst/>
          <a:gdLst/>
          <a:ahLst/>
          <a:cxnLst/>
          <a:rect l="0" t="0" r="0" b="0"/>
          <a:pathLst>
            <a:path>
              <a:moveTo>
                <a:pt x="1519833" y="0"/>
              </a:moveTo>
              <a:lnTo>
                <a:pt x="1519833" y="496463"/>
              </a:lnTo>
              <a:lnTo>
                <a:pt x="0" y="496463"/>
              </a:lnTo>
              <a:lnTo>
                <a:pt x="0" y="73332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3719A5-EC90-4B88-918F-E5A8C36C2A60}">
      <dsp:nvSpPr>
        <dsp:cNvPr id="0" name=""/>
        <dsp:cNvSpPr/>
      </dsp:nvSpPr>
      <dsp:spPr>
        <a:xfrm>
          <a:off x="1171014" y="13806"/>
          <a:ext cx="2556787" cy="1623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2BD272EE-261D-45D5-BBDE-7F727BEB2F53}">
      <dsp:nvSpPr>
        <dsp:cNvPr id="0" name=""/>
        <dsp:cNvSpPr/>
      </dsp:nvSpPr>
      <dsp:spPr>
        <a:xfrm>
          <a:off x="1455102" y="283689"/>
          <a:ext cx="2556787" cy="162355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Arial" panose="020B0604020202020204" pitchFamily="34" charset="0"/>
              <a:cs typeface="Arial" panose="020B0604020202020204" pitchFamily="34" charset="0"/>
            </a:rPr>
            <a:t>Data exchange is done via explicit processor-to-processor communication: send/receive messages</a:t>
          </a:r>
          <a:endParaRPr lang="en-PK" sz="1600" kern="1200" dirty="0">
            <a:latin typeface="Arial" panose="020B0604020202020204" pitchFamily="34" charset="0"/>
            <a:cs typeface="Arial" panose="020B0604020202020204" pitchFamily="34" charset="0"/>
          </a:endParaRPr>
        </a:p>
      </dsp:txBody>
      <dsp:txXfrm>
        <a:off x="1502654" y="331241"/>
        <a:ext cx="2461683" cy="1528455"/>
      </dsp:txXfrm>
    </dsp:sp>
    <dsp:sp modelId="{9EA07817-2DBC-4186-A8E2-1BE975C74ECD}">
      <dsp:nvSpPr>
        <dsp:cNvPr id="0" name=""/>
        <dsp:cNvSpPr/>
      </dsp:nvSpPr>
      <dsp:spPr>
        <a:xfrm>
          <a:off x="4316533" y="13806"/>
          <a:ext cx="2556787" cy="162355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DE148D8-9110-4DD4-A690-2FB228B2615C}">
      <dsp:nvSpPr>
        <dsp:cNvPr id="0" name=""/>
        <dsp:cNvSpPr/>
      </dsp:nvSpPr>
      <dsp:spPr>
        <a:xfrm>
          <a:off x="4600620" y="283689"/>
          <a:ext cx="2556787" cy="162355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Arial" panose="020B0604020202020204" pitchFamily="34" charset="0"/>
              <a:cs typeface="Arial" panose="020B0604020202020204" pitchFamily="34" charset="0"/>
            </a:rPr>
            <a:t>Programming Models</a:t>
          </a:r>
          <a:endParaRPr lang="en-PK" sz="1600" kern="1200" dirty="0">
            <a:latin typeface="Arial" panose="020B0604020202020204" pitchFamily="34" charset="0"/>
            <a:cs typeface="Arial" panose="020B0604020202020204" pitchFamily="34" charset="0"/>
          </a:endParaRPr>
        </a:p>
      </dsp:txBody>
      <dsp:txXfrm>
        <a:off x="4648172" y="331241"/>
        <a:ext cx="2461683" cy="1528455"/>
      </dsp:txXfrm>
    </dsp:sp>
    <dsp:sp modelId="{F8357A6E-E50C-454D-B734-EB2261A24706}">
      <dsp:nvSpPr>
        <dsp:cNvPr id="0" name=""/>
        <dsp:cNvSpPr/>
      </dsp:nvSpPr>
      <dsp:spPr>
        <a:xfrm>
          <a:off x="2796699" y="2370687"/>
          <a:ext cx="2556787" cy="162355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0EAFA72F-E2AF-490F-AD25-B2B51509AF36}">
      <dsp:nvSpPr>
        <dsp:cNvPr id="0" name=""/>
        <dsp:cNvSpPr/>
      </dsp:nvSpPr>
      <dsp:spPr>
        <a:xfrm>
          <a:off x="3080787" y="2640571"/>
          <a:ext cx="2556787" cy="162355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Arial" panose="020B0604020202020204" pitchFamily="34" charset="0"/>
              <a:cs typeface="Arial" panose="020B0604020202020204" pitchFamily="34" charset="0"/>
            </a:rPr>
            <a:t>Widely used standard: MPI</a:t>
          </a:r>
          <a:endParaRPr lang="en-PK" sz="1600" kern="1200" dirty="0">
            <a:latin typeface="Arial" panose="020B0604020202020204" pitchFamily="34" charset="0"/>
            <a:cs typeface="Arial" panose="020B0604020202020204" pitchFamily="34" charset="0"/>
          </a:endParaRPr>
        </a:p>
      </dsp:txBody>
      <dsp:txXfrm>
        <a:off x="3128339" y="2688123"/>
        <a:ext cx="2461683" cy="1528455"/>
      </dsp:txXfrm>
    </dsp:sp>
    <dsp:sp modelId="{7EE45A3B-5D33-48FC-9C6C-EF510CA74C91}">
      <dsp:nvSpPr>
        <dsp:cNvPr id="0" name=""/>
        <dsp:cNvSpPr/>
      </dsp:nvSpPr>
      <dsp:spPr>
        <a:xfrm>
          <a:off x="5921661" y="2370687"/>
          <a:ext cx="2556787" cy="1623559"/>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A752753B-80FF-419D-AA1C-791709D181C2}">
      <dsp:nvSpPr>
        <dsp:cNvPr id="0" name=""/>
        <dsp:cNvSpPr/>
      </dsp:nvSpPr>
      <dsp:spPr>
        <a:xfrm>
          <a:off x="6205749" y="2640571"/>
          <a:ext cx="2556787" cy="1623559"/>
        </a:xfrm>
        <a:prstGeom prst="roundRect">
          <a:avLst>
            <a:gd name="adj" fmla="val 10000"/>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Arial" panose="020B0604020202020204" pitchFamily="34" charset="0"/>
              <a:cs typeface="Arial" panose="020B0604020202020204" pitchFamily="34" charset="0"/>
            </a:rPr>
            <a:t>Others: PVM, PARMACS, Express, P4, Chameleon, etc.</a:t>
          </a:r>
          <a:endParaRPr lang="en-PK" sz="1600" kern="1200" dirty="0">
            <a:latin typeface="Arial" panose="020B0604020202020204" pitchFamily="34" charset="0"/>
            <a:cs typeface="Arial" panose="020B0604020202020204" pitchFamily="34" charset="0"/>
          </a:endParaRPr>
        </a:p>
      </dsp:txBody>
      <dsp:txXfrm>
        <a:off x="6253301" y="2688123"/>
        <a:ext cx="2461683" cy="152845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713"/>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04931" y="376281"/>
          <a:ext cx="918056" cy="918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927918" y="713"/>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What is </a:t>
          </a:r>
          <a:r>
            <a:rPr lang="en-US" sz="2500" kern="1200" dirty="0">
              <a:latin typeface="Arial" panose="020B0604020202020204" pitchFamily="34" charset="0"/>
              <a:cs typeface="Arial" panose="020B0604020202020204" pitchFamily="34" charset="0"/>
            </a:rPr>
            <a:t>Flynn’s classification of computer architectures?</a:t>
          </a:r>
          <a:endParaRPr lang="en-PK" sz="2500" kern="1200" dirty="0"/>
        </a:p>
      </dsp:txBody>
      <dsp:txXfrm>
        <a:off x="1927918" y="713"/>
        <a:ext cx="5075858" cy="1669193"/>
      </dsp:txXfrm>
    </dsp:sp>
    <dsp:sp modelId="{86AFC238-F655-46AB-B4B9-6CFAB4EEE339}">
      <dsp:nvSpPr>
        <dsp:cNvPr id="0" name=""/>
        <dsp:cNvSpPr/>
      </dsp:nvSpPr>
      <dsp:spPr>
        <a:xfrm>
          <a:off x="0" y="2087205"/>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04931" y="2462774"/>
          <a:ext cx="918056" cy="918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927918" y="2087205"/>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Basis for </a:t>
          </a:r>
          <a:r>
            <a:rPr lang="en-US" sz="2500" kern="1200" dirty="0">
              <a:latin typeface="Arial" panose="020B0604020202020204" pitchFamily="34" charset="0"/>
              <a:cs typeface="Arial" panose="020B0604020202020204" pitchFamily="34" charset="0"/>
            </a:rPr>
            <a:t>Flynn’s classification</a:t>
          </a: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a:t>
          </a:r>
          <a:endParaRPr lang="en-PK" sz="2500" kern="1200" dirty="0"/>
        </a:p>
      </dsp:txBody>
      <dsp:txXfrm>
        <a:off x="1927918" y="2087205"/>
        <a:ext cx="5075858" cy="1669193"/>
      </dsp:txXfrm>
    </dsp:sp>
    <dsp:sp modelId="{D49CD649-114A-4301-899A-7AB712C48F82}">
      <dsp:nvSpPr>
        <dsp:cNvPr id="0" name=""/>
        <dsp:cNvSpPr/>
      </dsp:nvSpPr>
      <dsp:spPr>
        <a:xfrm>
          <a:off x="0" y="4173697"/>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3E142-0DF4-49A1-B939-883B8F6C6A69}">
      <dsp:nvSpPr>
        <dsp:cNvPr id="0" name=""/>
        <dsp:cNvSpPr/>
      </dsp:nvSpPr>
      <dsp:spPr>
        <a:xfrm>
          <a:off x="504931" y="4549266"/>
          <a:ext cx="918056" cy="918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8D50D3-A939-446E-9D71-966B0D8C8EA9}">
      <dsp:nvSpPr>
        <dsp:cNvPr id="0" name=""/>
        <dsp:cNvSpPr/>
      </dsp:nvSpPr>
      <dsp:spPr>
        <a:xfrm>
          <a:off x="1927918" y="4173697"/>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Types of Flynn’s classification.</a:t>
          </a:r>
          <a:endParaRPr lang="en-PK" sz="2500" kern="1200" dirty="0"/>
        </a:p>
      </dsp:txBody>
      <dsp:txXfrm>
        <a:off x="1927918" y="4173697"/>
        <a:ext cx="5075858" cy="166919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00BFAA-BB99-40C2-8ABB-52F3E59318E6}">
      <dsp:nvSpPr>
        <dsp:cNvPr id="0" name=""/>
        <dsp:cNvSpPr/>
      </dsp:nvSpPr>
      <dsp:spPr>
        <a:xfrm>
          <a:off x="1300650" y="281819"/>
          <a:ext cx="3025240" cy="2609968"/>
        </a:xfrm>
        <a:prstGeom prst="downArrow">
          <a:avLst>
            <a:gd name="adj1" fmla="val 50000"/>
            <a:gd name="adj2" fmla="val 3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Instruction stream</a:t>
          </a:r>
        </a:p>
      </dsp:txBody>
      <dsp:txXfrm>
        <a:off x="2056960" y="281819"/>
        <a:ext cx="1512620" cy="2153224"/>
      </dsp:txXfrm>
    </dsp:sp>
    <dsp:sp modelId="{F04E9A15-8824-4953-A168-36DFEDBEDF25}">
      <dsp:nvSpPr>
        <dsp:cNvPr id="0" name=""/>
        <dsp:cNvSpPr/>
      </dsp:nvSpPr>
      <dsp:spPr>
        <a:xfrm rot="7200000">
          <a:off x="3016354" y="2893869"/>
          <a:ext cx="2609968" cy="2609968"/>
        </a:xfrm>
        <a:prstGeom prst="downArrow">
          <a:avLst>
            <a:gd name="adj1" fmla="val 50000"/>
            <a:gd name="adj2" fmla="val 35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Data stream</a:t>
          </a:r>
        </a:p>
      </dsp:txBody>
      <dsp:txXfrm rot="-5400000">
        <a:off x="3442502" y="3660547"/>
        <a:ext cx="2153224" cy="1304984"/>
      </dsp:txXfrm>
    </dsp:sp>
    <dsp:sp modelId="{AD12DEEE-362C-4399-A52C-927D7201B828}">
      <dsp:nvSpPr>
        <dsp:cNvPr id="0" name=""/>
        <dsp:cNvSpPr/>
      </dsp:nvSpPr>
      <dsp:spPr>
        <a:xfrm rot="14400000">
          <a:off x="219" y="2893869"/>
          <a:ext cx="2609968" cy="2609968"/>
        </a:xfrm>
        <a:prstGeom prst="downArrow">
          <a:avLst>
            <a:gd name="adj1" fmla="val 50000"/>
            <a:gd name="adj2" fmla="val 35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Single vs. multiple</a:t>
          </a:r>
        </a:p>
      </dsp:txBody>
      <dsp:txXfrm rot="5400000">
        <a:off x="30815" y="3660547"/>
        <a:ext cx="2153224" cy="130498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7E072-8AD2-410A-B51A-44B6A2DD2669}">
      <dsp:nvSpPr>
        <dsp:cNvPr id="0" name=""/>
        <dsp:cNvSpPr/>
      </dsp:nvSpPr>
      <dsp:spPr>
        <a:xfrm rot="5400000">
          <a:off x="5545962" y="-1359185"/>
          <a:ext cx="3209291"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2870" tIns="51435" rIns="102870" bIns="51435" numCol="1" spcCol="1270" anchor="ctr" anchorCtr="0">
          <a:noAutofit/>
        </a:bodyPr>
        <a:lstStyle/>
        <a:p>
          <a:pPr marL="228600" lvl="1" indent="-228600" algn="l" defTabSz="1200150">
            <a:lnSpc>
              <a:spcPct val="90000"/>
            </a:lnSpc>
            <a:spcBef>
              <a:spcPct val="0"/>
            </a:spcBef>
            <a:spcAft>
              <a:spcPct val="15000"/>
            </a:spcAft>
            <a:buChar char="•"/>
          </a:pPr>
          <a:r>
            <a:rPr lang="en-US" sz="2700" kern="1200"/>
            <a:t>Single Instruction Single Data (SISD) </a:t>
          </a:r>
          <a:endParaRPr lang="en-PK" sz="2700" kern="1200"/>
        </a:p>
        <a:p>
          <a:pPr marL="228600" lvl="1" indent="-228600" algn="l" defTabSz="1200150">
            <a:lnSpc>
              <a:spcPct val="90000"/>
            </a:lnSpc>
            <a:spcBef>
              <a:spcPct val="0"/>
            </a:spcBef>
            <a:spcAft>
              <a:spcPct val="15000"/>
            </a:spcAft>
            <a:buChar char="•"/>
          </a:pPr>
          <a:r>
            <a:rPr lang="en-US" sz="2700" kern="1200"/>
            <a:t>Single Instruction Multiple Data (SIMD) </a:t>
          </a:r>
          <a:endParaRPr lang="en-PK" sz="2700" kern="1200"/>
        </a:p>
        <a:p>
          <a:pPr marL="228600" lvl="1" indent="-228600" algn="l" defTabSz="1200150">
            <a:lnSpc>
              <a:spcPct val="90000"/>
            </a:lnSpc>
            <a:spcBef>
              <a:spcPct val="0"/>
            </a:spcBef>
            <a:spcAft>
              <a:spcPct val="15000"/>
            </a:spcAft>
            <a:buChar char="•"/>
          </a:pPr>
          <a:r>
            <a:rPr lang="en-US" sz="2700" kern="1200" dirty="0"/>
            <a:t>Multiple Instruction Multiple Data (MIMD) </a:t>
          </a:r>
          <a:endParaRPr lang="en-PK" sz="2700" kern="1200" dirty="0"/>
        </a:p>
        <a:p>
          <a:pPr marL="228600" lvl="1" indent="-228600" algn="l" defTabSz="1200150">
            <a:lnSpc>
              <a:spcPct val="90000"/>
            </a:lnSpc>
            <a:spcBef>
              <a:spcPct val="0"/>
            </a:spcBef>
            <a:spcAft>
              <a:spcPct val="15000"/>
            </a:spcAft>
            <a:buChar char="•"/>
          </a:pPr>
          <a:r>
            <a:rPr lang="en-US" sz="2700" kern="1200" dirty="0"/>
            <a:t>Multiple Instruction Single Data (MISD)</a:t>
          </a:r>
          <a:endParaRPr lang="en-PK" sz="2700" kern="1200" dirty="0"/>
        </a:p>
      </dsp:txBody>
      <dsp:txXfrm rot="-5400000">
        <a:off x="3785616" y="557826"/>
        <a:ext cx="6573319" cy="2895961"/>
      </dsp:txXfrm>
    </dsp:sp>
    <dsp:sp modelId="{93528511-4823-4BEA-8177-764BA4D4F764}">
      <dsp:nvSpPr>
        <dsp:cNvPr id="0" name=""/>
        <dsp:cNvSpPr/>
      </dsp:nvSpPr>
      <dsp:spPr>
        <a:xfrm>
          <a:off x="0" y="0"/>
          <a:ext cx="3785616" cy="40116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47625" rIns="95250" bIns="47625" numCol="1" spcCol="1270" anchor="ctr" anchorCtr="0">
          <a:noAutofit/>
        </a:bodyPr>
        <a:lstStyle/>
        <a:p>
          <a:pPr marL="0" lvl="0" indent="0" algn="ctr" defTabSz="1111250">
            <a:lnSpc>
              <a:spcPct val="90000"/>
            </a:lnSpc>
            <a:spcBef>
              <a:spcPct val="0"/>
            </a:spcBef>
            <a:spcAft>
              <a:spcPct val="35000"/>
            </a:spcAft>
            <a:buNone/>
          </a:pPr>
          <a:r>
            <a:rPr lang="en-US" sz="2500" kern="1200" dirty="0"/>
            <a:t>The four classifications defined by Flynn are based upon the number of concurrent instruction (or control) and data streams available in the architecture.</a:t>
          </a:r>
          <a:endParaRPr lang="en-PK" sz="2500" kern="1200" dirty="0"/>
        </a:p>
      </dsp:txBody>
      <dsp:txXfrm>
        <a:off x="184799" y="184799"/>
        <a:ext cx="3416018" cy="364201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SISD.</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Architecture of SISD.</a:t>
          </a:r>
        </a:p>
      </dsp:txBody>
      <dsp:txXfrm>
        <a:off x="2024809" y="3140937"/>
        <a:ext cx="4978967" cy="1753081"/>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8D5265-182A-49A0-B4ED-DE60DBA00554}">
      <dsp:nvSpPr>
        <dsp:cNvPr id="0" name=""/>
        <dsp:cNvSpPr/>
      </dsp:nvSpPr>
      <dsp:spPr>
        <a:xfrm>
          <a:off x="-140827" y="-43755"/>
          <a:ext cx="4357788" cy="4357788"/>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3D5C38-FF42-4FDE-8ABE-ED1F4E345246}">
      <dsp:nvSpPr>
        <dsp:cNvPr id="0" name=""/>
        <dsp:cNvSpPr/>
      </dsp:nvSpPr>
      <dsp:spPr>
        <a:xfrm>
          <a:off x="2051354" y="-43755"/>
          <a:ext cx="7680809" cy="435778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dirty="0">
              <a:latin typeface="+mn-lt"/>
              <a:cs typeface="Arial" panose="020B0604020202020204" pitchFamily="34" charset="0"/>
            </a:rPr>
            <a:t>Conventional single-processor von Neumann computers are classified as SISD systems.</a:t>
          </a:r>
          <a:endParaRPr lang="en-PK" sz="2400" kern="1200" dirty="0">
            <a:latin typeface="+mn-lt"/>
            <a:cs typeface="Arial" panose="020B0604020202020204" pitchFamily="34" charset="0"/>
          </a:endParaRPr>
        </a:p>
      </dsp:txBody>
      <dsp:txXfrm>
        <a:off x="2051354" y="-43755"/>
        <a:ext cx="3840404" cy="2069949"/>
      </dsp:txXfrm>
    </dsp:sp>
    <dsp:sp modelId="{05E194DA-0E48-4AF5-BAC5-EE08B04E1965}">
      <dsp:nvSpPr>
        <dsp:cNvPr id="0" name=""/>
        <dsp:cNvSpPr/>
      </dsp:nvSpPr>
      <dsp:spPr>
        <a:xfrm>
          <a:off x="991872" y="1518911"/>
          <a:ext cx="2069949" cy="268075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1EAD608-5418-4144-A432-5A7C5D8683CB}">
      <dsp:nvSpPr>
        <dsp:cNvPr id="0" name=""/>
        <dsp:cNvSpPr/>
      </dsp:nvSpPr>
      <dsp:spPr>
        <a:xfrm>
          <a:off x="2051201" y="1580710"/>
          <a:ext cx="7680809" cy="253616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latin typeface="+mn-lt"/>
              <a:cs typeface="Arial" panose="020B0604020202020204" pitchFamily="34" charset="0"/>
            </a:rPr>
            <a:t>A typical non-pipelined architecture with general purpose registers as well as some dedicated special registers like:</a:t>
          </a:r>
          <a:endParaRPr lang="en-PK" sz="2400" kern="1200" dirty="0">
            <a:latin typeface="+mn-lt"/>
            <a:cs typeface="Arial" panose="020B0604020202020204" pitchFamily="34" charset="0"/>
          </a:endParaRPr>
        </a:p>
      </dsp:txBody>
      <dsp:txXfrm>
        <a:off x="2051201" y="1580710"/>
        <a:ext cx="3840404" cy="2536164"/>
      </dsp:txXfrm>
    </dsp:sp>
    <dsp:sp modelId="{A510EE91-F123-4FD0-B0E2-CE55DEFD5E3F}">
      <dsp:nvSpPr>
        <dsp:cNvPr id="0" name=""/>
        <dsp:cNvSpPr/>
      </dsp:nvSpPr>
      <dsp:spPr>
        <a:xfrm>
          <a:off x="5596816" y="2026194"/>
          <a:ext cx="4403715" cy="2069949"/>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dsp:style>
      <dsp:txBody>
        <a:bodyPr spcFirstLastPara="0" vert="horz" wrap="square" lIns="247650" tIns="247650" rIns="247650" bIns="24765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latin typeface="+mn-lt"/>
              <a:cs typeface="Arial" panose="020B0604020202020204" pitchFamily="34" charset="0"/>
            </a:rPr>
            <a:t> Program Counter (PC), </a:t>
          </a:r>
          <a:endParaRPr lang="en-PK" sz="2400" kern="1200" dirty="0">
            <a:latin typeface="+mn-lt"/>
            <a:cs typeface="Arial" panose="020B0604020202020204" pitchFamily="34" charset="0"/>
          </a:endParaRPr>
        </a:p>
        <a:p>
          <a:pPr marL="228600" lvl="1" indent="-228600" algn="l" defTabSz="1066800">
            <a:lnSpc>
              <a:spcPct val="90000"/>
            </a:lnSpc>
            <a:spcBef>
              <a:spcPct val="0"/>
            </a:spcBef>
            <a:spcAft>
              <a:spcPct val="15000"/>
            </a:spcAft>
            <a:buChar char="•"/>
          </a:pPr>
          <a:r>
            <a:rPr lang="en-US" sz="2400" kern="1200" dirty="0">
              <a:latin typeface="+mn-lt"/>
              <a:cs typeface="Arial" panose="020B0604020202020204" pitchFamily="34" charset="0"/>
            </a:rPr>
            <a:t>Memory data registers (MDR), </a:t>
          </a:r>
          <a:endParaRPr lang="en-PK" sz="2400" kern="1200" dirty="0">
            <a:latin typeface="+mn-lt"/>
            <a:cs typeface="Arial" panose="020B0604020202020204" pitchFamily="34" charset="0"/>
          </a:endParaRPr>
        </a:p>
        <a:p>
          <a:pPr marL="228600" lvl="1" indent="-228600" algn="l" defTabSz="1066800">
            <a:lnSpc>
              <a:spcPct val="90000"/>
            </a:lnSpc>
            <a:spcBef>
              <a:spcPct val="0"/>
            </a:spcBef>
            <a:spcAft>
              <a:spcPct val="15000"/>
            </a:spcAft>
            <a:buChar char="•"/>
          </a:pPr>
          <a:r>
            <a:rPr lang="en-US" sz="2400" kern="1200" dirty="0">
              <a:latin typeface="+mn-lt"/>
              <a:cs typeface="Arial" panose="020B0604020202020204" pitchFamily="34" charset="0"/>
            </a:rPr>
            <a:t>Memory address registers (MAR) and</a:t>
          </a:r>
          <a:endParaRPr lang="en-PK" sz="2400" kern="1200" dirty="0">
            <a:latin typeface="+mn-lt"/>
            <a:cs typeface="Arial" panose="020B0604020202020204" pitchFamily="34" charset="0"/>
          </a:endParaRPr>
        </a:p>
        <a:p>
          <a:pPr marL="228600" lvl="1" indent="-228600" algn="l" defTabSz="1066800">
            <a:lnSpc>
              <a:spcPct val="90000"/>
            </a:lnSpc>
            <a:spcBef>
              <a:spcPct val="0"/>
            </a:spcBef>
            <a:spcAft>
              <a:spcPct val="15000"/>
            </a:spcAft>
            <a:buChar char="•"/>
          </a:pPr>
          <a:r>
            <a:rPr lang="en-US" sz="2400" kern="1200" dirty="0">
              <a:latin typeface="+mn-lt"/>
              <a:cs typeface="Arial" panose="020B0604020202020204" pitchFamily="34" charset="0"/>
            </a:rPr>
            <a:t> Instruction registers (IR).</a:t>
          </a:r>
          <a:endParaRPr lang="en-PK" sz="2400" kern="1200" dirty="0">
            <a:latin typeface="+mn-lt"/>
            <a:cs typeface="Arial" panose="020B0604020202020204" pitchFamily="34" charset="0"/>
          </a:endParaRPr>
        </a:p>
      </dsp:txBody>
      <dsp:txXfrm>
        <a:off x="5596816" y="2026194"/>
        <a:ext cx="4403715" cy="206994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DCA179-F1E4-4B5E-8E36-98250806C987}">
      <dsp:nvSpPr>
        <dsp:cNvPr id="0" name=""/>
        <dsp:cNvSpPr/>
      </dsp:nvSpPr>
      <dsp:spPr>
        <a:xfrm>
          <a:off x="0" y="1258728"/>
          <a:ext cx="10515600" cy="167830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390E75-7CEE-4E2C-ABE1-78ECAFD158B9}">
      <dsp:nvSpPr>
        <dsp:cNvPr id="0" name=""/>
        <dsp:cNvSpPr/>
      </dsp:nvSpPr>
      <dsp:spPr>
        <a:xfrm>
          <a:off x="4736" y="0"/>
          <a:ext cx="2278208" cy="1678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b="0" i="0" kern="1200" dirty="0">
              <a:latin typeface="Arial" panose="020B0604020202020204" pitchFamily="34" charset="0"/>
              <a:cs typeface="Arial" panose="020B0604020202020204" pitchFamily="34" charset="0"/>
            </a:rPr>
            <a:t>Perform the same operation on multiple data operands concurrently.  </a:t>
          </a:r>
          <a:endParaRPr lang="en-PK" sz="1800" kern="1200" dirty="0">
            <a:latin typeface="Arial" panose="020B0604020202020204" pitchFamily="34" charset="0"/>
            <a:cs typeface="Arial" panose="020B0604020202020204" pitchFamily="34" charset="0"/>
          </a:endParaRPr>
        </a:p>
      </dsp:txBody>
      <dsp:txXfrm>
        <a:off x="4736" y="0"/>
        <a:ext cx="2278208" cy="1678305"/>
      </dsp:txXfrm>
    </dsp:sp>
    <dsp:sp modelId="{ABF16A4F-22E4-4277-96D1-871CE6D1F9D2}">
      <dsp:nvSpPr>
        <dsp:cNvPr id="0" name=""/>
        <dsp:cNvSpPr/>
      </dsp:nvSpPr>
      <dsp:spPr>
        <a:xfrm>
          <a:off x="934052" y="1888093"/>
          <a:ext cx="419576" cy="4195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B24B3A-2E54-41E1-8AA1-1A41000D5A02}">
      <dsp:nvSpPr>
        <dsp:cNvPr id="0" name=""/>
        <dsp:cNvSpPr/>
      </dsp:nvSpPr>
      <dsp:spPr>
        <a:xfrm>
          <a:off x="2396855" y="2517457"/>
          <a:ext cx="2278208" cy="1678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Concurrency of processing rather than concurrency of execution.</a:t>
          </a:r>
          <a:endParaRPr lang="en-PK" sz="1800" kern="1200" dirty="0">
            <a:latin typeface="Arial" panose="020B0604020202020204" pitchFamily="34" charset="0"/>
            <a:cs typeface="Arial" panose="020B0604020202020204" pitchFamily="34" charset="0"/>
          </a:endParaRPr>
        </a:p>
      </dsp:txBody>
      <dsp:txXfrm>
        <a:off x="2396855" y="2517457"/>
        <a:ext cx="2278208" cy="1678305"/>
      </dsp:txXfrm>
    </dsp:sp>
    <dsp:sp modelId="{17499B8A-5FE1-4E2D-A827-D10CD8561701}">
      <dsp:nvSpPr>
        <dsp:cNvPr id="0" name=""/>
        <dsp:cNvSpPr/>
      </dsp:nvSpPr>
      <dsp:spPr>
        <a:xfrm>
          <a:off x="3326172" y="1888093"/>
          <a:ext cx="419576" cy="4195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D9B621-D47E-47BF-86E7-38C25D1BB625}">
      <dsp:nvSpPr>
        <dsp:cNvPr id="0" name=""/>
        <dsp:cNvSpPr/>
      </dsp:nvSpPr>
      <dsp:spPr>
        <a:xfrm>
          <a:off x="4788975" y="0"/>
          <a:ext cx="2278208" cy="1678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b"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Serial computer</a:t>
          </a:r>
          <a:endParaRPr lang="en-PK" sz="1800" kern="1200" dirty="0">
            <a:latin typeface="Arial" panose="020B0604020202020204" pitchFamily="34" charset="0"/>
            <a:cs typeface="Arial" panose="020B0604020202020204" pitchFamily="34" charset="0"/>
          </a:endParaRPr>
        </a:p>
      </dsp:txBody>
      <dsp:txXfrm>
        <a:off x="4788975" y="0"/>
        <a:ext cx="2278208" cy="1678305"/>
      </dsp:txXfrm>
    </dsp:sp>
    <dsp:sp modelId="{8D58FD69-98A0-474B-B646-AE1754D684D8}">
      <dsp:nvSpPr>
        <dsp:cNvPr id="0" name=""/>
        <dsp:cNvSpPr/>
      </dsp:nvSpPr>
      <dsp:spPr>
        <a:xfrm>
          <a:off x="5718291" y="1888093"/>
          <a:ext cx="419576" cy="4195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FC95DC-4F68-4166-A110-96B1C49725AF}">
      <dsp:nvSpPr>
        <dsp:cNvPr id="0" name=""/>
        <dsp:cNvSpPr/>
      </dsp:nvSpPr>
      <dsp:spPr>
        <a:xfrm>
          <a:off x="7181094" y="2517457"/>
          <a:ext cx="2278208" cy="1678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0" lvl="0" indent="0" algn="ctr"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Example: A personal computer processing instructions and data on single processor.</a:t>
          </a:r>
          <a:endParaRPr lang="en-PK" sz="1800" kern="1200" dirty="0">
            <a:latin typeface="Arial" panose="020B0604020202020204" pitchFamily="34" charset="0"/>
            <a:cs typeface="Arial" panose="020B0604020202020204" pitchFamily="34" charset="0"/>
          </a:endParaRPr>
        </a:p>
      </dsp:txBody>
      <dsp:txXfrm>
        <a:off x="7181094" y="2517457"/>
        <a:ext cx="2278208" cy="1678305"/>
      </dsp:txXfrm>
    </dsp:sp>
    <dsp:sp modelId="{CE8E800E-B938-4C0D-B362-5897CBB60B91}">
      <dsp:nvSpPr>
        <dsp:cNvPr id="0" name=""/>
        <dsp:cNvSpPr/>
      </dsp:nvSpPr>
      <dsp:spPr>
        <a:xfrm>
          <a:off x="8110410" y="1888093"/>
          <a:ext cx="419576" cy="41957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713"/>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04931" y="376281"/>
          <a:ext cx="918056" cy="918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927918" y="713"/>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SIMD.</a:t>
          </a:r>
          <a:endParaRPr lang="en-PK" sz="2500" kern="1200" dirty="0">
            <a:latin typeface="Arial" panose="020B0604020202020204" pitchFamily="34" charset="0"/>
            <a:cs typeface="Arial" panose="020B0604020202020204" pitchFamily="34" charset="0"/>
          </a:endParaRPr>
        </a:p>
      </dsp:txBody>
      <dsp:txXfrm>
        <a:off x="1927918" y="713"/>
        <a:ext cx="5075858" cy="1669193"/>
      </dsp:txXfrm>
    </dsp:sp>
    <dsp:sp modelId="{86AFC238-F655-46AB-B4B9-6CFAB4EEE339}">
      <dsp:nvSpPr>
        <dsp:cNvPr id="0" name=""/>
        <dsp:cNvSpPr/>
      </dsp:nvSpPr>
      <dsp:spPr>
        <a:xfrm>
          <a:off x="0" y="2087205"/>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04931" y="2462774"/>
          <a:ext cx="918056" cy="918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927918" y="2087205"/>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SIMD Architecture.</a:t>
          </a:r>
          <a:endParaRPr lang="en-PK" sz="2500" kern="1200" dirty="0"/>
        </a:p>
      </dsp:txBody>
      <dsp:txXfrm>
        <a:off x="1927918" y="2087205"/>
        <a:ext cx="5075858" cy="1669193"/>
      </dsp:txXfrm>
    </dsp:sp>
    <dsp:sp modelId="{D49CD649-114A-4301-899A-7AB712C48F82}">
      <dsp:nvSpPr>
        <dsp:cNvPr id="0" name=""/>
        <dsp:cNvSpPr/>
      </dsp:nvSpPr>
      <dsp:spPr>
        <a:xfrm>
          <a:off x="0" y="4173697"/>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3E142-0DF4-49A1-B939-883B8F6C6A69}">
      <dsp:nvSpPr>
        <dsp:cNvPr id="0" name=""/>
        <dsp:cNvSpPr/>
      </dsp:nvSpPr>
      <dsp:spPr>
        <a:xfrm>
          <a:off x="504931" y="4549266"/>
          <a:ext cx="918056" cy="918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8D50D3-A939-446E-9D71-966B0D8C8EA9}">
      <dsp:nvSpPr>
        <dsp:cNvPr id="0" name=""/>
        <dsp:cNvSpPr/>
      </dsp:nvSpPr>
      <dsp:spPr>
        <a:xfrm>
          <a:off x="1927918" y="4173697"/>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SIMD Schemes.</a:t>
          </a:r>
          <a:endParaRPr lang="en-PK" sz="2500" kern="1200" dirty="0"/>
        </a:p>
      </dsp:txBody>
      <dsp:txXfrm>
        <a:off x="1927918" y="4173697"/>
        <a:ext cx="5075858" cy="1669193"/>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F9534C-5B93-4B35-94CF-CFD7CA63A056}">
      <dsp:nvSpPr>
        <dsp:cNvPr id="0" name=""/>
        <dsp:cNvSpPr/>
      </dsp:nvSpPr>
      <dsp:spPr>
        <a:xfrm>
          <a:off x="0" y="0"/>
          <a:ext cx="4195763" cy="41957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867FB4-F4A4-44D8-9ABD-890D50316851}">
      <dsp:nvSpPr>
        <dsp:cNvPr id="0" name=""/>
        <dsp:cNvSpPr/>
      </dsp:nvSpPr>
      <dsp:spPr>
        <a:xfrm>
          <a:off x="2097881" y="0"/>
          <a:ext cx="8417718" cy="41957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Only one program can be run at a time. </a:t>
          </a:r>
          <a:endParaRPr lang="en-PK" sz="2000" kern="1200" dirty="0">
            <a:latin typeface="+mn-lt"/>
            <a:cs typeface="Arial" panose="020B0604020202020204" pitchFamily="34" charset="0"/>
          </a:endParaRPr>
        </a:p>
      </dsp:txBody>
      <dsp:txXfrm>
        <a:off x="2097881" y="0"/>
        <a:ext cx="8417718" cy="524471"/>
      </dsp:txXfrm>
    </dsp:sp>
    <dsp:sp modelId="{84FF866F-7863-4FDF-B6C4-6B95A542549B}">
      <dsp:nvSpPr>
        <dsp:cNvPr id="0" name=""/>
        <dsp:cNvSpPr/>
      </dsp:nvSpPr>
      <dsp:spPr>
        <a:xfrm>
          <a:off x="367129" y="524471"/>
          <a:ext cx="3461503" cy="346150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9F4244-38D8-4F3E-9B8F-E4E4E92450FA}">
      <dsp:nvSpPr>
        <dsp:cNvPr id="0" name=""/>
        <dsp:cNvSpPr/>
      </dsp:nvSpPr>
      <dsp:spPr>
        <a:xfrm>
          <a:off x="2097881" y="524471"/>
          <a:ext cx="8417718" cy="346150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All processors in a parallel computer execute the same instructions but operate on different data at the same time. </a:t>
          </a:r>
          <a:endParaRPr lang="en-PK" sz="2000" kern="1200" dirty="0">
            <a:latin typeface="+mn-lt"/>
            <a:cs typeface="Arial" panose="020B0604020202020204" pitchFamily="34" charset="0"/>
          </a:endParaRPr>
        </a:p>
      </dsp:txBody>
      <dsp:txXfrm>
        <a:off x="2097881" y="524471"/>
        <a:ext cx="8417718" cy="524471"/>
      </dsp:txXfrm>
    </dsp:sp>
    <dsp:sp modelId="{EA9E3DE9-FACE-4730-B54B-9EE7C4F6CB36}">
      <dsp:nvSpPr>
        <dsp:cNvPr id="0" name=""/>
        <dsp:cNvSpPr/>
      </dsp:nvSpPr>
      <dsp:spPr>
        <a:xfrm>
          <a:off x="734259" y="1048943"/>
          <a:ext cx="2727243" cy="272724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16CEF3-7CD3-4B0A-B228-E7C53AF5CF2A}">
      <dsp:nvSpPr>
        <dsp:cNvPr id="0" name=""/>
        <dsp:cNvSpPr/>
      </dsp:nvSpPr>
      <dsp:spPr>
        <a:xfrm>
          <a:off x="2097881" y="1048943"/>
          <a:ext cx="8417718" cy="272724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Processors run in synchronous, lockstep function. </a:t>
          </a:r>
          <a:endParaRPr lang="en-PK" sz="2000" kern="1200" dirty="0">
            <a:latin typeface="+mn-lt"/>
            <a:cs typeface="Arial" panose="020B0604020202020204" pitchFamily="34" charset="0"/>
          </a:endParaRPr>
        </a:p>
      </dsp:txBody>
      <dsp:txXfrm>
        <a:off x="2097881" y="1048943"/>
        <a:ext cx="8417718" cy="524467"/>
      </dsp:txXfrm>
    </dsp:sp>
    <dsp:sp modelId="{61BBC0DF-5263-4BC3-9B10-1E818D36C4B9}">
      <dsp:nvSpPr>
        <dsp:cNvPr id="0" name=""/>
        <dsp:cNvSpPr/>
      </dsp:nvSpPr>
      <dsp:spPr>
        <a:xfrm>
          <a:off x="1101387" y="1573411"/>
          <a:ext cx="1992987" cy="199298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4AEA2F-4D94-477F-B462-74383E3E8FE1}">
      <dsp:nvSpPr>
        <dsp:cNvPr id="0" name=""/>
        <dsp:cNvSpPr/>
      </dsp:nvSpPr>
      <dsp:spPr>
        <a:xfrm>
          <a:off x="2097881" y="1573411"/>
          <a:ext cx="8417718" cy="199298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latin typeface="Arial" panose="020B0604020202020204" pitchFamily="34" charset="0"/>
              <a:cs typeface="Arial" panose="020B0604020202020204" pitchFamily="34" charset="0"/>
            </a:rPr>
            <a:t>Shared or distributed memory </a:t>
          </a:r>
          <a:endParaRPr lang="en-PK" sz="2500" kern="1200">
            <a:latin typeface="Arial" panose="020B0604020202020204" pitchFamily="34" charset="0"/>
            <a:cs typeface="Arial" panose="020B0604020202020204" pitchFamily="34" charset="0"/>
          </a:endParaRPr>
        </a:p>
      </dsp:txBody>
      <dsp:txXfrm>
        <a:off x="2097881" y="1573411"/>
        <a:ext cx="8417718" cy="524471"/>
      </dsp:txXfrm>
    </dsp:sp>
    <dsp:sp modelId="{0CAB99FE-C471-43C4-872B-96670B04C861}">
      <dsp:nvSpPr>
        <dsp:cNvPr id="0" name=""/>
        <dsp:cNvSpPr/>
      </dsp:nvSpPr>
      <dsp:spPr>
        <a:xfrm>
          <a:off x="1468517" y="2097882"/>
          <a:ext cx="1258727" cy="125872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B1484B-2002-4008-8F14-C75317143482}">
      <dsp:nvSpPr>
        <dsp:cNvPr id="0" name=""/>
        <dsp:cNvSpPr/>
      </dsp:nvSpPr>
      <dsp:spPr>
        <a:xfrm>
          <a:off x="2097881" y="2097882"/>
          <a:ext cx="8417718" cy="125872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a:latin typeface="+mn-lt"/>
              <a:cs typeface="Arial" panose="020B0604020202020204" pitchFamily="34" charset="0"/>
            </a:rPr>
            <a:t>SIMD instructions give very speedups in things like linear algebra, or image/video manipulation/encoding/decoding, etc.  </a:t>
          </a:r>
          <a:endParaRPr lang="en-PK" sz="2000" kern="1200">
            <a:latin typeface="+mn-lt"/>
            <a:cs typeface="Arial" panose="020B0604020202020204" pitchFamily="34" charset="0"/>
          </a:endParaRPr>
        </a:p>
      </dsp:txBody>
      <dsp:txXfrm>
        <a:off x="2097881" y="2097882"/>
        <a:ext cx="8417718" cy="524471"/>
      </dsp:txXfrm>
    </dsp:sp>
    <dsp:sp modelId="{793B32D0-33CC-40BA-98AE-3FFD42EC16F3}">
      <dsp:nvSpPr>
        <dsp:cNvPr id="0" name=""/>
        <dsp:cNvSpPr/>
      </dsp:nvSpPr>
      <dsp:spPr>
        <a:xfrm>
          <a:off x="1835647" y="2622354"/>
          <a:ext cx="524467" cy="52446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C540EF-3D5C-4E5D-A99B-4A89D4B988CB}">
      <dsp:nvSpPr>
        <dsp:cNvPr id="0" name=""/>
        <dsp:cNvSpPr/>
      </dsp:nvSpPr>
      <dsp:spPr>
        <a:xfrm>
          <a:off x="2097881" y="2622354"/>
          <a:ext cx="8417718" cy="52446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Examples: Wireless MMX unit, CM-1, CM-2, DAP, </a:t>
          </a:r>
          <a:r>
            <a:rPr lang="en-US" sz="2000" kern="1200" dirty="0" err="1">
              <a:latin typeface="+mn-lt"/>
              <a:cs typeface="Arial" panose="020B0604020202020204" pitchFamily="34" charset="0"/>
            </a:rPr>
            <a:t>MasPar</a:t>
          </a:r>
          <a:r>
            <a:rPr lang="en-US" sz="2000" kern="1200" dirty="0">
              <a:latin typeface="+mn-lt"/>
              <a:cs typeface="Arial" panose="020B0604020202020204" pitchFamily="34" charset="0"/>
            </a:rPr>
            <a:t> MP-1</a:t>
          </a:r>
          <a:endParaRPr lang="en-PK" sz="2000" kern="1200" dirty="0">
            <a:latin typeface="+mn-lt"/>
            <a:cs typeface="Arial" panose="020B0604020202020204" pitchFamily="34" charset="0"/>
          </a:endParaRPr>
        </a:p>
      </dsp:txBody>
      <dsp:txXfrm>
        <a:off x="2097881" y="2622354"/>
        <a:ext cx="8417718" cy="52446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F676BA-F013-48D5-AD15-62CE0451E6C3}">
      <dsp:nvSpPr>
        <dsp:cNvPr id="0" name=""/>
        <dsp:cNvSpPr/>
      </dsp:nvSpPr>
      <dsp:spPr>
        <a:xfrm rot="5400000">
          <a:off x="-629364" y="629364"/>
          <a:ext cx="4195763" cy="293703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Consists of 2 parts: </a:t>
          </a:r>
          <a:endParaRPr lang="en-PK" sz="4300" kern="1200" dirty="0"/>
        </a:p>
      </dsp:txBody>
      <dsp:txXfrm rot="-5400000">
        <a:off x="1" y="1468516"/>
        <a:ext cx="2937034" cy="1258729"/>
      </dsp:txXfrm>
    </dsp:sp>
    <dsp:sp modelId="{2E2D3930-9034-48AA-9262-13608BCB0882}">
      <dsp:nvSpPr>
        <dsp:cNvPr id="0" name=""/>
        <dsp:cNvSpPr/>
      </dsp:nvSpPr>
      <dsp:spPr>
        <a:xfrm rot="5400000">
          <a:off x="5362694" y="-2425659"/>
          <a:ext cx="2727245" cy="757856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A front-end Von Neumann computer.</a:t>
          </a:r>
          <a:endParaRPr lang="en-PK" sz="2000" kern="1200" dirty="0"/>
        </a:p>
        <a:p>
          <a:pPr marL="228600" lvl="1" indent="-228600" algn="l" defTabSz="889000">
            <a:lnSpc>
              <a:spcPct val="90000"/>
            </a:lnSpc>
            <a:spcBef>
              <a:spcPct val="0"/>
            </a:spcBef>
            <a:spcAft>
              <a:spcPct val="15000"/>
            </a:spcAft>
            <a:buChar char="•"/>
          </a:pPr>
          <a:r>
            <a:rPr lang="en-US" sz="2000" kern="1200" dirty="0"/>
            <a:t>A processor array: connected to the memory bus of the front end</a:t>
          </a:r>
          <a:r>
            <a:rPr lang="en-US" sz="3600" kern="1200" dirty="0"/>
            <a:t>. </a:t>
          </a:r>
          <a:endParaRPr lang="en-PK" sz="3600" kern="1200" dirty="0"/>
        </a:p>
      </dsp:txBody>
      <dsp:txXfrm rot="-5400000">
        <a:off x="2937035" y="133133"/>
        <a:ext cx="7445432" cy="246097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42A784-C2C9-4F15-8FF7-8FCE97160E8B}">
      <dsp:nvSpPr>
        <dsp:cNvPr id="0" name=""/>
        <dsp:cNvSpPr/>
      </dsp:nvSpPr>
      <dsp:spPr>
        <a:xfrm rot="5400000">
          <a:off x="-629364" y="629364"/>
          <a:ext cx="4195763" cy="2937034"/>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t>Classified into two configuration schemes</a:t>
          </a:r>
          <a:endParaRPr lang="en-PK" sz="2800" kern="1200"/>
        </a:p>
      </dsp:txBody>
      <dsp:txXfrm rot="-5400000">
        <a:off x="1" y="1468516"/>
        <a:ext cx="2937034" cy="1258729"/>
      </dsp:txXfrm>
    </dsp:sp>
    <dsp:sp modelId="{3601C625-6D8B-4816-A441-F2F5240EDD6C}">
      <dsp:nvSpPr>
        <dsp:cNvPr id="0" name=""/>
        <dsp:cNvSpPr/>
      </dsp:nvSpPr>
      <dsp:spPr>
        <a:xfrm rot="5400000">
          <a:off x="5362694" y="-2425659"/>
          <a:ext cx="2727245" cy="757856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Scheme 1 – Each processor has its own local memory.</a:t>
          </a:r>
          <a:endParaRPr lang="en-PK" sz="2000" kern="1200" dirty="0"/>
        </a:p>
        <a:p>
          <a:pPr marL="228600" lvl="1" indent="-228600" algn="l" defTabSz="889000">
            <a:lnSpc>
              <a:spcPct val="90000"/>
            </a:lnSpc>
            <a:spcBef>
              <a:spcPct val="0"/>
            </a:spcBef>
            <a:spcAft>
              <a:spcPct val="15000"/>
            </a:spcAft>
            <a:buChar char="•"/>
          </a:pPr>
          <a:r>
            <a:rPr lang="en-US" sz="2000" kern="1200" dirty="0"/>
            <a:t>Scheme 2 – Processors and memory modules communicate with each other via interconnection network. </a:t>
          </a:r>
          <a:endParaRPr lang="en-PK" sz="2000" kern="1200" dirty="0"/>
        </a:p>
      </dsp:txBody>
      <dsp:txXfrm rot="-5400000">
        <a:off x="2937035" y="133133"/>
        <a:ext cx="7445432" cy="246097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949585"/>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1344029"/>
          <a:ext cx="964194" cy="9641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949585"/>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MISD.</a:t>
          </a:r>
        </a:p>
      </dsp:txBody>
      <dsp:txXfrm>
        <a:off x="2024809" y="949585"/>
        <a:ext cx="4978967" cy="1753081"/>
      </dsp:txXfrm>
    </dsp:sp>
    <dsp:sp modelId="{D75562AD-F78D-4876-92B4-3DD0643FB177}">
      <dsp:nvSpPr>
        <dsp:cNvPr id="0" name=""/>
        <dsp:cNvSpPr/>
      </dsp:nvSpPr>
      <dsp:spPr>
        <a:xfrm>
          <a:off x="0" y="3140937"/>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7B6D7-BF48-4FDE-BD86-4D161441F3BF}">
      <dsp:nvSpPr>
        <dsp:cNvPr id="0" name=""/>
        <dsp:cNvSpPr/>
      </dsp:nvSpPr>
      <dsp:spPr>
        <a:xfrm>
          <a:off x="530307" y="3535381"/>
          <a:ext cx="964194" cy="9641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273AB3-1C10-4C7C-8AEC-2DC6562CD53E}">
      <dsp:nvSpPr>
        <dsp:cNvPr id="0" name=""/>
        <dsp:cNvSpPr/>
      </dsp:nvSpPr>
      <dsp:spPr>
        <a:xfrm>
          <a:off x="2024809" y="3140937"/>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90000"/>
            </a:lnSpc>
            <a:spcBef>
              <a:spcPct val="0"/>
            </a:spcBef>
            <a:spcAft>
              <a:spcPct val="35000"/>
            </a:spcAft>
            <a:buNone/>
          </a:pPr>
          <a:r>
            <a:rPr lang="en-US" sz="2500" kern="1200" dirty="0">
              <a:latin typeface="Arial" panose="020B0604020202020204" pitchFamily="34" charset="0"/>
              <a:cs typeface="Arial" panose="020B0604020202020204" pitchFamily="34" charset="0"/>
            </a:rPr>
            <a:t>MISD Architecture.</a:t>
          </a:r>
        </a:p>
      </dsp:txBody>
      <dsp:txXfrm>
        <a:off x="2024809" y="3140937"/>
        <a:ext cx="4978967" cy="175308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C74328-0D54-42EC-868E-FF543B10D8B5}">
      <dsp:nvSpPr>
        <dsp:cNvPr id="0" name=""/>
        <dsp:cNvSpPr/>
      </dsp:nvSpPr>
      <dsp:spPr>
        <a:xfrm>
          <a:off x="0" y="0"/>
          <a:ext cx="4195763" cy="41957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AB6F3B-9E99-4563-9B88-0C8DB2BAE776}">
      <dsp:nvSpPr>
        <dsp:cNvPr id="0" name=""/>
        <dsp:cNvSpPr/>
      </dsp:nvSpPr>
      <dsp:spPr>
        <a:xfrm>
          <a:off x="2097881" y="0"/>
          <a:ext cx="8417718" cy="41957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panose="020B0604020202020204" pitchFamily="34" charset="0"/>
              <a:cs typeface="Arial" panose="020B0604020202020204" pitchFamily="34" charset="0"/>
            </a:rPr>
            <a:t>Special purpose computer</a:t>
          </a:r>
          <a:endParaRPr lang="en-PK" sz="1900" kern="1200">
            <a:latin typeface="Arial" panose="020B0604020202020204" pitchFamily="34" charset="0"/>
            <a:cs typeface="Arial" panose="020B0604020202020204" pitchFamily="34" charset="0"/>
          </a:endParaRPr>
        </a:p>
      </dsp:txBody>
      <dsp:txXfrm>
        <a:off x="2097881" y="0"/>
        <a:ext cx="8417718" cy="671322"/>
      </dsp:txXfrm>
    </dsp:sp>
    <dsp:sp modelId="{911D40AF-75A0-473C-B5F6-87FF73AC21F0}">
      <dsp:nvSpPr>
        <dsp:cNvPr id="0" name=""/>
        <dsp:cNvSpPr/>
      </dsp:nvSpPr>
      <dsp:spPr>
        <a:xfrm>
          <a:off x="440555" y="671322"/>
          <a:ext cx="3314652" cy="331465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522BB1-DB1C-4B13-8071-BB895DDCAD8B}">
      <dsp:nvSpPr>
        <dsp:cNvPr id="0" name=""/>
        <dsp:cNvSpPr/>
      </dsp:nvSpPr>
      <dsp:spPr>
        <a:xfrm>
          <a:off x="2097881" y="671322"/>
          <a:ext cx="8417718" cy="331465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b="0" i="0" kern="1200" dirty="0">
              <a:latin typeface="Arial" panose="020B0604020202020204" pitchFamily="34" charset="0"/>
              <a:cs typeface="Arial" panose="020B0604020202020204" pitchFamily="34" charset="0"/>
            </a:rPr>
            <a:t>Excellent for situation where fault tolerance is critical</a:t>
          </a:r>
          <a:endParaRPr lang="en-PK" sz="1900" kern="1200" dirty="0">
            <a:latin typeface="Arial" panose="020B0604020202020204" pitchFamily="34" charset="0"/>
            <a:cs typeface="Arial" panose="020B0604020202020204" pitchFamily="34" charset="0"/>
          </a:endParaRPr>
        </a:p>
      </dsp:txBody>
      <dsp:txXfrm>
        <a:off x="2097881" y="671322"/>
        <a:ext cx="8417718" cy="671322"/>
      </dsp:txXfrm>
    </dsp:sp>
    <dsp:sp modelId="{A48DF97D-8408-4FE0-B5A9-915E4D9826B2}">
      <dsp:nvSpPr>
        <dsp:cNvPr id="0" name=""/>
        <dsp:cNvSpPr/>
      </dsp:nvSpPr>
      <dsp:spPr>
        <a:xfrm>
          <a:off x="881110" y="1342644"/>
          <a:ext cx="2433542" cy="243354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6C4616-E69A-42E5-8F6E-457DE2883FBC}">
      <dsp:nvSpPr>
        <dsp:cNvPr id="0" name=""/>
        <dsp:cNvSpPr/>
      </dsp:nvSpPr>
      <dsp:spPr>
        <a:xfrm>
          <a:off x="2097881" y="1342644"/>
          <a:ext cx="8417718" cy="243354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panose="020B0604020202020204" pitchFamily="34" charset="0"/>
              <a:cs typeface="Arial" panose="020B0604020202020204" pitchFamily="34" charset="0"/>
            </a:rPr>
            <a:t>Heterogeneous systems operate on the same data stream and must agree on the result</a:t>
          </a:r>
          <a:endParaRPr lang="en-PK" sz="1900" kern="1200">
            <a:latin typeface="Arial" panose="020B0604020202020204" pitchFamily="34" charset="0"/>
            <a:cs typeface="Arial" panose="020B0604020202020204" pitchFamily="34" charset="0"/>
          </a:endParaRPr>
        </a:p>
      </dsp:txBody>
      <dsp:txXfrm>
        <a:off x="2097881" y="1342644"/>
        <a:ext cx="8417718" cy="671322"/>
      </dsp:txXfrm>
    </dsp:sp>
    <dsp:sp modelId="{BD7A8522-8011-4315-A8B3-45CA120369E1}">
      <dsp:nvSpPr>
        <dsp:cNvPr id="0" name=""/>
        <dsp:cNvSpPr/>
      </dsp:nvSpPr>
      <dsp:spPr>
        <a:xfrm>
          <a:off x="1321665" y="2013966"/>
          <a:ext cx="1552432" cy="155243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A74214-A5E0-4F8C-94C1-77DAB9C8EC12}">
      <dsp:nvSpPr>
        <dsp:cNvPr id="0" name=""/>
        <dsp:cNvSpPr/>
      </dsp:nvSpPr>
      <dsp:spPr>
        <a:xfrm>
          <a:off x="2097881" y="2013966"/>
          <a:ext cx="8417718" cy="155243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panose="020B0604020202020204" pitchFamily="34" charset="0"/>
              <a:cs typeface="Arial" panose="020B0604020202020204" pitchFamily="34" charset="0"/>
            </a:rPr>
            <a:t>Rarely used; s</a:t>
          </a:r>
          <a:r>
            <a:rPr lang="en-US" sz="1900" b="0" i="0" kern="1200">
              <a:latin typeface="Arial" panose="020B0604020202020204" pitchFamily="34" charset="0"/>
              <a:cs typeface="Arial" panose="020B0604020202020204" pitchFamily="34" charset="0"/>
            </a:rPr>
            <a:t>ome specific use systems (space flight control computers)</a:t>
          </a:r>
          <a:endParaRPr lang="en-PK" sz="1900" kern="1200">
            <a:latin typeface="Arial" panose="020B0604020202020204" pitchFamily="34" charset="0"/>
            <a:cs typeface="Arial" panose="020B0604020202020204" pitchFamily="34" charset="0"/>
          </a:endParaRPr>
        </a:p>
      </dsp:txBody>
      <dsp:txXfrm>
        <a:off x="2097881" y="2013966"/>
        <a:ext cx="8417718" cy="671322"/>
      </dsp:txXfrm>
    </dsp:sp>
    <dsp:sp modelId="{783BFCEA-501C-4215-98A2-F9E6B6165883}">
      <dsp:nvSpPr>
        <dsp:cNvPr id="0" name=""/>
        <dsp:cNvSpPr/>
      </dsp:nvSpPr>
      <dsp:spPr>
        <a:xfrm>
          <a:off x="1762220" y="2685288"/>
          <a:ext cx="671322" cy="671322"/>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4E8F1F-316B-4A6A-AD0E-CBAA45FE1058}">
      <dsp:nvSpPr>
        <dsp:cNvPr id="0" name=""/>
        <dsp:cNvSpPr/>
      </dsp:nvSpPr>
      <dsp:spPr>
        <a:xfrm>
          <a:off x="2097881" y="2685288"/>
          <a:ext cx="8417718" cy="67132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latin typeface="Arial" panose="020B0604020202020204" pitchFamily="34" charset="0"/>
              <a:cs typeface="Arial" panose="020B0604020202020204" pitchFamily="34" charset="0"/>
            </a:rPr>
            <a:t>Example: Systolic array</a:t>
          </a:r>
          <a:endParaRPr lang="en-PK" sz="1900" kern="1200">
            <a:latin typeface="Arial" panose="020B0604020202020204" pitchFamily="34" charset="0"/>
            <a:cs typeface="Arial" panose="020B0604020202020204" pitchFamily="34" charset="0"/>
          </a:endParaRPr>
        </a:p>
      </dsp:txBody>
      <dsp:txXfrm>
        <a:off x="2097881" y="2685288"/>
        <a:ext cx="8417718" cy="67132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6141A-C351-4DED-9869-55A4A97D84AA}">
      <dsp:nvSpPr>
        <dsp:cNvPr id="0" name=""/>
        <dsp:cNvSpPr/>
      </dsp:nvSpPr>
      <dsp:spPr>
        <a:xfrm>
          <a:off x="0" y="713"/>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81F5EF-E907-4B70-B27C-A1BEE31A375E}">
      <dsp:nvSpPr>
        <dsp:cNvPr id="0" name=""/>
        <dsp:cNvSpPr/>
      </dsp:nvSpPr>
      <dsp:spPr>
        <a:xfrm>
          <a:off x="504931" y="376281"/>
          <a:ext cx="918056" cy="91805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AC5C86-20CD-4005-B020-941F6711844F}">
      <dsp:nvSpPr>
        <dsp:cNvPr id="0" name=""/>
        <dsp:cNvSpPr/>
      </dsp:nvSpPr>
      <dsp:spPr>
        <a:xfrm>
          <a:off x="1927918" y="713"/>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sz="2500" kern="1200" dirty="0">
              <a:latin typeface="Arial" panose="020B0604020202020204" pitchFamily="34" charset="0"/>
              <a:cs typeface="Arial" panose="020B0604020202020204" pitchFamily="34" charset="0"/>
            </a:rPr>
            <a:t>Introduction of MIMD.</a:t>
          </a:r>
          <a:endParaRPr lang="en-PK" sz="2500" kern="1200" dirty="0">
            <a:latin typeface="Arial" panose="020B0604020202020204" pitchFamily="34" charset="0"/>
            <a:cs typeface="Arial" panose="020B0604020202020204" pitchFamily="34" charset="0"/>
          </a:endParaRPr>
        </a:p>
      </dsp:txBody>
      <dsp:txXfrm>
        <a:off x="1927918" y="713"/>
        <a:ext cx="5075858" cy="1669193"/>
      </dsp:txXfrm>
    </dsp:sp>
    <dsp:sp modelId="{86AFC238-F655-46AB-B4B9-6CFAB4EEE339}">
      <dsp:nvSpPr>
        <dsp:cNvPr id="0" name=""/>
        <dsp:cNvSpPr/>
      </dsp:nvSpPr>
      <dsp:spPr>
        <a:xfrm>
          <a:off x="0" y="2087205"/>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6C0FB1-07FE-4287-8822-A312BB62CC32}">
      <dsp:nvSpPr>
        <dsp:cNvPr id="0" name=""/>
        <dsp:cNvSpPr/>
      </dsp:nvSpPr>
      <dsp:spPr>
        <a:xfrm>
          <a:off x="504931" y="2462774"/>
          <a:ext cx="918056" cy="91805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721C85-6656-4AF3-AE8E-BA79FACC6864}">
      <dsp:nvSpPr>
        <dsp:cNvPr id="0" name=""/>
        <dsp:cNvSpPr/>
      </dsp:nvSpPr>
      <dsp:spPr>
        <a:xfrm>
          <a:off x="1927918" y="2087205"/>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MIMD Architecture.</a:t>
          </a:r>
          <a:endParaRPr lang="en-PK" sz="2500" kern="1200" dirty="0"/>
        </a:p>
      </dsp:txBody>
      <dsp:txXfrm>
        <a:off x="1927918" y="2087205"/>
        <a:ext cx="5075858" cy="1669193"/>
      </dsp:txXfrm>
    </dsp:sp>
    <dsp:sp modelId="{D49CD649-114A-4301-899A-7AB712C48F82}">
      <dsp:nvSpPr>
        <dsp:cNvPr id="0" name=""/>
        <dsp:cNvSpPr/>
      </dsp:nvSpPr>
      <dsp:spPr>
        <a:xfrm>
          <a:off x="0" y="4173697"/>
          <a:ext cx="7003777" cy="166919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EB3E142-0DF4-49A1-B939-883B8F6C6A69}">
      <dsp:nvSpPr>
        <dsp:cNvPr id="0" name=""/>
        <dsp:cNvSpPr/>
      </dsp:nvSpPr>
      <dsp:spPr>
        <a:xfrm>
          <a:off x="504931" y="4549266"/>
          <a:ext cx="918056" cy="91805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E8D50D3-A939-446E-9D71-966B0D8C8EA9}">
      <dsp:nvSpPr>
        <dsp:cNvPr id="0" name=""/>
        <dsp:cNvSpPr/>
      </dsp:nvSpPr>
      <dsp:spPr>
        <a:xfrm>
          <a:off x="1927918" y="4173697"/>
          <a:ext cx="5075858" cy="16691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6656" tIns="176656" rIns="176656" bIns="176656" numCol="1" spcCol="1270" anchor="ctr" anchorCtr="0">
          <a:noAutofit/>
        </a:bodyPr>
        <a:lstStyle/>
        <a:p>
          <a:pPr marL="0" lvl="0" indent="0" algn="l" defTabSz="1111250">
            <a:lnSpc>
              <a:spcPct val="100000"/>
            </a:lnSpc>
            <a:spcBef>
              <a:spcPct val="0"/>
            </a:spcBef>
            <a:spcAft>
              <a:spcPct val="35000"/>
            </a:spcAft>
            <a:buNone/>
          </a:pPr>
          <a:r>
            <a:rPr lang="en-US" altLang="en-PK" sz="2500" kern="1200" dirty="0">
              <a:latin typeface="Arial" panose="020B0604020202020204" pitchFamily="34" charset="0"/>
              <a:ea typeface="ＭＳ Ｐゴシック" panose="020B0600070205080204" pitchFamily="34" charset="-128"/>
              <a:cs typeface="Arial" panose="020B0604020202020204" pitchFamily="34" charset="0"/>
            </a:rPr>
            <a:t>MIMD Shared Memory &amp; Message Passing Architectures.</a:t>
          </a:r>
          <a:endParaRPr lang="en-PK" sz="2500" kern="1200" dirty="0"/>
        </a:p>
      </dsp:txBody>
      <dsp:txXfrm>
        <a:off x="1927918" y="4173697"/>
        <a:ext cx="5075858" cy="1669193"/>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12284-8D6D-4692-A16E-D34137EF9293}">
      <dsp:nvSpPr>
        <dsp:cNvPr id="0" name=""/>
        <dsp:cNvSpPr/>
      </dsp:nvSpPr>
      <dsp:spPr>
        <a:xfrm>
          <a:off x="0" y="0"/>
          <a:ext cx="4348737" cy="4348737"/>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ECC3B8-D84D-479A-95C4-ECF52742A01D}">
      <dsp:nvSpPr>
        <dsp:cNvPr id="0" name=""/>
        <dsp:cNvSpPr/>
      </dsp:nvSpPr>
      <dsp:spPr>
        <a:xfrm>
          <a:off x="2174368" y="0"/>
          <a:ext cx="8341231" cy="4348737"/>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cs typeface="Arial" panose="020B0604020202020204" pitchFamily="34" charset="0"/>
            </a:rPr>
            <a:t>MIMD processors can execute different programs on different processors. </a:t>
          </a:r>
          <a:endParaRPr lang="en-PK" sz="2000" kern="1200">
            <a:latin typeface="+mn-lt"/>
            <a:cs typeface="Arial" panose="020B0604020202020204" pitchFamily="34" charset="0"/>
          </a:endParaRPr>
        </a:p>
      </dsp:txBody>
      <dsp:txXfrm>
        <a:off x="2174368" y="0"/>
        <a:ext cx="8341231" cy="543593"/>
      </dsp:txXfrm>
    </dsp:sp>
    <dsp:sp modelId="{D82B54A9-FD08-4E67-8BC1-76BC3D255A74}">
      <dsp:nvSpPr>
        <dsp:cNvPr id="0" name=""/>
        <dsp:cNvSpPr/>
      </dsp:nvSpPr>
      <dsp:spPr>
        <a:xfrm>
          <a:off x="380515" y="543593"/>
          <a:ext cx="3587706" cy="358770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81BFF2-12FE-4F0A-B4F3-00E3B4CA2396}">
      <dsp:nvSpPr>
        <dsp:cNvPr id="0" name=""/>
        <dsp:cNvSpPr/>
      </dsp:nvSpPr>
      <dsp:spPr>
        <a:xfrm>
          <a:off x="2174368" y="543593"/>
          <a:ext cx="8341231" cy="358770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E</a:t>
          </a:r>
          <a:r>
            <a:rPr lang="en-US" sz="2000" b="0" i="0" kern="1200" dirty="0">
              <a:latin typeface="+mn-lt"/>
              <a:cs typeface="Arial" panose="020B0604020202020204" pitchFamily="34" charset="0"/>
            </a:rPr>
            <a:t>ach processor has a separate program, and an instruction stream is generated from each program.</a:t>
          </a:r>
          <a:endParaRPr lang="en-PK" sz="2000" kern="1200" dirty="0">
            <a:latin typeface="+mn-lt"/>
            <a:cs typeface="Arial" panose="020B0604020202020204" pitchFamily="34" charset="0"/>
          </a:endParaRPr>
        </a:p>
      </dsp:txBody>
      <dsp:txXfrm>
        <a:off x="2174368" y="543593"/>
        <a:ext cx="8341231" cy="543593"/>
      </dsp:txXfrm>
    </dsp:sp>
    <dsp:sp modelId="{5735B23B-24B8-4C49-8617-F873738EB550}">
      <dsp:nvSpPr>
        <dsp:cNvPr id="0" name=""/>
        <dsp:cNvSpPr/>
      </dsp:nvSpPr>
      <dsp:spPr>
        <a:xfrm>
          <a:off x="761030" y="1087187"/>
          <a:ext cx="2826676" cy="2826676"/>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6F46DA-8432-4C53-BC51-D5AC91A77389}">
      <dsp:nvSpPr>
        <dsp:cNvPr id="0" name=""/>
        <dsp:cNvSpPr/>
      </dsp:nvSpPr>
      <dsp:spPr>
        <a:xfrm>
          <a:off x="2174368" y="1087187"/>
          <a:ext cx="8341231" cy="2826676"/>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Parallelism achieved by connecting multiple processors together. </a:t>
          </a:r>
          <a:endParaRPr lang="en-PK" sz="2000" kern="1200" dirty="0">
            <a:latin typeface="+mn-lt"/>
            <a:cs typeface="Arial" panose="020B0604020202020204" pitchFamily="34" charset="0"/>
          </a:endParaRPr>
        </a:p>
      </dsp:txBody>
      <dsp:txXfrm>
        <a:off x="2174368" y="1087187"/>
        <a:ext cx="8341231" cy="543589"/>
      </dsp:txXfrm>
    </dsp:sp>
    <dsp:sp modelId="{C8963A0F-FBEE-4FEE-A8E6-5940E49BD1C5}">
      <dsp:nvSpPr>
        <dsp:cNvPr id="0" name=""/>
        <dsp:cNvSpPr/>
      </dsp:nvSpPr>
      <dsp:spPr>
        <a:xfrm>
          <a:off x="1141543" y="1630776"/>
          <a:ext cx="2065650" cy="2065650"/>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C71B0D-2877-43E1-9222-A66D7BFA1E25}">
      <dsp:nvSpPr>
        <dsp:cNvPr id="0" name=""/>
        <dsp:cNvSpPr/>
      </dsp:nvSpPr>
      <dsp:spPr>
        <a:xfrm>
          <a:off x="2174368" y="1630776"/>
          <a:ext cx="8341231" cy="20656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cs typeface="Arial" panose="020B0604020202020204" pitchFamily="34" charset="0"/>
            </a:rPr>
            <a:t>Different programs can be run simultaneously. </a:t>
          </a:r>
          <a:endParaRPr lang="en-PK" sz="2000" kern="1200">
            <a:latin typeface="+mn-lt"/>
            <a:cs typeface="Arial" panose="020B0604020202020204" pitchFamily="34" charset="0"/>
          </a:endParaRPr>
        </a:p>
      </dsp:txBody>
      <dsp:txXfrm>
        <a:off x="2174368" y="1630776"/>
        <a:ext cx="8341231" cy="543593"/>
      </dsp:txXfrm>
    </dsp:sp>
    <dsp:sp modelId="{45AF6530-56FE-41F8-8D7A-EE423E3BA903}">
      <dsp:nvSpPr>
        <dsp:cNvPr id="0" name=""/>
        <dsp:cNvSpPr/>
      </dsp:nvSpPr>
      <dsp:spPr>
        <a:xfrm>
          <a:off x="1522058" y="2174369"/>
          <a:ext cx="1304619" cy="130461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42FD23-A91A-4993-BE79-AA4CA23C23AB}">
      <dsp:nvSpPr>
        <dsp:cNvPr id="0" name=""/>
        <dsp:cNvSpPr/>
      </dsp:nvSpPr>
      <dsp:spPr>
        <a:xfrm>
          <a:off x="2174368" y="2174369"/>
          <a:ext cx="8341231" cy="130461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latin typeface="+mn-lt"/>
              <a:cs typeface="Arial" panose="020B0604020202020204" pitchFamily="34" charset="0"/>
            </a:rPr>
            <a:t>Each processor can perform any operation regardless of what other processors are doing. </a:t>
          </a:r>
          <a:endParaRPr lang="en-PK" sz="2000" kern="1200">
            <a:latin typeface="+mn-lt"/>
            <a:cs typeface="Arial" panose="020B0604020202020204" pitchFamily="34" charset="0"/>
          </a:endParaRPr>
        </a:p>
      </dsp:txBody>
      <dsp:txXfrm>
        <a:off x="2174368" y="2174369"/>
        <a:ext cx="8341231" cy="543593"/>
      </dsp:txXfrm>
    </dsp:sp>
    <dsp:sp modelId="{55F73272-EB5F-4CF9-BDF9-0F0CB10826F2}">
      <dsp:nvSpPr>
        <dsp:cNvPr id="0" name=""/>
        <dsp:cNvSpPr/>
      </dsp:nvSpPr>
      <dsp:spPr>
        <a:xfrm>
          <a:off x="1902573" y="2717963"/>
          <a:ext cx="543589" cy="543589"/>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6E05E2-D2EB-4318-9687-D25827DC5FAF}">
      <dsp:nvSpPr>
        <dsp:cNvPr id="0" name=""/>
        <dsp:cNvSpPr/>
      </dsp:nvSpPr>
      <dsp:spPr>
        <a:xfrm>
          <a:off x="2174368" y="2717963"/>
          <a:ext cx="8341231" cy="543589"/>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latin typeface="+mn-lt"/>
              <a:cs typeface="Arial" panose="020B0604020202020204" pitchFamily="34" charset="0"/>
            </a:rPr>
            <a:t>Examples: S-1, Cray-3, Cray T90, Cray T3E, Multiprocessor PCs and </a:t>
          </a:r>
          <a:r>
            <a:rPr lang="en-US" sz="2000" b="0" i="0" kern="1200" dirty="0">
              <a:latin typeface="+mn-lt"/>
              <a:cs typeface="Arial" panose="020B0604020202020204" pitchFamily="34" charset="0"/>
            </a:rPr>
            <a:t>370/168 MP</a:t>
          </a:r>
          <a:endParaRPr lang="en-PK" sz="2000" kern="1200" dirty="0">
            <a:latin typeface="+mn-lt"/>
            <a:cs typeface="Arial" panose="020B0604020202020204" pitchFamily="34" charset="0"/>
          </a:endParaRPr>
        </a:p>
      </dsp:txBody>
      <dsp:txXfrm>
        <a:off x="2174368" y="2717963"/>
        <a:ext cx="8341231" cy="543589"/>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BCA646-C9B1-49AD-B4C2-9645023F8423}">
      <dsp:nvSpPr>
        <dsp:cNvPr id="0" name=""/>
        <dsp:cNvSpPr/>
      </dsp:nvSpPr>
      <dsp:spPr>
        <a:xfrm>
          <a:off x="98583" y="1949"/>
          <a:ext cx="3224510" cy="1934706"/>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Special purpose computer</a:t>
          </a:r>
          <a:endParaRPr lang="en-PK" sz="2000" kern="1200"/>
        </a:p>
      </dsp:txBody>
      <dsp:txXfrm>
        <a:off x="193026" y="96392"/>
        <a:ext cx="3035624" cy="1745820"/>
      </dsp:txXfrm>
    </dsp:sp>
    <dsp:sp modelId="{3D8CC78B-D6B1-4897-8FCB-1E6180CBE56A}">
      <dsp:nvSpPr>
        <dsp:cNvPr id="0" name=""/>
        <dsp:cNvSpPr/>
      </dsp:nvSpPr>
      <dsp:spPr>
        <a:xfrm>
          <a:off x="3645544" y="1949"/>
          <a:ext cx="3224510" cy="1934706"/>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Shared or distributed memory </a:t>
          </a:r>
          <a:endParaRPr lang="en-PK" sz="2000" kern="1200" dirty="0"/>
        </a:p>
      </dsp:txBody>
      <dsp:txXfrm>
        <a:off x="3739987" y="96392"/>
        <a:ext cx="3035624" cy="1745820"/>
      </dsp:txXfrm>
    </dsp:sp>
    <dsp:sp modelId="{3BA97C7F-C971-47E3-867F-F27621C23696}">
      <dsp:nvSpPr>
        <dsp:cNvPr id="0" name=""/>
        <dsp:cNvSpPr/>
      </dsp:nvSpPr>
      <dsp:spPr>
        <a:xfrm>
          <a:off x="7192506" y="1949"/>
          <a:ext cx="3224510" cy="1934706"/>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dirty="0"/>
            <a:t>Made of multiple processors and multiple memory modules connected via some interconnection network. </a:t>
          </a:r>
          <a:endParaRPr lang="en-PK" sz="2000" kern="1200" dirty="0"/>
        </a:p>
      </dsp:txBody>
      <dsp:txXfrm>
        <a:off x="7286949" y="96392"/>
        <a:ext cx="3035624" cy="1745820"/>
      </dsp:txXfrm>
    </dsp:sp>
    <dsp:sp modelId="{56151812-7F41-472A-AA65-8974193661A0}">
      <dsp:nvSpPr>
        <dsp:cNvPr id="0" name=""/>
        <dsp:cNvSpPr/>
      </dsp:nvSpPr>
      <dsp:spPr>
        <a:xfrm>
          <a:off x="3645544" y="2259107"/>
          <a:ext cx="3224510" cy="1934706"/>
        </a:xfrm>
        <a:prstGeom prst="flowChartAlternateProcess">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Classified into two configuration schemes: </a:t>
          </a:r>
          <a:endParaRPr lang="en-PK" sz="2000" kern="1200" dirty="0"/>
        </a:p>
        <a:p>
          <a:pPr marL="171450" lvl="1" indent="-171450" algn="l" defTabSz="711200">
            <a:lnSpc>
              <a:spcPct val="90000"/>
            </a:lnSpc>
            <a:spcBef>
              <a:spcPct val="0"/>
            </a:spcBef>
            <a:spcAft>
              <a:spcPct val="15000"/>
            </a:spcAft>
            <a:buChar char="•"/>
          </a:pPr>
          <a:r>
            <a:rPr lang="en-US" sz="1600" kern="1200" dirty="0"/>
            <a:t>Shared memory </a:t>
          </a:r>
          <a:endParaRPr lang="en-PK" sz="1600" kern="1200" dirty="0"/>
        </a:p>
        <a:p>
          <a:pPr marL="171450" lvl="1" indent="-171450" algn="l" defTabSz="711200">
            <a:lnSpc>
              <a:spcPct val="90000"/>
            </a:lnSpc>
            <a:spcBef>
              <a:spcPct val="0"/>
            </a:spcBef>
            <a:spcAft>
              <a:spcPct val="15000"/>
            </a:spcAft>
            <a:buChar char="•"/>
          </a:pPr>
          <a:r>
            <a:rPr lang="en-US" sz="1600" kern="1200" dirty="0"/>
            <a:t>Message passing</a:t>
          </a:r>
          <a:endParaRPr lang="en-PK" sz="1600" kern="1200" dirty="0"/>
        </a:p>
      </dsp:txBody>
      <dsp:txXfrm>
        <a:off x="3739987" y="2353550"/>
        <a:ext cx="3035624" cy="174582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18332B-4C98-429C-9516-24873A2DF217}">
      <dsp:nvSpPr>
        <dsp:cNvPr id="0" name=""/>
        <dsp:cNvSpPr/>
      </dsp:nvSpPr>
      <dsp:spPr>
        <a:xfrm rot="5400000">
          <a:off x="-772102" y="772102"/>
          <a:ext cx="5147353" cy="3603147"/>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US" sz="3600" b="1" kern="1200"/>
            <a:t>Shared Memory Organization</a:t>
          </a:r>
          <a:endParaRPr lang="en-PK" sz="3600" kern="1200"/>
        </a:p>
      </dsp:txBody>
      <dsp:txXfrm rot="-5400000">
        <a:off x="2" y="1801573"/>
        <a:ext cx="3603147" cy="1544206"/>
      </dsp:txXfrm>
    </dsp:sp>
    <dsp:sp modelId="{F69607EF-EF41-4FEF-BA9E-114DE0233FF0}">
      <dsp:nvSpPr>
        <dsp:cNvPr id="0" name=""/>
        <dsp:cNvSpPr/>
      </dsp:nvSpPr>
      <dsp:spPr>
        <a:xfrm rot="5400000">
          <a:off x="5454494" y="-1851347"/>
          <a:ext cx="3345779" cy="7048474"/>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Inter-processor coordination is accomplished by reading and writing in a global memory shared by all processors. </a:t>
          </a:r>
          <a:endParaRPr lang="en-PK" sz="2000" kern="1200" dirty="0"/>
        </a:p>
        <a:p>
          <a:pPr marL="228600" lvl="1" indent="-228600" algn="l" defTabSz="889000">
            <a:lnSpc>
              <a:spcPct val="90000"/>
            </a:lnSpc>
            <a:spcBef>
              <a:spcPct val="0"/>
            </a:spcBef>
            <a:spcAft>
              <a:spcPct val="15000"/>
            </a:spcAft>
            <a:buChar char="•"/>
          </a:pPr>
          <a:r>
            <a:rPr lang="en-US" sz="2000" kern="1200" dirty="0"/>
            <a:t>Any processor can access then local memory of any other processor.</a:t>
          </a:r>
          <a:endParaRPr lang="en-PK" sz="2000" kern="1200" dirty="0"/>
        </a:p>
        <a:p>
          <a:pPr marL="228600" lvl="1" indent="-228600" algn="l" defTabSz="889000">
            <a:lnSpc>
              <a:spcPct val="90000"/>
            </a:lnSpc>
            <a:spcBef>
              <a:spcPct val="0"/>
            </a:spcBef>
            <a:spcAft>
              <a:spcPct val="15000"/>
            </a:spcAft>
            <a:buChar char="•"/>
          </a:pPr>
          <a:r>
            <a:rPr lang="en-US" sz="2000" kern="1200" dirty="0"/>
            <a:t>Typically consists of servers that communicate through a bus and cache memory controller.</a:t>
          </a:r>
          <a:endParaRPr lang="en-PK" sz="2000" kern="1200" dirty="0"/>
        </a:p>
      </dsp:txBody>
      <dsp:txXfrm rot="-5400000">
        <a:off x="3603147" y="163327"/>
        <a:ext cx="6885147" cy="3019125"/>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A4381A-4B0C-47E2-AA37-3B7F555AB388}">
      <dsp:nvSpPr>
        <dsp:cNvPr id="0" name=""/>
        <dsp:cNvSpPr/>
      </dsp:nvSpPr>
      <dsp:spPr>
        <a:xfrm rot="5400000">
          <a:off x="-665508" y="665508"/>
          <a:ext cx="4436724" cy="3105706"/>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685" tIns="19685" rIns="19685" bIns="19685" numCol="1" spcCol="1270" anchor="ctr" anchorCtr="0">
          <a:noAutofit/>
        </a:bodyPr>
        <a:lstStyle/>
        <a:p>
          <a:pPr marL="0" lvl="0" indent="0" algn="ctr" defTabSz="1377950">
            <a:lnSpc>
              <a:spcPct val="90000"/>
            </a:lnSpc>
            <a:spcBef>
              <a:spcPct val="0"/>
            </a:spcBef>
            <a:spcAft>
              <a:spcPct val="35000"/>
            </a:spcAft>
            <a:buNone/>
          </a:pPr>
          <a:r>
            <a:rPr lang="en-US" sz="3100" b="1" kern="1200"/>
            <a:t>Message Passing Organization</a:t>
          </a:r>
          <a:endParaRPr lang="en-PK" sz="3100" kern="1200"/>
        </a:p>
      </dsp:txBody>
      <dsp:txXfrm rot="-5400000">
        <a:off x="1" y="1552852"/>
        <a:ext cx="3105706" cy="1331018"/>
      </dsp:txXfrm>
    </dsp:sp>
    <dsp:sp modelId="{36657066-0F12-430E-9612-CB001C34FA9A}">
      <dsp:nvSpPr>
        <dsp:cNvPr id="0" name=""/>
        <dsp:cNvSpPr/>
      </dsp:nvSpPr>
      <dsp:spPr>
        <a:xfrm rot="5400000">
          <a:off x="5708986" y="-2603279"/>
          <a:ext cx="2883870" cy="8090429"/>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a:t>Point-to-Point</a:t>
          </a:r>
          <a:endParaRPr lang="en-PK" sz="2400" kern="1200"/>
        </a:p>
        <a:p>
          <a:pPr marL="228600" lvl="1" indent="-228600" algn="l" defTabSz="1066800">
            <a:lnSpc>
              <a:spcPct val="90000"/>
            </a:lnSpc>
            <a:spcBef>
              <a:spcPct val="0"/>
            </a:spcBef>
            <a:spcAft>
              <a:spcPct val="15000"/>
            </a:spcAft>
            <a:buChar char="•"/>
          </a:pPr>
          <a:r>
            <a:rPr lang="en-US" sz="2400" kern="1200"/>
            <a:t>Each processor has access to its own local memory.</a:t>
          </a:r>
          <a:endParaRPr lang="en-PK" sz="2400" kern="1200"/>
        </a:p>
        <a:p>
          <a:pPr marL="228600" lvl="1" indent="-228600" algn="l" defTabSz="1066800">
            <a:lnSpc>
              <a:spcPct val="90000"/>
            </a:lnSpc>
            <a:spcBef>
              <a:spcPct val="0"/>
            </a:spcBef>
            <a:spcAft>
              <a:spcPct val="15000"/>
            </a:spcAft>
            <a:buChar char="•"/>
          </a:pPr>
          <a:r>
            <a:rPr lang="en-US" sz="2400" kern="1200" dirty="0"/>
            <a:t>Communications are performed via send and receive operations. </a:t>
          </a:r>
          <a:endParaRPr lang="en-PK" sz="2400" kern="1200" dirty="0"/>
        </a:p>
        <a:p>
          <a:pPr marL="228600" lvl="1" indent="-228600" algn="l" defTabSz="1066800">
            <a:lnSpc>
              <a:spcPct val="90000"/>
            </a:lnSpc>
            <a:spcBef>
              <a:spcPct val="0"/>
            </a:spcBef>
            <a:spcAft>
              <a:spcPct val="15000"/>
            </a:spcAft>
            <a:buChar char="•"/>
          </a:pPr>
          <a:r>
            <a:rPr lang="en-US" sz="2400" kern="1200"/>
            <a:t>Message passing multiprocessors employ a variety of static networks in local communications.</a:t>
          </a:r>
          <a:endParaRPr lang="en-PK" sz="2400" kern="1200"/>
        </a:p>
        <a:p>
          <a:pPr marL="228600" lvl="1" indent="-228600" algn="l" defTabSz="1066800">
            <a:lnSpc>
              <a:spcPct val="90000"/>
            </a:lnSpc>
            <a:spcBef>
              <a:spcPct val="0"/>
            </a:spcBef>
            <a:spcAft>
              <a:spcPct val="15000"/>
            </a:spcAft>
            <a:buChar char="•"/>
          </a:pPr>
          <a:r>
            <a:rPr lang="en-US" sz="2400" kern="1200"/>
            <a:t>Must be synchronized among different processors.</a:t>
          </a:r>
          <a:endParaRPr lang="en-PK" sz="2400" kern="1200"/>
        </a:p>
      </dsp:txBody>
      <dsp:txXfrm rot="-5400000">
        <a:off x="3105707" y="140779"/>
        <a:ext cx="7949650" cy="2602312"/>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11441-5FC4-4BBA-AB94-233AC5382243}">
      <dsp:nvSpPr>
        <dsp:cNvPr id="0" name=""/>
        <dsp:cNvSpPr/>
      </dsp:nvSpPr>
      <dsp:spPr>
        <a:xfrm>
          <a:off x="0" y="2045261"/>
          <a:ext cx="7003777" cy="175308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11A7D35-1FE6-446D-AE68-CDC0EA75C5EF}">
      <dsp:nvSpPr>
        <dsp:cNvPr id="0" name=""/>
        <dsp:cNvSpPr/>
      </dsp:nvSpPr>
      <dsp:spPr>
        <a:xfrm>
          <a:off x="530307" y="2439705"/>
          <a:ext cx="964194" cy="964194"/>
        </a:xfrm>
        <a:prstGeom prst="rect">
          <a:avLst/>
        </a:prstGeom>
        <a:blipFill rotWithShape="1">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39E4229-80E6-49FA-AC66-32D790A69D10}">
      <dsp:nvSpPr>
        <dsp:cNvPr id="0" name=""/>
        <dsp:cNvSpPr/>
      </dsp:nvSpPr>
      <dsp:spPr>
        <a:xfrm>
          <a:off x="2024809" y="2045261"/>
          <a:ext cx="4978967" cy="175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5534" tIns="185534" rIns="185534" bIns="185534" numCol="1" spcCol="1270" anchor="ctr" anchorCtr="0">
          <a:noAutofit/>
        </a:bodyPr>
        <a:lstStyle/>
        <a:p>
          <a:pPr marL="0" lvl="0" indent="0" algn="l" defTabSz="1111250">
            <a:lnSpc>
              <a:spcPct val="100000"/>
            </a:lnSpc>
            <a:spcBef>
              <a:spcPct val="0"/>
            </a:spcBef>
            <a:spcAft>
              <a:spcPct val="35000"/>
            </a:spcAft>
            <a:buNone/>
          </a:pPr>
          <a:r>
            <a:rPr lang="en-US" sz="2500" i="0" kern="1200" dirty="0">
              <a:effectLst/>
              <a:latin typeface="Arial" panose="020B0604020202020204" pitchFamily="34" charset="0"/>
              <a:cs typeface="Arial" panose="020B0604020202020204" pitchFamily="34" charset="0"/>
            </a:rPr>
            <a:t>Comparison of SIMD-MIMD</a:t>
          </a:r>
          <a:r>
            <a:rPr lang="en-US" sz="2500" kern="1200" dirty="0">
              <a:latin typeface="Arial" panose="020B0604020202020204" pitchFamily="34" charset="0"/>
              <a:cs typeface="Arial" panose="020B0604020202020204" pitchFamily="34" charset="0"/>
            </a:rPr>
            <a:t>.</a:t>
          </a:r>
        </a:p>
      </dsp:txBody>
      <dsp:txXfrm>
        <a:off x="2024809" y="2045261"/>
        <a:ext cx="4978967" cy="1753081"/>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F2DB13-70E2-48D0-A2A9-85E8B27F6889}">
      <dsp:nvSpPr>
        <dsp:cNvPr id="0" name=""/>
        <dsp:cNvSpPr/>
      </dsp:nvSpPr>
      <dsp:spPr>
        <a:xfrm rot="16200000">
          <a:off x="-570729" y="571803"/>
          <a:ext cx="3935413" cy="2791806"/>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3430" bIns="0" numCol="1" spcCol="1270" anchor="ctr" anchorCtr="0">
          <a:noAutofit/>
        </a:bodyPr>
        <a:lstStyle/>
        <a:p>
          <a:pPr marL="0" lvl="0" indent="0" algn="ctr" defTabSz="1066800">
            <a:lnSpc>
              <a:spcPct val="90000"/>
            </a:lnSpc>
            <a:spcBef>
              <a:spcPct val="0"/>
            </a:spcBef>
            <a:spcAft>
              <a:spcPct val="35000"/>
            </a:spcAft>
            <a:buNone/>
          </a:pPr>
          <a:r>
            <a:rPr lang="en-US" sz="2400" kern="1200" dirty="0"/>
            <a:t>SIMD computers require less hardware than MIMD computers (single control unit). </a:t>
          </a:r>
          <a:endParaRPr lang="en-PK" sz="2400" kern="1200" dirty="0"/>
        </a:p>
      </dsp:txBody>
      <dsp:txXfrm rot="5400000">
        <a:off x="1075" y="787082"/>
        <a:ext cx="2791806" cy="2361247"/>
      </dsp:txXfrm>
    </dsp:sp>
    <dsp:sp modelId="{EC55AD86-A5DF-4B5F-AF01-8D5C3235AB85}">
      <dsp:nvSpPr>
        <dsp:cNvPr id="0" name=""/>
        <dsp:cNvSpPr/>
      </dsp:nvSpPr>
      <dsp:spPr>
        <a:xfrm rot="16200000">
          <a:off x="2430462" y="571803"/>
          <a:ext cx="3935413" cy="2791806"/>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3430" bIns="0" numCol="1" spcCol="1270" anchor="ctr" anchorCtr="0">
          <a:noAutofit/>
        </a:bodyPr>
        <a:lstStyle/>
        <a:p>
          <a:pPr marL="0" lvl="0" indent="0" algn="ctr" defTabSz="1066800">
            <a:lnSpc>
              <a:spcPct val="90000"/>
            </a:lnSpc>
            <a:spcBef>
              <a:spcPct val="0"/>
            </a:spcBef>
            <a:spcAft>
              <a:spcPct val="35000"/>
            </a:spcAft>
            <a:buNone/>
          </a:pPr>
          <a:r>
            <a:rPr lang="en-US" sz="2400" b="0" i="0" kern="1200" dirty="0"/>
            <a:t>SIMD is less expensive as compared to MIMD.</a:t>
          </a:r>
          <a:endParaRPr lang="en-PK" sz="2400" kern="1200" dirty="0"/>
        </a:p>
      </dsp:txBody>
      <dsp:txXfrm rot="5400000">
        <a:off x="3002266" y="787082"/>
        <a:ext cx="2791806" cy="2361247"/>
      </dsp:txXfrm>
    </dsp:sp>
    <dsp:sp modelId="{AD7E3FCB-82AB-4894-AC8C-B9A7B77D687F}">
      <dsp:nvSpPr>
        <dsp:cNvPr id="0" name=""/>
        <dsp:cNvSpPr/>
      </dsp:nvSpPr>
      <dsp:spPr>
        <a:xfrm rot="16200000">
          <a:off x="5431653" y="571803"/>
          <a:ext cx="3935413" cy="2791806"/>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0" rIns="153430" bIns="0" numCol="1" spcCol="1270" anchor="ctr" anchorCtr="0">
          <a:noAutofit/>
        </a:bodyPr>
        <a:lstStyle/>
        <a:p>
          <a:pPr marL="0" lvl="0" indent="0" algn="ctr" defTabSz="1066800">
            <a:lnSpc>
              <a:spcPct val="90000"/>
            </a:lnSpc>
            <a:spcBef>
              <a:spcPct val="0"/>
            </a:spcBef>
            <a:spcAft>
              <a:spcPct val="35000"/>
            </a:spcAft>
            <a:buNone/>
          </a:pPr>
          <a:r>
            <a:rPr lang="en-US" sz="2400" b="0" i="0" kern="1200" dirty="0"/>
            <a:t>SIMD follows synchronous processing where as, MIMD incorporates an asynchronous processing</a:t>
          </a:r>
          <a:r>
            <a:rPr lang="en-US" sz="2400" kern="1200" dirty="0"/>
            <a:t>. </a:t>
          </a:r>
          <a:endParaRPr lang="en-PK" sz="2400" kern="1200" dirty="0"/>
        </a:p>
      </dsp:txBody>
      <dsp:txXfrm rot="5400000">
        <a:off x="6003457" y="787082"/>
        <a:ext cx="2791806" cy="236124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2D45CC-F3AA-4697-B7CF-B0F67C2D53D5}">
      <dsp:nvSpPr>
        <dsp:cNvPr id="0" name=""/>
        <dsp:cNvSpPr/>
      </dsp:nvSpPr>
      <dsp:spPr>
        <a:xfrm rot="16200000">
          <a:off x="564368" y="-562985"/>
          <a:ext cx="4253465" cy="5379436"/>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0" rIns="166812" bIns="0" numCol="1" spcCol="1270" anchor="ctr" anchorCtr="0">
          <a:noAutofit/>
        </a:bodyPr>
        <a:lstStyle/>
        <a:p>
          <a:pPr marL="0" lvl="0" indent="0" algn="ctr" defTabSz="1155700">
            <a:lnSpc>
              <a:spcPct val="90000"/>
            </a:lnSpc>
            <a:spcBef>
              <a:spcPct val="0"/>
            </a:spcBef>
            <a:spcAft>
              <a:spcPct val="35000"/>
            </a:spcAft>
            <a:buNone/>
          </a:pPr>
          <a:r>
            <a:rPr lang="en-US" sz="2600" b="0" i="0" kern="1200" dirty="0"/>
            <a:t>In MIMD each processing elements stores its individual copy of the program which increases the memory requirements. Conversely, SIMD requires less memory as it stores only one copy of the program.</a:t>
          </a:r>
          <a:endParaRPr lang="en-PK" sz="2600" kern="1200" dirty="0"/>
        </a:p>
      </dsp:txBody>
      <dsp:txXfrm rot="5400000">
        <a:off x="1383" y="850693"/>
        <a:ext cx="5379436" cy="2552079"/>
      </dsp:txXfrm>
    </dsp:sp>
    <dsp:sp modelId="{D0468B5A-E413-41CA-A89A-8D704190F980}">
      <dsp:nvSpPr>
        <dsp:cNvPr id="0" name=""/>
        <dsp:cNvSpPr/>
      </dsp:nvSpPr>
      <dsp:spPr>
        <a:xfrm rot="16200000">
          <a:off x="6590193" y="118723"/>
          <a:ext cx="2404186" cy="4016018"/>
        </a:xfrm>
        <a:prstGeom prst="flowChartManualOperati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5100" tIns="0" rIns="166812" bIns="0" numCol="1" spcCol="1270" anchor="ctr" anchorCtr="0">
          <a:noAutofit/>
        </a:bodyPr>
        <a:lstStyle/>
        <a:p>
          <a:pPr marL="0" lvl="0" indent="0" algn="ctr" defTabSz="1155700">
            <a:lnSpc>
              <a:spcPct val="90000"/>
            </a:lnSpc>
            <a:spcBef>
              <a:spcPct val="0"/>
            </a:spcBef>
            <a:spcAft>
              <a:spcPct val="35000"/>
            </a:spcAft>
            <a:buNone/>
          </a:pPr>
          <a:r>
            <a:rPr lang="en-US" sz="2600" b="0" i="0" kern="1200" dirty="0"/>
            <a:t>MIMD is more complex and efficient as compared to SIMD.</a:t>
          </a:r>
          <a:endParaRPr lang="en-PK" sz="2600" kern="1200" dirty="0"/>
        </a:p>
      </dsp:txBody>
      <dsp:txXfrm rot="5400000">
        <a:off x="5784277" y="1405476"/>
        <a:ext cx="4016018" cy="144251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8.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540B9B-C9AE-4BE6-A302-3545C91AF698}" type="datetimeFigureOut">
              <a:rPr lang="en-PK" smtClean="0"/>
              <a:t>04/27/2023</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052EF2-9A63-441C-BEB0-04C32019A013}" type="slidenum">
              <a:rPr lang="en-PK" smtClean="0"/>
              <a:t>‹#›</a:t>
            </a:fld>
            <a:endParaRPr lang="en-PK"/>
          </a:p>
        </p:txBody>
      </p:sp>
    </p:spTree>
    <p:extLst>
      <p:ext uri="{BB962C8B-B14F-4D97-AF65-F5344CB8AC3E}">
        <p14:creationId xmlns:p14="http://schemas.microsoft.com/office/powerpoint/2010/main" val="820510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a:t>
            </a:fld>
            <a:endParaRPr lang="en-PK"/>
          </a:p>
        </p:txBody>
      </p:sp>
    </p:spTree>
    <p:extLst>
      <p:ext uri="{BB962C8B-B14F-4D97-AF65-F5344CB8AC3E}">
        <p14:creationId xmlns:p14="http://schemas.microsoft.com/office/powerpoint/2010/main" val="18354701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5</a:t>
            </a:fld>
            <a:endParaRPr lang="en-PK"/>
          </a:p>
        </p:txBody>
      </p:sp>
    </p:spTree>
    <p:extLst>
      <p:ext uri="{BB962C8B-B14F-4D97-AF65-F5344CB8AC3E}">
        <p14:creationId xmlns:p14="http://schemas.microsoft.com/office/powerpoint/2010/main" val="1841665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85800" lvl="1" indent="-228600">
              <a:buFont typeface="+mj-lt"/>
              <a:buAutoNum type="arabicPeriod"/>
            </a:pPr>
            <a:endParaRPr lang="en-US" b="0" i="0" dirty="0">
              <a:solidFill>
                <a:srgbClr val="374151"/>
              </a:solidFill>
              <a:effectLst/>
              <a:latin typeface="Söhne"/>
            </a:endParaRPr>
          </a:p>
          <a:p>
            <a:pPr marL="685800" lvl="1" indent="-228600">
              <a:buFont typeface="+mj-lt"/>
              <a:buAutoNum type="arabicPeriod"/>
            </a:pPr>
            <a:endParaRPr lang="en-PK" b="1" dirty="0"/>
          </a:p>
        </p:txBody>
      </p:sp>
      <p:sp>
        <p:nvSpPr>
          <p:cNvPr id="4" name="Slide Number Placeholder 3"/>
          <p:cNvSpPr>
            <a:spLocks noGrp="1"/>
          </p:cNvSpPr>
          <p:nvPr>
            <p:ph type="sldNum" sz="quarter" idx="5"/>
          </p:nvPr>
        </p:nvSpPr>
        <p:spPr/>
        <p:txBody>
          <a:bodyPr/>
          <a:lstStyle/>
          <a:p>
            <a:fld id="{57052EF2-9A63-441C-BEB0-04C32019A013}" type="slidenum">
              <a:rPr lang="en-PK" smtClean="0"/>
              <a:t>6</a:t>
            </a:fld>
            <a:endParaRPr lang="en-PK"/>
          </a:p>
        </p:txBody>
      </p:sp>
    </p:spTree>
    <p:extLst>
      <p:ext uri="{BB962C8B-B14F-4D97-AF65-F5344CB8AC3E}">
        <p14:creationId xmlns:p14="http://schemas.microsoft.com/office/powerpoint/2010/main" val="3574620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7</a:t>
            </a:fld>
            <a:endParaRPr lang="en-PK"/>
          </a:p>
        </p:txBody>
      </p:sp>
    </p:spTree>
    <p:extLst>
      <p:ext uri="{BB962C8B-B14F-4D97-AF65-F5344CB8AC3E}">
        <p14:creationId xmlns:p14="http://schemas.microsoft.com/office/powerpoint/2010/main" val="32607499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10</a:t>
            </a:fld>
            <a:endParaRPr lang="en-PK"/>
          </a:p>
        </p:txBody>
      </p:sp>
    </p:spTree>
    <p:extLst>
      <p:ext uri="{BB962C8B-B14F-4D97-AF65-F5344CB8AC3E}">
        <p14:creationId xmlns:p14="http://schemas.microsoft.com/office/powerpoint/2010/main" val="902717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11</a:t>
            </a:fld>
            <a:endParaRPr lang="en-PK"/>
          </a:p>
        </p:txBody>
      </p:sp>
    </p:spTree>
    <p:extLst>
      <p:ext uri="{BB962C8B-B14F-4D97-AF65-F5344CB8AC3E}">
        <p14:creationId xmlns:p14="http://schemas.microsoft.com/office/powerpoint/2010/main" val="1602761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12</a:t>
            </a:fld>
            <a:endParaRPr lang="en-PK"/>
          </a:p>
        </p:txBody>
      </p:sp>
    </p:spTree>
    <p:extLst>
      <p:ext uri="{BB962C8B-B14F-4D97-AF65-F5344CB8AC3E}">
        <p14:creationId xmlns:p14="http://schemas.microsoft.com/office/powerpoint/2010/main" val="374092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16</a:t>
            </a:fld>
            <a:endParaRPr lang="en-PK"/>
          </a:p>
        </p:txBody>
      </p:sp>
    </p:spTree>
    <p:extLst>
      <p:ext uri="{BB962C8B-B14F-4D97-AF65-F5344CB8AC3E}">
        <p14:creationId xmlns:p14="http://schemas.microsoft.com/office/powerpoint/2010/main" val="3203825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17</a:t>
            </a:fld>
            <a:endParaRPr lang="en-PK"/>
          </a:p>
        </p:txBody>
      </p:sp>
    </p:spTree>
    <p:extLst>
      <p:ext uri="{BB962C8B-B14F-4D97-AF65-F5344CB8AC3E}">
        <p14:creationId xmlns:p14="http://schemas.microsoft.com/office/powerpoint/2010/main" val="205543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18</a:t>
            </a:fld>
            <a:endParaRPr lang="en-PK"/>
          </a:p>
        </p:txBody>
      </p:sp>
    </p:spTree>
    <p:extLst>
      <p:ext uri="{BB962C8B-B14F-4D97-AF65-F5344CB8AC3E}">
        <p14:creationId xmlns:p14="http://schemas.microsoft.com/office/powerpoint/2010/main" val="1332879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7052EF2-9A63-441C-BEB0-04C32019A013}" type="slidenum">
              <a:rPr kumimoji="0" lang="en-P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P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6723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22</a:t>
            </a:fld>
            <a:endParaRPr lang="en-PK"/>
          </a:p>
        </p:txBody>
      </p:sp>
    </p:spTree>
    <p:extLst>
      <p:ext uri="{BB962C8B-B14F-4D97-AF65-F5344CB8AC3E}">
        <p14:creationId xmlns:p14="http://schemas.microsoft.com/office/powerpoint/2010/main" val="3018733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23</a:t>
            </a:fld>
            <a:endParaRPr lang="en-PK"/>
          </a:p>
        </p:txBody>
      </p:sp>
    </p:spTree>
    <p:extLst>
      <p:ext uri="{BB962C8B-B14F-4D97-AF65-F5344CB8AC3E}">
        <p14:creationId xmlns:p14="http://schemas.microsoft.com/office/powerpoint/2010/main" val="17149292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24</a:t>
            </a:fld>
            <a:endParaRPr lang="en-PK"/>
          </a:p>
        </p:txBody>
      </p:sp>
    </p:spTree>
    <p:extLst>
      <p:ext uri="{BB962C8B-B14F-4D97-AF65-F5344CB8AC3E}">
        <p14:creationId xmlns:p14="http://schemas.microsoft.com/office/powerpoint/2010/main" val="3342722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25</a:t>
            </a:fld>
            <a:endParaRPr lang="en-PK"/>
          </a:p>
        </p:txBody>
      </p:sp>
    </p:spTree>
    <p:extLst>
      <p:ext uri="{BB962C8B-B14F-4D97-AF65-F5344CB8AC3E}">
        <p14:creationId xmlns:p14="http://schemas.microsoft.com/office/powerpoint/2010/main" val="1355346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28</a:t>
            </a:fld>
            <a:endParaRPr lang="en-PK"/>
          </a:p>
        </p:txBody>
      </p:sp>
    </p:spTree>
    <p:extLst>
      <p:ext uri="{BB962C8B-B14F-4D97-AF65-F5344CB8AC3E}">
        <p14:creationId xmlns:p14="http://schemas.microsoft.com/office/powerpoint/2010/main" val="1571334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29</a:t>
            </a:fld>
            <a:endParaRPr lang="en-PK"/>
          </a:p>
        </p:txBody>
      </p:sp>
    </p:spTree>
    <p:extLst>
      <p:ext uri="{BB962C8B-B14F-4D97-AF65-F5344CB8AC3E}">
        <p14:creationId xmlns:p14="http://schemas.microsoft.com/office/powerpoint/2010/main" val="1445086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30</a:t>
            </a:fld>
            <a:endParaRPr lang="en-PK"/>
          </a:p>
        </p:txBody>
      </p:sp>
    </p:spTree>
    <p:extLst>
      <p:ext uri="{BB962C8B-B14F-4D97-AF65-F5344CB8AC3E}">
        <p14:creationId xmlns:p14="http://schemas.microsoft.com/office/powerpoint/2010/main" val="3610428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31</a:t>
            </a:fld>
            <a:endParaRPr lang="en-PK"/>
          </a:p>
        </p:txBody>
      </p:sp>
    </p:spTree>
    <p:extLst>
      <p:ext uri="{BB962C8B-B14F-4D97-AF65-F5344CB8AC3E}">
        <p14:creationId xmlns:p14="http://schemas.microsoft.com/office/powerpoint/2010/main" val="36949924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32</a:t>
            </a:fld>
            <a:endParaRPr lang="en-PK"/>
          </a:p>
        </p:txBody>
      </p:sp>
    </p:spTree>
    <p:extLst>
      <p:ext uri="{BB962C8B-B14F-4D97-AF65-F5344CB8AC3E}">
        <p14:creationId xmlns:p14="http://schemas.microsoft.com/office/powerpoint/2010/main" val="1251269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33</a:t>
            </a:fld>
            <a:endParaRPr lang="en-PK"/>
          </a:p>
        </p:txBody>
      </p:sp>
    </p:spTree>
    <p:extLst>
      <p:ext uri="{BB962C8B-B14F-4D97-AF65-F5344CB8AC3E}">
        <p14:creationId xmlns:p14="http://schemas.microsoft.com/office/powerpoint/2010/main" val="7361436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34</a:t>
            </a:fld>
            <a:endParaRPr lang="en-PK"/>
          </a:p>
        </p:txBody>
      </p:sp>
    </p:spTree>
    <p:extLst>
      <p:ext uri="{BB962C8B-B14F-4D97-AF65-F5344CB8AC3E}">
        <p14:creationId xmlns:p14="http://schemas.microsoft.com/office/powerpoint/2010/main" val="41285091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37</a:t>
            </a:fld>
            <a:endParaRPr lang="en-PK"/>
          </a:p>
        </p:txBody>
      </p:sp>
    </p:spTree>
    <p:extLst>
      <p:ext uri="{BB962C8B-B14F-4D97-AF65-F5344CB8AC3E}">
        <p14:creationId xmlns:p14="http://schemas.microsoft.com/office/powerpoint/2010/main" val="35565790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38</a:t>
            </a:fld>
            <a:endParaRPr lang="en-PK"/>
          </a:p>
        </p:txBody>
      </p:sp>
    </p:spTree>
    <p:extLst>
      <p:ext uri="{BB962C8B-B14F-4D97-AF65-F5344CB8AC3E}">
        <p14:creationId xmlns:p14="http://schemas.microsoft.com/office/powerpoint/2010/main" val="23306944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solidFill>
                <a:schemeClr val="tx1"/>
              </a:solidFill>
            </a:endParaRPr>
          </a:p>
        </p:txBody>
      </p:sp>
      <p:sp>
        <p:nvSpPr>
          <p:cNvPr id="4" name="Slide Number Placeholder 3"/>
          <p:cNvSpPr>
            <a:spLocks noGrp="1"/>
          </p:cNvSpPr>
          <p:nvPr>
            <p:ph type="sldNum" sz="quarter" idx="5"/>
          </p:nvPr>
        </p:nvSpPr>
        <p:spPr/>
        <p:txBody>
          <a:bodyPr/>
          <a:lstStyle/>
          <a:p>
            <a:fld id="{57052EF2-9A63-441C-BEB0-04C32019A013}" type="slidenum">
              <a:rPr lang="en-PK" smtClean="0"/>
              <a:t>39</a:t>
            </a:fld>
            <a:endParaRPr lang="en-PK"/>
          </a:p>
        </p:txBody>
      </p:sp>
    </p:spTree>
    <p:extLst>
      <p:ext uri="{BB962C8B-B14F-4D97-AF65-F5344CB8AC3E}">
        <p14:creationId xmlns:p14="http://schemas.microsoft.com/office/powerpoint/2010/main" val="37444910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42</a:t>
            </a:fld>
            <a:endParaRPr lang="en-PK"/>
          </a:p>
        </p:txBody>
      </p:sp>
    </p:spTree>
    <p:extLst>
      <p:ext uri="{BB962C8B-B14F-4D97-AF65-F5344CB8AC3E}">
        <p14:creationId xmlns:p14="http://schemas.microsoft.com/office/powerpoint/2010/main" val="16555149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43</a:t>
            </a:fld>
            <a:endParaRPr lang="en-PK"/>
          </a:p>
        </p:txBody>
      </p:sp>
    </p:spTree>
    <p:extLst>
      <p:ext uri="{BB962C8B-B14F-4D97-AF65-F5344CB8AC3E}">
        <p14:creationId xmlns:p14="http://schemas.microsoft.com/office/powerpoint/2010/main" val="34569849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44</a:t>
            </a:fld>
            <a:endParaRPr lang="en-PK"/>
          </a:p>
        </p:txBody>
      </p:sp>
    </p:spTree>
    <p:extLst>
      <p:ext uri="{BB962C8B-B14F-4D97-AF65-F5344CB8AC3E}">
        <p14:creationId xmlns:p14="http://schemas.microsoft.com/office/powerpoint/2010/main" val="7889250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45</a:t>
            </a:fld>
            <a:endParaRPr lang="en-PK"/>
          </a:p>
        </p:txBody>
      </p:sp>
    </p:spTree>
    <p:extLst>
      <p:ext uri="{BB962C8B-B14F-4D97-AF65-F5344CB8AC3E}">
        <p14:creationId xmlns:p14="http://schemas.microsoft.com/office/powerpoint/2010/main" val="10169815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46</a:t>
            </a:fld>
            <a:endParaRPr lang="en-PK"/>
          </a:p>
        </p:txBody>
      </p:sp>
    </p:spTree>
    <p:extLst>
      <p:ext uri="{BB962C8B-B14F-4D97-AF65-F5344CB8AC3E}">
        <p14:creationId xmlns:p14="http://schemas.microsoft.com/office/powerpoint/2010/main" val="6476035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47</a:t>
            </a:fld>
            <a:endParaRPr lang="en-PK"/>
          </a:p>
        </p:txBody>
      </p:sp>
    </p:spTree>
    <p:extLst>
      <p:ext uri="{BB962C8B-B14F-4D97-AF65-F5344CB8AC3E}">
        <p14:creationId xmlns:p14="http://schemas.microsoft.com/office/powerpoint/2010/main" val="35808791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48</a:t>
            </a:fld>
            <a:endParaRPr lang="en-PK"/>
          </a:p>
        </p:txBody>
      </p:sp>
    </p:spTree>
    <p:extLst>
      <p:ext uri="{BB962C8B-B14F-4D97-AF65-F5344CB8AC3E}">
        <p14:creationId xmlns:p14="http://schemas.microsoft.com/office/powerpoint/2010/main" val="39558291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49</a:t>
            </a:fld>
            <a:endParaRPr lang="en-PK"/>
          </a:p>
        </p:txBody>
      </p:sp>
    </p:spTree>
    <p:extLst>
      <p:ext uri="{BB962C8B-B14F-4D97-AF65-F5344CB8AC3E}">
        <p14:creationId xmlns:p14="http://schemas.microsoft.com/office/powerpoint/2010/main" val="17143599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52</a:t>
            </a:fld>
            <a:endParaRPr lang="en-PK"/>
          </a:p>
        </p:txBody>
      </p:sp>
    </p:spTree>
    <p:extLst>
      <p:ext uri="{BB962C8B-B14F-4D97-AF65-F5344CB8AC3E}">
        <p14:creationId xmlns:p14="http://schemas.microsoft.com/office/powerpoint/2010/main" val="12774521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53</a:t>
            </a:fld>
            <a:endParaRPr lang="en-PK"/>
          </a:p>
        </p:txBody>
      </p:sp>
    </p:spTree>
    <p:extLst>
      <p:ext uri="{BB962C8B-B14F-4D97-AF65-F5344CB8AC3E}">
        <p14:creationId xmlns:p14="http://schemas.microsoft.com/office/powerpoint/2010/main" val="32890230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57052EF2-9A63-441C-BEB0-04C32019A013}" type="slidenum">
              <a:rPr lang="en-PK" smtClean="0"/>
              <a:t>54</a:t>
            </a:fld>
            <a:endParaRPr lang="en-PK"/>
          </a:p>
        </p:txBody>
      </p:sp>
    </p:spTree>
    <p:extLst>
      <p:ext uri="{BB962C8B-B14F-4D97-AF65-F5344CB8AC3E}">
        <p14:creationId xmlns:p14="http://schemas.microsoft.com/office/powerpoint/2010/main" val="2430624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dirty="0"/>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latin typeface="+mn-lt"/>
              </a:defRPr>
            </a:lvl1pPr>
          </a:lstStyle>
          <a:p>
            <a:fld id="{11A6662E-FAF4-44BC-88B5-85A7CBFB6D30}" type="datetime1">
              <a:rPr lang="en-US" smtClean="0"/>
              <a:pPr/>
              <a:t>4/27/2023</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latin typeface="+mn-lt"/>
              </a:defRPr>
            </a:lvl1pPr>
          </a:lstStyle>
          <a:p>
            <a:endParaRPr lang="en-US"/>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2580473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838200" y="365760"/>
            <a:ext cx="10515600" cy="1325563"/>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4/27/2023</a:t>
            </a:fld>
            <a:endParaRPr lang="en-US" dirty="0"/>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20037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4/27/2023</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80832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4/27/2023</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837095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839788" y="1752600"/>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839788" y="2666999"/>
            <a:ext cx="5157787"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183188"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4/27/2023</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839323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838200" y="365760"/>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p:txBody>
          <a:bodyPr/>
          <a:lstStyle/>
          <a:p>
            <a:fld id="{3AB41CFF-90C9-47B3-9DA1-F2BF8D839F7E}" type="datetime1">
              <a:rPr lang="en-US" smtClean="0"/>
              <a:t>4/27/2023</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398303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4/27/2023</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848354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4/27/2023</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313716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4/27/2023</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52800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4/27/2023</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615277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4/27/2023</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03801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40" name="Picture 39">
            <a:extLst>
              <a:ext uri="{FF2B5EF4-FFF2-40B4-BE49-F238E27FC236}">
                <a16:creationId xmlns:a16="http://schemas.microsoft.com/office/drawing/2014/main" id="{1CB7E8AE-A3AC-4BB7-A5C6-F00EC697B265}"/>
              </a:ext>
            </a:extLst>
          </p:cNvPr>
          <p:cNvPicPr>
            <a:picLocks noChangeAspect="1"/>
          </p:cNvPicPr>
          <p:nvPr/>
        </p:nvPicPr>
        <p:blipFill>
          <a:blip r:embed="rId13">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838200" y="425450"/>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838200" y="1949450"/>
            <a:ext cx="10515600" cy="4195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838200" y="6324600"/>
            <a:ext cx="2743200" cy="365125"/>
          </a:xfrm>
          <a:prstGeom prst="rect">
            <a:avLst/>
          </a:prstGeom>
        </p:spPr>
        <p:txBody>
          <a:bodyPr vert="horz" lIns="91440" tIns="45720" rIns="91440" bIns="45720" rtlCol="0" anchor="ctr"/>
          <a:lstStyle>
            <a:lvl1pPr algn="l">
              <a:defRPr sz="900">
                <a:solidFill>
                  <a:schemeClr val="bg1">
                    <a:alpha val="60000"/>
                  </a:schemeClr>
                </a:solidFill>
                <a:latin typeface="+mn-lt"/>
              </a:defRPr>
            </a:lvl1pPr>
          </a:lstStyle>
          <a:p>
            <a:fld id="{57E0CF6C-748E-4B7A-BC8B-3011EF78ED13}" type="datetime1">
              <a:rPr lang="en-US" smtClean="0"/>
              <a:pPr/>
              <a:t>4/27/2023</a:t>
            </a:fld>
            <a:endParaRPr lang="en-US" dirty="0"/>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324600"/>
            <a:ext cx="4114800" cy="365125"/>
          </a:xfrm>
          <a:prstGeom prst="rect">
            <a:avLst/>
          </a:prstGeom>
        </p:spPr>
        <p:txBody>
          <a:bodyPr vert="horz" lIns="91440" tIns="45720" rIns="91440" bIns="45720" rtlCol="0" anchor="ctr"/>
          <a:lstStyle>
            <a:lvl1pPr algn="ctr">
              <a:defRPr sz="900">
                <a:solidFill>
                  <a:schemeClr val="bg1">
                    <a:alpha val="60000"/>
                  </a:schemeClr>
                </a:solidFill>
                <a:latin typeface="+mn-lt"/>
              </a:defRPr>
            </a:lvl1pPr>
          </a:lstStyle>
          <a:p>
            <a:endParaRPr lang="en-US" dirty="0"/>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610600" y="6324600"/>
            <a:ext cx="2743200" cy="365125"/>
          </a:xfrm>
          <a:prstGeom prst="rect">
            <a:avLst/>
          </a:prstGeom>
        </p:spPr>
        <p:txBody>
          <a:bodyPr vert="horz" lIns="91440" tIns="45720" rIns="91440" bIns="45720" rtlCol="0" anchor="ctr"/>
          <a:lstStyle>
            <a:lvl1pPr algn="r">
              <a:defRPr sz="900">
                <a:solidFill>
                  <a:schemeClr val="bg1">
                    <a:alpha val="60000"/>
                  </a:schemeClr>
                </a:solidFill>
                <a:latin typeface="+mn-lt"/>
              </a:defRPr>
            </a:lvl1pPr>
          </a:lstStyle>
          <a:p>
            <a:fld id="{73B850FF-6169-4056-8077-06FFA93A5366}" type="slidenum">
              <a:rPr lang="en-US" smtClean="0"/>
              <a:pPr/>
              <a:t>‹#›</a:t>
            </a:fld>
            <a:endParaRPr lang="en-US" dirty="0"/>
          </a:p>
        </p:txBody>
      </p:sp>
    </p:spTree>
    <p:extLst>
      <p:ext uri="{BB962C8B-B14F-4D97-AF65-F5344CB8AC3E}">
        <p14:creationId xmlns:p14="http://schemas.microsoft.com/office/powerpoint/2010/main" val="3994399627"/>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691" r:id="rId3"/>
    <p:sldLayoutId id="2147483692" r:id="rId4"/>
    <p:sldLayoutId id="2147483693" r:id="rId5"/>
    <p:sldLayoutId id="2147483694" r:id="rId6"/>
    <p:sldLayoutId id="2147483695" r:id="rId7"/>
    <p:sldLayoutId id="2147483699" r:id="rId8"/>
    <p:sldLayoutId id="2147483696" r:id="rId9"/>
    <p:sldLayoutId id="2147483697" r:id="rId10"/>
    <p:sldLayoutId id="2147483698" r:id="rId11"/>
  </p:sldLayoutIdLst>
  <p:hf sldNum="0" hdr="0" ftr="0" dt="0"/>
  <p:txStyles>
    <p:titleStyle>
      <a:lvl1pPr algn="l" defTabSz="914400" rtl="0" eaLnBrk="1" latinLnBrk="0" hangingPunct="1">
        <a:lnSpc>
          <a:spcPct val="10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fif"/><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9.png"/><Relationship Id="rId7" Type="http://schemas.openxmlformats.org/officeDocument/2006/relationships/diagramQuickStyle" Target="../diagrams/quickStyle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0.pn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png"/><Relationship Id="rId7" Type="http://schemas.openxmlformats.org/officeDocument/2006/relationships/diagramColors" Target="../diagrams/colors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12.xml.rels><?xml version="1.0" encoding="UTF-8" standalone="yes"?>
<Relationships xmlns="http://schemas.openxmlformats.org/package/2006/relationships"><Relationship Id="rId8" Type="http://schemas.openxmlformats.org/officeDocument/2006/relationships/diagramColors" Target="../diagrams/colors6.xml"/><Relationship Id="rId3" Type="http://schemas.openxmlformats.org/officeDocument/2006/relationships/image" Target="../media/image9.png"/><Relationship Id="rId7" Type="http://schemas.openxmlformats.org/officeDocument/2006/relationships/diagramQuickStyle" Target="../diagrams/quickStyle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Layout" Target="../diagrams/layout6.xml"/><Relationship Id="rId5" Type="http://schemas.openxmlformats.org/officeDocument/2006/relationships/diagramData" Target="../diagrams/data6.xml"/><Relationship Id="rId4" Type="http://schemas.openxmlformats.org/officeDocument/2006/relationships/image" Target="../media/image10.png"/><Relationship Id="rId9" Type="http://schemas.microsoft.com/office/2007/relationships/diagramDrawing" Target="../diagrams/drawing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png"/><Relationship Id="rId7" Type="http://schemas.openxmlformats.org/officeDocument/2006/relationships/diagramColors" Target="../diagrams/colors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18.xml.rels><?xml version="1.0" encoding="UTF-8" standalone="yes"?>
<Relationships xmlns="http://schemas.openxmlformats.org/package/2006/relationships"><Relationship Id="rId8" Type="http://schemas.openxmlformats.org/officeDocument/2006/relationships/diagramColors" Target="../diagrams/colors9.xml"/><Relationship Id="rId3" Type="http://schemas.openxmlformats.org/officeDocument/2006/relationships/image" Target="../media/image9.png"/><Relationship Id="rId7" Type="http://schemas.openxmlformats.org/officeDocument/2006/relationships/diagramQuickStyle" Target="../diagrams/quickStyle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Layout" Target="../diagrams/layout9.xml"/><Relationship Id="rId5" Type="http://schemas.openxmlformats.org/officeDocument/2006/relationships/diagramData" Target="../diagrams/data9.xml"/><Relationship Id="rId4" Type="http://schemas.openxmlformats.org/officeDocument/2006/relationships/image" Target="../media/image10.png"/><Relationship Id="rId9" Type="http://schemas.microsoft.com/office/2007/relationships/diagramDrawing" Target="../diagrams/drawing9.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diagramColors" Target="../diagrams/colors11.xml"/><Relationship Id="rId3" Type="http://schemas.openxmlformats.org/officeDocument/2006/relationships/image" Target="../media/image9.png"/><Relationship Id="rId7" Type="http://schemas.openxmlformats.org/officeDocument/2006/relationships/diagramQuickStyle" Target="../diagrams/quickStyle1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Layout" Target="../diagrams/layout11.xml"/><Relationship Id="rId5" Type="http://schemas.openxmlformats.org/officeDocument/2006/relationships/diagramData" Target="../diagrams/data11.xml"/><Relationship Id="rId4" Type="http://schemas.openxmlformats.org/officeDocument/2006/relationships/image" Target="../media/image10.png"/><Relationship Id="rId9" Type="http://schemas.microsoft.com/office/2007/relationships/diagramDrawing" Target="../diagrams/drawing11.xml"/></Relationships>
</file>

<file path=ppt/slides/_rels/slide25.xml.rels><?xml version="1.0" encoding="UTF-8" standalone="yes"?>
<Relationships xmlns="http://schemas.openxmlformats.org/package/2006/relationships"><Relationship Id="rId8" Type="http://schemas.openxmlformats.org/officeDocument/2006/relationships/diagramColors" Target="../diagrams/colors12.xml"/><Relationship Id="rId3" Type="http://schemas.openxmlformats.org/officeDocument/2006/relationships/image" Target="../media/image9.png"/><Relationship Id="rId7" Type="http://schemas.openxmlformats.org/officeDocument/2006/relationships/diagramQuickStyle" Target="../diagrams/quickStyle1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Layout" Target="../diagrams/layout12.xml"/><Relationship Id="rId5" Type="http://schemas.openxmlformats.org/officeDocument/2006/relationships/diagramData" Target="../diagrams/data12.xml"/><Relationship Id="rId4" Type="http://schemas.openxmlformats.org/officeDocument/2006/relationships/image" Target="../media/image10.png"/><Relationship Id="rId9" Type="http://schemas.microsoft.com/office/2007/relationships/diagramDrawing" Target="../diagrams/drawing1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diagramColors" Target="../diagrams/colors14.xml"/><Relationship Id="rId3" Type="http://schemas.openxmlformats.org/officeDocument/2006/relationships/image" Target="../media/image9.png"/><Relationship Id="rId7" Type="http://schemas.openxmlformats.org/officeDocument/2006/relationships/diagramQuickStyle" Target="../diagrams/quickStyle1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Layout" Target="../diagrams/layout14.xml"/><Relationship Id="rId5" Type="http://schemas.openxmlformats.org/officeDocument/2006/relationships/diagramData" Target="../diagrams/data14.xml"/><Relationship Id="rId4" Type="http://schemas.openxmlformats.org/officeDocument/2006/relationships/image" Target="../media/image10.png"/><Relationship Id="rId9" Type="http://schemas.microsoft.com/office/2007/relationships/diagramDrawing" Target="../diagrams/drawing14.xml"/></Relationships>
</file>

<file path=ppt/slides/_rels/slide30.xml.rels><?xml version="1.0" encoding="UTF-8" standalone="yes"?>
<Relationships xmlns="http://schemas.openxmlformats.org/package/2006/relationships"><Relationship Id="rId8" Type="http://schemas.openxmlformats.org/officeDocument/2006/relationships/diagramColors" Target="../diagrams/colors15.xml"/><Relationship Id="rId3" Type="http://schemas.openxmlformats.org/officeDocument/2006/relationships/image" Target="../media/image9.png"/><Relationship Id="rId7" Type="http://schemas.openxmlformats.org/officeDocument/2006/relationships/diagramQuickStyle" Target="../diagrams/quickStyle1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Layout" Target="../diagrams/layout15.xml"/><Relationship Id="rId5" Type="http://schemas.openxmlformats.org/officeDocument/2006/relationships/diagramData" Target="../diagrams/data15.xml"/><Relationship Id="rId4" Type="http://schemas.openxmlformats.org/officeDocument/2006/relationships/image" Target="../media/image10.png"/><Relationship Id="rId9" Type="http://schemas.microsoft.com/office/2007/relationships/diagramDrawing" Target="../diagrams/drawing15.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0.png"/></Relationships>
</file>

<file path=ppt/slides/_rels/slide32.xml.rels><?xml version="1.0" encoding="UTF-8" standalone="yes"?>
<Relationships xmlns="http://schemas.openxmlformats.org/package/2006/relationships"><Relationship Id="rId8" Type="http://schemas.openxmlformats.org/officeDocument/2006/relationships/diagramColors" Target="../diagrams/colors16.xml"/><Relationship Id="rId3" Type="http://schemas.openxmlformats.org/officeDocument/2006/relationships/image" Target="../media/image9.png"/><Relationship Id="rId7" Type="http://schemas.openxmlformats.org/officeDocument/2006/relationships/diagramQuickStyle" Target="../diagrams/quickStyle16.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Layout" Target="../diagrams/layout16.xml"/><Relationship Id="rId5" Type="http://schemas.openxmlformats.org/officeDocument/2006/relationships/diagramData" Target="../diagrams/data16.xml"/><Relationship Id="rId4" Type="http://schemas.openxmlformats.org/officeDocument/2006/relationships/image" Target="../media/image10.png"/><Relationship Id="rId9" Type="http://schemas.microsoft.com/office/2007/relationships/diagramDrawing" Target="../diagrams/drawing16.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17.xml"/><Relationship Id="rId7" Type="http://schemas.microsoft.com/office/2007/relationships/diagramDrawing" Target="../diagrams/drawing17.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7.xml"/><Relationship Id="rId5" Type="http://schemas.openxmlformats.org/officeDocument/2006/relationships/diagramQuickStyle" Target="../diagrams/quickStyle17.xml"/><Relationship Id="rId4" Type="http://schemas.openxmlformats.org/officeDocument/2006/relationships/diagramLayout" Target="../diagrams/layout1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8" Type="http://schemas.openxmlformats.org/officeDocument/2006/relationships/diagramColors" Target="../diagrams/colors18.xml"/><Relationship Id="rId3" Type="http://schemas.openxmlformats.org/officeDocument/2006/relationships/image" Target="../media/image9.png"/><Relationship Id="rId7" Type="http://schemas.openxmlformats.org/officeDocument/2006/relationships/diagramQuickStyle" Target="../diagrams/quickStyle18.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Layout" Target="../diagrams/layout18.xml"/><Relationship Id="rId5" Type="http://schemas.openxmlformats.org/officeDocument/2006/relationships/diagramData" Target="../diagrams/data18.xml"/><Relationship Id="rId4" Type="http://schemas.openxmlformats.org/officeDocument/2006/relationships/image" Target="../media/image10.png"/><Relationship Id="rId9" Type="http://schemas.microsoft.com/office/2007/relationships/diagramDrawing" Target="../diagrams/drawing18.xml"/></Relationships>
</file>

<file path=ppt/slides/_rels/slide4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8" Type="http://schemas.openxmlformats.org/officeDocument/2006/relationships/diagramColors" Target="../diagrams/colors20.xml"/><Relationship Id="rId3" Type="http://schemas.openxmlformats.org/officeDocument/2006/relationships/image" Target="../media/image9.png"/><Relationship Id="rId7" Type="http://schemas.openxmlformats.org/officeDocument/2006/relationships/diagramQuickStyle" Target="../diagrams/quickStyle20.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Layout" Target="../diagrams/layout20.xml"/><Relationship Id="rId5" Type="http://schemas.openxmlformats.org/officeDocument/2006/relationships/diagramData" Target="../diagrams/data20.xml"/><Relationship Id="rId4" Type="http://schemas.openxmlformats.org/officeDocument/2006/relationships/image" Target="../media/image10.png"/><Relationship Id="rId9" Type="http://schemas.microsoft.com/office/2007/relationships/diagramDrawing" Target="../diagrams/drawing20.xml"/></Relationships>
</file>

<file path=ppt/slides/_rels/slide45.xml.rels><?xml version="1.0" encoding="UTF-8" standalone="yes"?>
<Relationships xmlns="http://schemas.openxmlformats.org/package/2006/relationships"><Relationship Id="rId8" Type="http://schemas.openxmlformats.org/officeDocument/2006/relationships/diagramColors" Target="../diagrams/colors21.xml"/><Relationship Id="rId3" Type="http://schemas.openxmlformats.org/officeDocument/2006/relationships/image" Target="../media/image9.png"/><Relationship Id="rId7" Type="http://schemas.openxmlformats.org/officeDocument/2006/relationships/diagramQuickStyle" Target="../diagrams/quickStyle21.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Layout" Target="../diagrams/layout21.xml"/><Relationship Id="rId5" Type="http://schemas.openxmlformats.org/officeDocument/2006/relationships/diagramData" Target="../diagrams/data21.xml"/><Relationship Id="rId4" Type="http://schemas.openxmlformats.org/officeDocument/2006/relationships/image" Target="../media/image10.png"/><Relationship Id="rId9" Type="http://schemas.microsoft.com/office/2007/relationships/diagramDrawing" Target="../diagrams/drawing21.xml"/></Relationships>
</file>

<file path=ppt/slides/_rels/slide46.xml.rels><?xml version="1.0" encoding="UTF-8" standalone="yes"?>
<Relationships xmlns="http://schemas.openxmlformats.org/package/2006/relationships"><Relationship Id="rId8" Type="http://schemas.openxmlformats.org/officeDocument/2006/relationships/diagramColors" Target="../diagrams/colors22.xml"/><Relationship Id="rId3" Type="http://schemas.openxmlformats.org/officeDocument/2006/relationships/image" Target="../media/image9.png"/><Relationship Id="rId7" Type="http://schemas.openxmlformats.org/officeDocument/2006/relationships/diagramQuickStyle" Target="../diagrams/quickStyle22.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Layout" Target="../diagrams/layout22.xml"/><Relationship Id="rId5" Type="http://schemas.openxmlformats.org/officeDocument/2006/relationships/diagramData" Target="../diagrams/data22.xml"/><Relationship Id="rId4" Type="http://schemas.openxmlformats.org/officeDocument/2006/relationships/image" Target="../media/image10.png"/><Relationship Id="rId9" Type="http://schemas.microsoft.com/office/2007/relationships/diagramDrawing" Target="../diagrams/drawing22.xml"/></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8" Type="http://schemas.openxmlformats.org/officeDocument/2006/relationships/diagramColors" Target="../diagrams/colors23.xml"/><Relationship Id="rId3" Type="http://schemas.openxmlformats.org/officeDocument/2006/relationships/image" Target="../media/image9.png"/><Relationship Id="rId7" Type="http://schemas.openxmlformats.org/officeDocument/2006/relationships/diagramQuickStyle" Target="../diagrams/quickStyle23.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Layout" Target="../diagrams/layout23.xml"/><Relationship Id="rId5" Type="http://schemas.openxmlformats.org/officeDocument/2006/relationships/diagramData" Target="../diagrams/data23.xml"/><Relationship Id="rId4" Type="http://schemas.openxmlformats.org/officeDocument/2006/relationships/image" Target="../media/image10.png"/><Relationship Id="rId9" Type="http://schemas.microsoft.com/office/2007/relationships/diagramDrawing" Target="../diagrams/drawing23.xml"/></Relationships>
</file>

<file path=ppt/slides/_rels/slide4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10.png"/></Relationships>
</file>

<file path=ppt/slides/_rels/slide5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52.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3.png"/><Relationship Id="rId7" Type="http://schemas.openxmlformats.org/officeDocument/2006/relationships/diagramColors" Target="../diagrams/colors25.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QuickStyle" Target="../diagrams/quickStyle25.xml"/><Relationship Id="rId5" Type="http://schemas.openxmlformats.org/officeDocument/2006/relationships/diagramLayout" Target="../diagrams/layout25.xml"/><Relationship Id="rId4" Type="http://schemas.openxmlformats.org/officeDocument/2006/relationships/diagramData" Target="../diagrams/data25.xml"/></Relationships>
</file>

<file path=ppt/slides/_rels/slide53.xml.rels><?xml version="1.0" encoding="UTF-8" standalone="yes"?>
<Relationships xmlns="http://schemas.openxmlformats.org/package/2006/relationships"><Relationship Id="rId8" Type="http://schemas.openxmlformats.org/officeDocument/2006/relationships/diagramColors" Target="../diagrams/colors26.xml"/><Relationship Id="rId3" Type="http://schemas.openxmlformats.org/officeDocument/2006/relationships/image" Target="../media/image9.png"/><Relationship Id="rId7" Type="http://schemas.openxmlformats.org/officeDocument/2006/relationships/diagramQuickStyle" Target="../diagrams/quickStyle26.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Layout" Target="../diagrams/layout26.xml"/><Relationship Id="rId5" Type="http://schemas.openxmlformats.org/officeDocument/2006/relationships/diagramData" Target="../diagrams/data26.xml"/><Relationship Id="rId4" Type="http://schemas.openxmlformats.org/officeDocument/2006/relationships/image" Target="../media/image10.png"/><Relationship Id="rId9" Type="http://schemas.microsoft.com/office/2007/relationships/diagramDrawing" Target="../diagrams/drawing26.xml"/></Relationships>
</file>

<file path=ppt/slides/_rels/slide5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5996628" y="-1308"/>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657923" y="5062654"/>
            <a:ext cx="10749776" cy="1416204"/>
          </a:xfrm>
        </p:spPr>
        <p:txBody>
          <a:bodyPr vert="horz" lIns="91440" tIns="45720" rIns="91440" bIns="45720" rtlCol="0" anchor="ctr">
            <a:normAutofit/>
          </a:bodyPr>
          <a:lstStyle/>
          <a:p>
            <a:pPr algn="l">
              <a:lnSpc>
                <a:spcPct val="90000"/>
              </a:lnSpc>
            </a:pPr>
            <a:r>
              <a:rPr lang="en-US" altLang="en-PK" sz="4100" dirty="0"/>
              <a:t>CS621 Parallel and Distributed Computing</a:t>
            </a:r>
            <a:endParaRPr lang="en-US" sz="4100" dirty="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0" y="-12211"/>
            <a:ext cx="5313452" cy="3935986"/>
          </a:xfrm>
        </p:spPr>
        <p:txBody>
          <a:bodyPr vert="horz" lIns="91440" tIns="45720" rIns="91440" bIns="45720" rtlCol="0" anchor="b">
            <a:normAutofit/>
          </a:bodyPr>
          <a:lstStyle/>
          <a:p>
            <a:pPr algn="just"/>
            <a:r>
              <a:rPr lang="en-US" altLang="en-PK" sz="2800" dirty="0">
                <a:solidFill>
                  <a:schemeClr val="tx2"/>
                </a:solidFill>
                <a:latin typeface="Arial" panose="020B0604020202020204" pitchFamily="34" charset="0"/>
                <a:cs typeface="Arial" panose="020B0604020202020204" pitchFamily="34" charset="0"/>
              </a:rPr>
              <a:t>Dr. Muhammad </a:t>
            </a:r>
            <a:r>
              <a:rPr lang="en-US" altLang="en-PK" sz="2800" dirty="0" err="1">
                <a:solidFill>
                  <a:schemeClr val="tx2"/>
                </a:solidFill>
                <a:latin typeface="Arial" panose="020B0604020202020204" pitchFamily="34" charset="0"/>
                <a:cs typeface="Arial" panose="020B0604020202020204" pitchFamily="34" charset="0"/>
              </a:rPr>
              <a:t>Anwaar</a:t>
            </a:r>
            <a:r>
              <a:rPr lang="en-US" altLang="en-PK" sz="2800" dirty="0">
                <a:solidFill>
                  <a:schemeClr val="tx2"/>
                </a:solidFill>
                <a:latin typeface="Arial" panose="020B0604020202020204" pitchFamily="34" charset="0"/>
                <a:cs typeface="Arial" panose="020B0604020202020204" pitchFamily="34" charset="0"/>
              </a:rPr>
              <a:t> Saeed</a:t>
            </a:r>
          </a:p>
          <a:p>
            <a:pPr algn="just"/>
            <a:r>
              <a:rPr lang="en-US" altLang="en-PK" sz="2800" dirty="0">
                <a:solidFill>
                  <a:schemeClr val="tx2"/>
                </a:solidFill>
                <a:latin typeface="Arial" panose="020B0604020202020204" pitchFamily="34" charset="0"/>
                <a:cs typeface="Arial" panose="020B0604020202020204" pitchFamily="34" charset="0"/>
              </a:rPr>
              <a:t>Dr. Said Nabi</a:t>
            </a:r>
          </a:p>
          <a:p>
            <a:pPr algn="just"/>
            <a:r>
              <a:rPr lang="en-US" altLang="en-PK" sz="2800" dirty="0">
                <a:solidFill>
                  <a:schemeClr val="tx2"/>
                </a:solidFill>
                <a:latin typeface="Arial" panose="020B0604020202020204" pitchFamily="34" charset="0"/>
                <a:cs typeface="Arial" panose="020B0604020202020204" pitchFamily="34" charset="0"/>
              </a:rPr>
              <a:t>Ms. Hina Ishaq</a:t>
            </a:r>
          </a:p>
          <a:p>
            <a:pPr indent="-228600" algn="l">
              <a:buFont typeface="Arial" panose="020B0604020202020204" pitchFamily="34" charset="0"/>
              <a:buChar char="•"/>
            </a:pPr>
            <a:endParaRPr lang="en-US" sz="1800" dirty="0">
              <a:solidFill>
                <a:schemeClr val="tx2"/>
              </a:solidFill>
            </a:endParaRPr>
          </a:p>
        </p:txBody>
      </p:sp>
      <p:pic>
        <p:nvPicPr>
          <p:cNvPr id="6" name="Picture 5" descr="Logo&#10;&#10;Description automatically generated">
            <a:extLst>
              <a:ext uri="{FF2B5EF4-FFF2-40B4-BE49-F238E27FC236}">
                <a16:creationId xmlns:a16="http://schemas.microsoft.com/office/drawing/2014/main" id="{694E1E48-9782-AD50-E256-2B5B4CE33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
            <a:ext cx="1773304" cy="1125608"/>
          </a:xfrm>
          <a:prstGeom prst="rect">
            <a:avLst/>
          </a:prstGeom>
        </p:spPr>
      </p:pic>
    </p:spTree>
    <p:extLst>
      <p:ext uri="{BB962C8B-B14F-4D97-AF65-F5344CB8AC3E}">
        <p14:creationId xmlns:p14="http://schemas.microsoft.com/office/powerpoint/2010/main" val="3560190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Shared Memory</a:t>
            </a:r>
          </a:p>
        </p:txBody>
      </p:sp>
    </p:spTree>
    <p:extLst>
      <p:ext uri="{BB962C8B-B14F-4D97-AF65-F5344CB8AC3E}">
        <p14:creationId xmlns:p14="http://schemas.microsoft.com/office/powerpoint/2010/main" val="4766385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60674406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5973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atin typeface="Arial" panose="020B0604020202020204" pitchFamily="34" charset="0"/>
                <a:cs typeface="Arial" panose="020B0604020202020204" pitchFamily="34" charset="0"/>
              </a:rPr>
              <a:t>Shared Memory: </a:t>
            </a:r>
            <a:endParaRPr lang="en-PK" dirty="0">
              <a:latin typeface="Arial" panose="020B0604020202020204" pitchFamily="34" charset="0"/>
              <a:cs typeface="Arial" panose="020B0604020202020204" pitchFamily="34" charset="0"/>
            </a:endParaRPr>
          </a:p>
        </p:txBody>
      </p:sp>
      <p:sp>
        <p:nvSpPr>
          <p:cNvPr id="5" name="Content Placeholder 4">
            <a:extLst>
              <a:ext uri="{FF2B5EF4-FFF2-40B4-BE49-F238E27FC236}">
                <a16:creationId xmlns:a16="http://schemas.microsoft.com/office/drawing/2014/main" id="{59C216F5-BFF3-843F-5E30-C5AA0F288F77}"/>
              </a:ext>
            </a:extLst>
          </p:cNvPr>
          <p:cNvSpPr>
            <a:spLocks noGrp="1"/>
          </p:cNvSpPr>
          <p:nvPr>
            <p:ph idx="1"/>
          </p:nvPr>
        </p:nvSpPr>
        <p:spPr>
          <a:xfrm>
            <a:off x="838200" y="2815389"/>
            <a:ext cx="10515600" cy="3236496"/>
          </a:xfrm>
        </p:spPr>
        <p:txBody>
          <a:bodyPr/>
          <a:lstStyle/>
          <a:p>
            <a:pPr marL="0" indent="0" algn="ctr">
              <a:buNone/>
            </a:pPr>
            <a:r>
              <a:rPr lang="en-US" dirty="0">
                <a:solidFill>
                  <a:schemeClr val="tx1"/>
                </a:solidFill>
                <a:latin typeface="Arial" panose="020B0604020202020204" pitchFamily="34" charset="0"/>
                <a:cs typeface="Arial" panose="020B0604020202020204" pitchFamily="34" charset="0"/>
              </a:rPr>
              <a:t>“</a:t>
            </a:r>
            <a:r>
              <a:rPr lang="en-US" b="0" i="0" dirty="0">
                <a:solidFill>
                  <a:schemeClr val="tx1"/>
                </a:solidFill>
                <a:effectLst/>
                <a:latin typeface="Arial" panose="020B0604020202020204" pitchFamily="34" charset="0"/>
                <a:cs typeface="Arial" panose="020B0604020202020204" pitchFamily="34" charset="0"/>
              </a:rPr>
              <a:t>Shared memory is a type of memory architecture that allows multiple processors or threads to access the same memory space. In the context of distributed and parallel computing, shared memory can be used to facilitate communication and synchronization between different processes or threads.</a:t>
            </a:r>
            <a:r>
              <a:rPr lang="en-US" dirty="0">
                <a:solidFill>
                  <a:schemeClr val="tx1"/>
                </a:solidFill>
                <a:latin typeface="Arial" panose="020B0604020202020204" pitchFamily="34" charset="0"/>
                <a:cs typeface="Arial" panose="020B0604020202020204" pitchFamily="34" charset="0"/>
              </a:rPr>
              <a:t>”</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90136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atin typeface="Arial" panose="020B0604020202020204" pitchFamily="34" charset="0"/>
                <a:cs typeface="Arial" panose="020B0604020202020204" pitchFamily="34" charset="0"/>
              </a:rPr>
              <a:t>Shared Memory: </a:t>
            </a:r>
            <a:endParaRPr lang="en-PK" dirty="0">
              <a:latin typeface="Arial" panose="020B0604020202020204" pitchFamily="34" charset="0"/>
              <a:cs typeface="Arial" panose="020B0604020202020204" pitchFamily="34" charset="0"/>
            </a:endParaRPr>
          </a:p>
        </p:txBody>
      </p:sp>
      <p:graphicFrame>
        <p:nvGraphicFramePr>
          <p:cNvPr id="3" name="Content Placeholder 2">
            <a:extLst>
              <a:ext uri="{FF2B5EF4-FFF2-40B4-BE49-F238E27FC236}">
                <a16:creationId xmlns:a16="http://schemas.microsoft.com/office/drawing/2014/main" id="{A2827041-BA13-92A4-6088-48F7EF5E11AE}"/>
              </a:ext>
            </a:extLst>
          </p:cNvPr>
          <p:cNvGraphicFramePr>
            <a:graphicFrameLocks noGrp="1"/>
          </p:cNvGraphicFramePr>
          <p:nvPr>
            <p:ph idx="1"/>
          </p:nvPr>
        </p:nvGraphicFramePr>
        <p:xfrm>
          <a:off x="1198183" y="2606674"/>
          <a:ext cx="9867084" cy="360919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980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B83B02DA-AE6C-42BD-ADF4-B2FA4BB52BEB}"/>
                                            </p:graphicEl>
                                          </p:spTgt>
                                        </p:tgtEl>
                                        <p:attrNameLst>
                                          <p:attrName>style.visibility</p:attrName>
                                        </p:attrNameLst>
                                      </p:cBhvr>
                                      <p:to>
                                        <p:strVal val="visible"/>
                                      </p:to>
                                    </p:set>
                                    <p:anim calcmode="lin" valueType="num">
                                      <p:cBhvr additive="base">
                                        <p:cTn id="7" dur="500" fill="hold"/>
                                        <p:tgtEl>
                                          <p:spTgt spid="3">
                                            <p:graphicEl>
                                              <a:dgm id="{B83B02DA-AE6C-42BD-ADF4-B2FA4BB52BE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B83B02DA-AE6C-42BD-ADF4-B2FA4BB52BEB}"/>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graphicEl>
                                              <a:dgm id="{7FDCF89B-E548-4A61-A799-766D4241CFD2}"/>
                                            </p:graphicEl>
                                          </p:spTgt>
                                        </p:tgtEl>
                                        <p:attrNameLst>
                                          <p:attrName>style.visibility</p:attrName>
                                        </p:attrNameLst>
                                      </p:cBhvr>
                                      <p:to>
                                        <p:strVal val="visible"/>
                                      </p:to>
                                    </p:set>
                                    <p:anim calcmode="lin" valueType="num">
                                      <p:cBhvr additive="base">
                                        <p:cTn id="11" dur="500" fill="hold"/>
                                        <p:tgtEl>
                                          <p:spTgt spid="3">
                                            <p:graphicEl>
                                              <a:dgm id="{7FDCF89B-E548-4A61-A799-766D4241CFD2}"/>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graphicEl>
                                              <a:dgm id="{7FDCF89B-E548-4A61-A799-766D4241CFD2}"/>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graphicEl>
                                              <a:dgm id="{AED70B80-33CA-45C1-A365-77F694E2DDB6}"/>
                                            </p:graphicEl>
                                          </p:spTgt>
                                        </p:tgtEl>
                                        <p:attrNameLst>
                                          <p:attrName>style.visibility</p:attrName>
                                        </p:attrNameLst>
                                      </p:cBhvr>
                                      <p:to>
                                        <p:strVal val="visible"/>
                                      </p:to>
                                    </p:set>
                                    <p:anim calcmode="lin" valueType="num">
                                      <p:cBhvr additive="base">
                                        <p:cTn id="17" dur="500" fill="hold"/>
                                        <p:tgtEl>
                                          <p:spTgt spid="3">
                                            <p:graphicEl>
                                              <a:dgm id="{AED70B80-33CA-45C1-A365-77F694E2DDB6}"/>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graphicEl>
                                              <a:dgm id="{AED70B80-33CA-45C1-A365-77F694E2DDB6}"/>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graphicEl>
                                              <a:dgm id="{6CF24236-8FAF-41E3-AFAB-F0FA0F75F288}"/>
                                            </p:graphicEl>
                                          </p:spTgt>
                                        </p:tgtEl>
                                        <p:attrNameLst>
                                          <p:attrName>style.visibility</p:attrName>
                                        </p:attrNameLst>
                                      </p:cBhvr>
                                      <p:to>
                                        <p:strVal val="visible"/>
                                      </p:to>
                                    </p:set>
                                    <p:anim calcmode="lin" valueType="num">
                                      <p:cBhvr additive="base">
                                        <p:cTn id="21" dur="500" fill="hold"/>
                                        <p:tgtEl>
                                          <p:spTgt spid="3">
                                            <p:graphicEl>
                                              <a:dgm id="{6CF24236-8FAF-41E3-AFAB-F0FA0F75F288}"/>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graphicEl>
                                              <a:dgm id="{6CF24236-8FAF-41E3-AFAB-F0FA0F75F288}"/>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graphicEl>
                                              <a:dgm id="{DB4DDAB7-3FE2-49FC-A344-B50BDA5ADE59}"/>
                                            </p:graphicEl>
                                          </p:spTgt>
                                        </p:tgtEl>
                                        <p:attrNameLst>
                                          <p:attrName>style.visibility</p:attrName>
                                        </p:attrNameLst>
                                      </p:cBhvr>
                                      <p:to>
                                        <p:strVal val="visible"/>
                                      </p:to>
                                    </p:set>
                                    <p:anim calcmode="lin" valueType="num">
                                      <p:cBhvr additive="base">
                                        <p:cTn id="27" dur="500" fill="hold"/>
                                        <p:tgtEl>
                                          <p:spTgt spid="3">
                                            <p:graphicEl>
                                              <a:dgm id="{DB4DDAB7-3FE2-49FC-A344-B50BDA5ADE59}"/>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graphicEl>
                                              <a:dgm id="{DB4DDAB7-3FE2-49FC-A344-B50BDA5ADE59}"/>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graphicEl>
                                              <a:dgm id="{C41B8B67-B8CE-4DAA-AECB-51F961DDB654}"/>
                                            </p:graphicEl>
                                          </p:spTgt>
                                        </p:tgtEl>
                                        <p:attrNameLst>
                                          <p:attrName>style.visibility</p:attrName>
                                        </p:attrNameLst>
                                      </p:cBhvr>
                                      <p:to>
                                        <p:strVal val="visible"/>
                                      </p:to>
                                    </p:set>
                                    <p:anim calcmode="lin" valueType="num">
                                      <p:cBhvr additive="base">
                                        <p:cTn id="31" dur="500" fill="hold"/>
                                        <p:tgtEl>
                                          <p:spTgt spid="3">
                                            <p:graphicEl>
                                              <a:dgm id="{C41B8B67-B8CE-4DAA-AECB-51F961DDB654}"/>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C41B8B67-B8CE-4DAA-AECB-51F961DDB65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8" name="Rectangle 67">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70" name="Picture 69">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r>
              <a:rPr lang="en-US" dirty="0">
                <a:solidFill>
                  <a:schemeClr val="tx2"/>
                </a:solidFill>
                <a:latin typeface="Arial" panose="020B0604020202020204" pitchFamily="34" charset="0"/>
                <a:cs typeface="Arial" panose="020B0604020202020204" pitchFamily="34" charset="0"/>
              </a:rPr>
              <a:t>Shared Memory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 </a:t>
            </a:r>
            <a:endParaRPr lang="en-PK" dirty="0">
              <a:solidFill>
                <a:schemeClr val="tx2"/>
              </a:solidFill>
              <a:latin typeface="Arial" panose="020B0604020202020204" pitchFamily="34" charset="0"/>
              <a:cs typeface="Arial" panose="020B0604020202020204" pitchFamily="34" charset="0"/>
            </a:endParaRPr>
          </a:p>
        </p:txBody>
      </p:sp>
      <p:pic>
        <p:nvPicPr>
          <p:cNvPr id="72" name="Picture 71">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graphicFrame>
        <p:nvGraphicFramePr>
          <p:cNvPr id="3" name="Content Placeholder 2">
            <a:extLst>
              <a:ext uri="{FF2B5EF4-FFF2-40B4-BE49-F238E27FC236}">
                <a16:creationId xmlns:a16="http://schemas.microsoft.com/office/drawing/2014/main" id="{A2827041-BA13-92A4-6088-48F7EF5E11AE}"/>
              </a:ext>
            </a:extLst>
          </p:cNvPr>
          <p:cNvGraphicFramePr>
            <a:graphicFrameLocks noGrp="1"/>
          </p:cNvGraphicFramePr>
          <p:nvPr>
            <p:ph idx="1"/>
            <p:extLst>
              <p:ext uri="{D42A27DB-BD31-4B8C-83A1-F6EECF244321}">
                <p14:modId xmlns:p14="http://schemas.microsoft.com/office/powerpoint/2010/main" val="2209920129"/>
              </p:ext>
            </p:extLst>
          </p:nvPr>
        </p:nvGraphicFramePr>
        <p:xfrm>
          <a:off x="1197268" y="1843284"/>
          <a:ext cx="10156531" cy="433367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328232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F48502E6-56A5-43F8-A2EA-C44F64C0B78E}"/>
                                            </p:graphicEl>
                                          </p:spTgt>
                                        </p:tgtEl>
                                        <p:attrNameLst>
                                          <p:attrName>style.visibility</p:attrName>
                                        </p:attrNameLst>
                                      </p:cBhvr>
                                      <p:to>
                                        <p:strVal val="visible"/>
                                      </p:to>
                                    </p:set>
                                    <p:anim calcmode="lin" valueType="num">
                                      <p:cBhvr additive="base">
                                        <p:cTn id="7" dur="500" fill="hold"/>
                                        <p:tgtEl>
                                          <p:spTgt spid="3">
                                            <p:graphicEl>
                                              <a:dgm id="{F48502E6-56A5-43F8-A2EA-C44F64C0B78E}"/>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F48502E6-56A5-43F8-A2EA-C44F64C0B78E}"/>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graphicEl>
                                              <a:dgm id="{84293529-D39C-4D00-9871-ACD5BEB0DB63}"/>
                                            </p:graphicEl>
                                          </p:spTgt>
                                        </p:tgtEl>
                                        <p:attrNameLst>
                                          <p:attrName>style.visibility</p:attrName>
                                        </p:attrNameLst>
                                      </p:cBhvr>
                                      <p:to>
                                        <p:strVal val="visible"/>
                                      </p:to>
                                    </p:set>
                                    <p:anim calcmode="lin" valueType="num">
                                      <p:cBhvr additive="base">
                                        <p:cTn id="11" dur="500" fill="hold"/>
                                        <p:tgtEl>
                                          <p:spTgt spid="3">
                                            <p:graphicEl>
                                              <a:dgm id="{84293529-D39C-4D00-9871-ACD5BEB0DB63}"/>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graphicEl>
                                              <a:dgm id="{84293529-D39C-4D00-9871-ACD5BEB0DB63}"/>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graphicEl>
                                              <a:dgm id="{A51B54C0-31E9-475B-995D-A167DF825FD3}"/>
                                            </p:graphicEl>
                                          </p:spTgt>
                                        </p:tgtEl>
                                        <p:attrNameLst>
                                          <p:attrName>style.visibility</p:attrName>
                                        </p:attrNameLst>
                                      </p:cBhvr>
                                      <p:to>
                                        <p:strVal val="visible"/>
                                      </p:to>
                                    </p:set>
                                    <p:anim calcmode="lin" valueType="num">
                                      <p:cBhvr additive="base">
                                        <p:cTn id="17" dur="500" fill="hold"/>
                                        <p:tgtEl>
                                          <p:spTgt spid="3">
                                            <p:graphicEl>
                                              <a:dgm id="{A51B54C0-31E9-475B-995D-A167DF825FD3}"/>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graphicEl>
                                              <a:dgm id="{A51B54C0-31E9-475B-995D-A167DF825FD3}"/>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graphicEl>
                                              <a:dgm id="{475E3FE8-8B80-4AAD-BCEE-0C65CAF9BA54}"/>
                                            </p:graphicEl>
                                          </p:spTgt>
                                        </p:tgtEl>
                                        <p:attrNameLst>
                                          <p:attrName>style.visibility</p:attrName>
                                        </p:attrNameLst>
                                      </p:cBhvr>
                                      <p:to>
                                        <p:strVal val="visible"/>
                                      </p:to>
                                    </p:set>
                                    <p:anim calcmode="lin" valueType="num">
                                      <p:cBhvr additive="base">
                                        <p:cTn id="21" dur="500" fill="hold"/>
                                        <p:tgtEl>
                                          <p:spTgt spid="3">
                                            <p:graphicEl>
                                              <a:dgm id="{475E3FE8-8B80-4AAD-BCEE-0C65CAF9BA54}"/>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graphicEl>
                                              <a:dgm id="{475E3FE8-8B80-4AAD-BCEE-0C65CAF9BA54}"/>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graphicEl>
                                              <a:dgm id="{36577275-3FC5-41B1-8927-B9003BF05C75}"/>
                                            </p:graphicEl>
                                          </p:spTgt>
                                        </p:tgtEl>
                                        <p:attrNameLst>
                                          <p:attrName>style.visibility</p:attrName>
                                        </p:attrNameLst>
                                      </p:cBhvr>
                                      <p:to>
                                        <p:strVal val="visible"/>
                                      </p:to>
                                    </p:set>
                                    <p:anim calcmode="lin" valueType="num">
                                      <p:cBhvr additive="base">
                                        <p:cTn id="27" dur="500" fill="hold"/>
                                        <p:tgtEl>
                                          <p:spTgt spid="3">
                                            <p:graphicEl>
                                              <a:dgm id="{36577275-3FC5-41B1-8927-B9003BF05C7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graphicEl>
                                              <a:dgm id="{36577275-3FC5-41B1-8927-B9003BF05C75}"/>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graphicEl>
                                              <a:dgm id="{A9271260-977B-4572-B6A9-95C340FA3699}"/>
                                            </p:graphicEl>
                                          </p:spTgt>
                                        </p:tgtEl>
                                        <p:attrNameLst>
                                          <p:attrName>style.visibility</p:attrName>
                                        </p:attrNameLst>
                                      </p:cBhvr>
                                      <p:to>
                                        <p:strVal val="visible"/>
                                      </p:to>
                                    </p:set>
                                    <p:anim calcmode="lin" valueType="num">
                                      <p:cBhvr additive="base">
                                        <p:cTn id="31" dur="500" fill="hold"/>
                                        <p:tgtEl>
                                          <p:spTgt spid="3">
                                            <p:graphicEl>
                                              <a:dgm id="{A9271260-977B-4572-B6A9-95C340FA3699}"/>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A9271260-977B-4572-B6A9-95C340FA3699}"/>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graphicEl>
                                              <a:dgm id="{E083F0E6-4B12-4642-B470-E5AA327A5B82}"/>
                                            </p:graphicEl>
                                          </p:spTgt>
                                        </p:tgtEl>
                                        <p:attrNameLst>
                                          <p:attrName>style.visibility</p:attrName>
                                        </p:attrNameLst>
                                      </p:cBhvr>
                                      <p:to>
                                        <p:strVal val="visible"/>
                                      </p:to>
                                    </p:set>
                                    <p:anim calcmode="lin" valueType="num">
                                      <p:cBhvr additive="base">
                                        <p:cTn id="37" dur="500" fill="hold"/>
                                        <p:tgtEl>
                                          <p:spTgt spid="3">
                                            <p:graphicEl>
                                              <a:dgm id="{E083F0E6-4B12-4642-B470-E5AA327A5B82}"/>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graphicEl>
                                              <a:dgm id="{E083F0E6-4B12-4642-B470-E5AA327A5B82}"/>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graphicEl>
                                              <a:dgm id="{6F73DBDA-6936-421B-A5A4-D2D6F44CE6E8}"/>
                                            </p:graphicEl>
                                          </p:spTgt>
                                        </p:tgtEl>
                                        <p:attrNameLst>
                                          <p:attrName>style.visibility</p:attrName>
                                        </p:attrNameLst>
                                      </p:cBhvr>
                                      <p:to>
                                        <p:strVal val="visible"/>
                                      </p:to>
                                    </p:set>
                                    <p:anim calcmode="lin" valueType="num">
                                      <p:cBhvr additive="base">
                                        <p:cTn id="41" dur="500" fill="hold"/>
                                        <p:tgtEl>
                                          <p:spTgt spid="3">
                                            <p:graphicEl>
                                              <a:dgm id="{6F73DBDA-6936-421B-A5A4-D2D6F44CE6E8}"/>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graphicEl>
                                              <a:dgm id="{6F73DBDA-6936-421B-A5A4-D2D6F44CE6E8}"/>
                                            </p:graphic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graphicEl>
                                              <a:dgm id="{9FAC5E74-BF91-4125-B5C7-9B0FA4D6676D}"/>
                                            </p:graphicEl>
                                          </p:spTgt>
                                        </p:tgtEl>
                                        <p:attrNameLst>
                                          <p:attrName>style.visibility</p:attrName>
                                        </p:attrNameLst>
                                      </p:cBhvr>
                                      <p:to>
                                        <p:strVal val="visible"/>
                                      </p:to>
                                    </p:set>
                                    <p:anim calcmode="lin" valueType="num">
                                      <p:cBhvr additive="base">
                                        <p:cTn id="45" dur="500" fill="hold"/>
                                        <p:tgtEl>
                                          <p:spTgt spid="3">
                                            <p:graphicEl>
                                              <a:dgm id="{9FAC5E74-BF91-4125-B5C7-9B0FA4D6676D}"/>
                                            </p:graphic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graphicEl>
                                              <a:dgm id="{9FAC5E74-BF91-4125-B5C7-9B0FA4D6676D}"/>
                                            </p:graphic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
                                            <p:graphicEl>
                                              <a:dgm id="{9510EE45-431F-488A-840D-A5F4D3521A94}"/>
                                            </p:graphicEl>
                                          </p:spTgt>
                                        </p:tgtEl>
                                        <p:attrNameLst>
                                          <p:attrName>style.visibility</p:attrName>
                                        </p:attrNameLst>
                                      </p:cBhvr>
                                      <p:to>
                                        <p:strVal val="visible"/>
                                      </p:to>
                                    </p:set>
                                    <p:anim calcmode="lin" valueType="num">
                                      <p:cBhvr additive="base">
                                        <p:cTn id="51" dur="500" fill="hold"/>
                                        <p:tgtEl>
                                          <p:spTgt spid="3">
                                            <p:graphicEl>
                                              <a:dgm id="{9510EE45-431F-488A-840D-A5F4D3521A94}"/>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graphicEl>
                                              <a:dgm id="{9510EE45-431F-488A-840D-A5F4D3521A94}"/>
                                            </p:graphic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
                                            <p:graphicEl>
                                              <a:dgm id="{4E205E7A-FD3E-4BCF-B62E-AC18F95E73A4}"/>
                                            </p:graphicEl>
                                          </p:spTgt>
                                        </p:tgtEl>
                                        <p:attrNameLst>
                                          <p:attrName>style.visibility</p:attrName>
                                        </p:attrNameLst>
                                      </p:cBhvr>
                                      <p:to>
                                        <p:strVal val="visible"/>
                                      </p:to>
                                    </p:set>
                                    <p:anim calcmode="lin" valueType="num">
                                      <p:cBhvr additive="base">
                                        <p:cTn id="55" dur="500" fill="hold"/>
                                        <p:tgtEl>
                                          <p:spTgt spid="3">
                                            <p:graphicEl>
                                              <a:dgm id="{4E205E7A-FD3E-4BCF-B62E-AC18F95E73A4}"/>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graphicEl>
                                              <a:dgm id="{4E205E7A-FD3E-4BCF-B62E-AC18F95E73A4}"/>
                                            </p:graphic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
                                            <p:graphicEl>
                                              <a:dgm id="{CC5B919E-FE84-40F3-8438-AF6D95EE2222}"/>
                                            </p:graphicEl>
                                          </p:spTgt>
                                        </p:tgtEl>
                                        <p:attrNameLst>
                                          <p:attrName>style.visibility</p:attrName>
                                        </p:attrNameLst>
                                      </p:cBhvr>
                                      <p:to>
                                        <p:strVal val="visible"/>
                                      </p:to>
                                    </p:set>
                                    <p:anim calcmode="lin" valueType="num">
                                      <p:cBhvr additive="base">
                                        <p:cTn id="59" dur="500" fill="hold"/>
                                        <p:tgtEl>
                                          <p:spTgt spid="3">
                                            <p:graphicEl>
                                              <a:dgm id="{CC5B919E-FE84-40F3-8438-AF6D95EE2222}"/>
                                            </p:graphic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graphicEl>
                                              <a:dgm id="{CC5B919E-FE84-40F3-8438-AF6D95EE222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5" name="Rectangle 103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037" name="Rectangle 103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1"/>
            <a:ext cx="12192000" cy="221768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039" name="Rectangle 103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1"/>
            <a:ext cx="12191999" cy="2224386"/>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381000"/>
            <a:ext cx="10003218" cy="1600124"/>
          </a:xfrm>
        </p:spPr>
        <p:txBody>
          <a:bodyPr>
            <a:normAutofit/>
          </a:bodyPr>
          <a:lstStyle/>
          <a:p>
            <a:r>
              <a:rPr lang="en-US" dirty="0">
                <a:latin typeface="Arial" panose="020B0604020202020204" pitchFamily="34" charset="0"/>
                <a:cs typeface="Arial" panose="020B0604020202020204" pitchFamily="34" charset="0"/>
              </a:rPr>
              <a:t>Architecture of Shared Memory: </a:t>
            </a:r>
            <a:endParaRPr lang="en-PK" dirty="0">
              <a:latin typeface="Arial" panose="020B0604020202020204" pitchFamily="34" charset="0"/>
              <a:cs typeface="Arial" panose="020B0604020202020204" pitchFamily="34" charset="0"/>
            </a:endParaRPr>
          </a:p>
        </p:txBody>
      </p:sp>
      <p:pic>
        <p:nvPicPr>
          <p:cNvPr id="3" name="Content Placeholder 2">
            <a:extLst>
              <a:ext uri="{FF2B5EF4-FFF2-40B4-BE49-F238E27FC236}">
                <a16:creationId xmlns:a16="http://schemas.microsoft.com/office/drawing/2014/main" id="{89F9B48D-5965-CE27-7DCB-A9F303FCE471}"/>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2266308" y="2447925"/>
            <a:ext cx="6816048" cy="4029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9330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Distributed Memory</a:t>
            </a:r>
          </a:p>
        </p:txBody>
      </p:sp>
    </p:spTree>
    <p:extLst>
      <p:ext uri="{BB962C8B-B14F-4D97-AF65-F5344CB8AC3E}">
        <p14:creationId xmlns:p14="http://schemas.microsoft.com/office/powerpoint/2010/main" val="2576022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139172972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43649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5" name="Rectangle 74">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7" name="Rectangle 76">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atin typeface="Arial" panose="020B0604020202020204" pitchFamily="34" charset="0"/>
                <a:cs typeface="Arial" panose="020B0604020202020204" pitchFamily="34" charset="0"/>
              </a:rPr>
              <a:t>Distributed Memory: </a:t>
            </a:r>
            <a:endParaRPr lang="en-PK">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8B47DD8E-DCDF-60FB-3F50-63E73A07F1CA}"/>
              </a:ext>
            </a:extLst>
          </p:cNvPr>
          <p:cNvSpPr>
            <a:spLocks noGrp="1"/>
          </p:cNvSpPr>
          <p:nvPr>
            <p:ph idx="1"/>
          </p:nvPr>
        </p:nvSpPr>
        <p:spPr>
          <a:xfrm>
            <a:off x="838200" y="2765502"/>
            <a:ext cx="10515600" cy="3880625"/>
          </a:xfrm>
        </p:spPr>
        <p:txBody>
          <a:bodyPr/>
          <a:lstStyle/>
          <a:p>
            <a:pPr marL="0" indent="0" algn="ctr">
              <a:buNone/>
            </a:pPr>
            <a:r>
              <a:rPr lang="en-US" dirty="0">
                <a:solidFill>
                  <a:schemeClr val="tx1"/>
                </a:solidFill>
                <a:latin typeface="Arial" panose="020B0604020202020204" pitchFamily="34" charset="0"/>
                <a:cs typeface="Arial" panose="020B0604020202020204" pitchFamily="34" charset="0"/>
              </a:rPr>
              <a:t>“</a:t>
            </a:r>
            <a:r>
              <a:rPr lang="en-US" b="0" i="0" dirty="0">
                <a:solidFill>
                  <a:srgbClr val="374151"/>
                </a:solidFill>
                <a:effectLst/>
                <a:latin typeface="Arial" panose="020B0604020202020204" pitchFamily="34" charset="0"/>
                <a:cs typeface="Arial" panose="020B0604020202020204" pitchFamily="34" charset="0"/>
              </a:rPr>
              <a:t>Distributed memory refers to a type of parallel computing architecture where each processor has its own private memory, and communication between processors happens through message passing. In this architecture, the memory of one processor is not directly accessible by other processors, and communication between processors occurs explicitly through messages that are sent and received.</a:t>
            </a:r>
            <a:r>
              <a:rPr lang="en-US" dirty="0">
                <a:solidFill>
                  <a:schemeClr val="tx1"/>
                </a:solidFill>
                <a:latin typeface="Arial" panose="020B0604020202020204" pitchFamily="34" charset="0"/>
                <a:cs typeface="Arial" panose="020B0604020202020204" pitchFamily="34" charset="0"/>
              </a:rPr>
              <a:t>”</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940032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5" name="Rectangle 74">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77" name="Rectangle 76">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a:latin typeface="Arial" panose="020B0604020202020204" pitchFamily="34" charset="0"/>
                <a:cs typeface="Arial" panose="020B0604020202020204" pitchFamily="34" charset="0"/>
              </a:rPr>
              <a:t>Distributed Memory: </a:t>
            </a:r>
            <a:endParaRPr lang="en-PK">
              <a:latin typeface="Arial" panose="020B0604020202020204" pitchFamily="34" charset="0"/>
              <a:cs typeface="Arial" panose="020B0604020202020204" pitchFamily="34" charset="0"/>
            </a:endParaRPr>
          </a:p>
        </p:txBody>
      </p:sp>
      <p:graphicFrame>
        <p:nvGraphicFramePr>
          <p:cNvPr id="36" name="Rectangle 3">
            <a:extLst>
              <a:ext uri="{FF2B5EF4-FFF2-40B4-BE49-F238E27FC236}">
                <a16:creationId xmlns:a16="http://schemas.microsoft.com/office/drawing/2014/main" id="{26B159BD-EA43-E15A-D1D2-767533D71409}"/>
              </a:ext>
            </a:extLst>
          </p:cNvPr>
          <p:cNvGraphicFramePr>
            <a:graphicFrameLocks noGrp="1"/>
          </p:cNvGraphicFramePr>
          <p:nvPr>
            <p:ph idx="1"/>
          </p:nvPr>
        </p:nvGraphicFramePr>
        <p:xfrm>
          <a:off x="838200" y="2514600"/>
          <a:ext cx="10515600" cy="366236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2804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graphicEl>
                                              <a:dgm id="{EB891552-65E8-4850-98BB-82C21A6D8C91}"/>
                                            </p:graphicEl>
                                          </p:spTgt>
                                        </p:tgtEl>
                                        <p:attrNameLst>
                                          <p:attrName>style.visibility</p:attrName>
                                        </p:attrNameLst>
                                      </p:cBhvr>
                                      <p:to>
                                        <p:strVal val="visible"/>
                                      </p:to>
                                    </p:set>
                                    <p:anim calcmode="lin" valueType="num">
                                      <p:cBhvr additive="base">
                                        <p:cTn id="7" dur="500" fill="hold"/>
                                        <p:tgtEl>
                                          <p:spTgt spid="36">
                                            <p:graphicEl>
                                              <a:dgm id="{EB891552-65E8-4850-98BB-82C21A6D8C9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6">
                                            <p:graphicEl>
                                              <a:dgm id="{EB891552-65E8-4850-98BB-82C21A6D8C91}"/>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6">
                                            <p:graphicEl>
                                              <a:dgm id="{01FC31ED-C8CE-4612-9793-271705917D91}"/>
                                            </p:graphicEl>
                                          </p:spTgt>
                                        </p:tgtEl>
                                        <p:attrNameLst>
                                          <p:attrName>style.visibility</p:attrName>
                                        </p:attrNameLst>
                                      </p:cBhvr>
                                      <p:to>
                                        <p:strVal val="visible"/>
                                      </p:to>
                                    </p:set>
                                    <p:anim calcmode="lin" valueType="num">
                                      <p:cBhvr additive="base">
                                        <p:cTn id="11" dur="500" fill="hold"/>
                                        <p:tgtEl>
                                          <p:spTgt spid="36">
                                            <p:graphicEl>
                                              <a:dgm id="{01FC31ED-C8CE-4612-9793-271705917D91}"/>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6">
                                            <p:graphicEl>
                                              <a:dgm id="{01FC31ED-C8CE-4612-9793-271705917D91}"/>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6">
                                            <p:graphicEl>
                                              <a:dgm id="{48BD9727-55B2-49D0-8441-CA18B7B40358}"/>
                                            </p:graphicEl>
                                          </p:spTgt>
                                        </p:tgtEl>
                                        <p:attrNameLst>
                                          <p:attrName>style.visibility</p:attrName>
                                        </p:attrNameLst>
                                      </p:cBhvr>
                                      <p:to>
                                        <p:strVal val="visible"/>
                                      </p:to>
                                    </p:set>
                                    <p:anim calcmode="lin" valueType="num">
                                      <p:cBhvr additive="base">
                                        <p:cTn id="17" dur="500" fill="hold"/>
                                        <p:tgtEl>
                                          <p:spTgt spid="36">
                                            <p:graphicEl>
                                              <a:dgm id="{48BD9727-55B2-49D0-8441-CA18B7B40358}"/>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6">
                                            <p:graphicEl>
                                              <a:dgm id="{48BD9727-55B2-49D0-8441-CA18B7B40358}"/>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6">
                                            <p:graphicEl>
                                              <a:dgm id="{F17542D0-B483-4928-B2F9-500D58DCDBC4}"/>
                                            </p:graphicEl>
                                          </p:spTgt>
                                        </p:tgtEl>
                                        <p:attrNameLst>
                                          <p:attrName>style.visibility</p:attrName>
                                        </p:attrNameLst>
                                      </p:cBhvr>
                                      <p:to>
                                        <p:strVal val="visible"/>
                                      </p:to>
                                    </p:set>
                                    <p:anim calcmode="lin" valueType="num">
                                      <p:cBhvr additive="base">
                                        <p:cTn id="21" dur="500" fill="hold"/>
                                        <p:tgtEl>
                                          <p:spTgt spid="36">
                                            <p:graphicEl>
                                              <a:dgm id="{F17542D0-B483-4928-B2F9-500D58DCDBC4}"/>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6">
                                            <p:graphicEl>
                                              <a:dgm id="{F17542D0-B483-4928-B2F9-500D58DCDBC4}"/>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6">
                                            <p:graphicEl>
                                              <a:dgm id="{4F556B37-A53D-4889-9F71-56CABE14E0C5}"/>
                                            </p:graphicEl>
                                          </p:spTgt>
                                        </p:tgtEl>
                                        <p:attrNameLst>
                                          <p:attrName>style.visibility</p:attrName>
                                        </p:attrNameLst>
                                      </p:cBhvr>
                                      <p:to>
                                        <p:strVal val="visible"/>
                                      </p:to>
                                    </p:set>
                                    <p:anim calcmode="lin" valueType="num">
                                      <p:cBhvr additive="base">
                                        <p:cTn id="27" dur="500" fill="hold"/>
                                        <p:tgtEl>
                                          <p:spTgt spid="36">
                                            <p:graphicEl>
                                              <a:dgm id="{4F556B37-A53D-4889-9F71-56CABE14E0C5}"/>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6">
                                            <p:graphicEl>
                                              <a:dgm id="{4F556B37-A53D-4889-9F71-56CABE14E0C5}"/>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6">
                                            <p:graphicEl>
                                              <a:dgm id="{AE8B6B74-E3F2-41CF-A7D9-73FC35A89784}"/>
                                            </p:graphicEl>
                                          </p:spTgt>
                                        </p:tgtEl>
                                        <p:attrNameLst>
                                          <p:attrName>style.visibility</p:attrName>
                                        </p:attrNameLst>
                                      </p:cBhvr>
                                      <p:to>
                                        <p:strVal val="visible"/>
                                      </p:to>
                                    </p:set>
                                    <p:anim calcmode="lin" valueType="num">
                                      <p:cBhvr additive="base">
                                        <p:cTn id="31" dur="500" fill="hold"/>
                                        <p:tgtEl>
                                          <p:spTgt spid="36">
                                            <p:graphicEl>
                                              <a:dgm id="{AE8B6B74-E3F2-41CF-A7D9-73FC35A89784}"/>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
                                            <p:graphicEl>
                                              <a:dgm id="{AE8B6B74-E3F2-41CF-A7D9-73FC35A8978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6" grpId="0">
        <p:bldSub>
          <a:bldDgm bld="lvlOne"/>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63" name="Rectangle 62">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10648308" cy="1239282"/>
          </a:xfrm>
        </p:spPr>
        <p:txBody>
          <a:bodyPr>
            <a:normAutofit/>
          </a:bodyPr>
          <a:lstStyle/>
          <a:p>
            <a:r>
              <a:rPr lang="en-US" dirty="0">
                <a:solidFill>
                  <a:schemeClr val="tx2"/>
                </a:solidFill>
                <a:latin typeface="Arial" panose="020B0604020202020204" pitchFamily="34" charset="0"/>
                <a:cs typeface="Arial" panose="020B0604020202020204" pitchFamily="34" charset="0"/>
              </a:rPr>
              <a:t>Distributed Memory </a:t>
            </a:r>
            <a:r>
              <a:rPr lang="en-US" dirty="0" err="1">
                <a:solidFill>
                  <a:schemeClr val="tx2"/>
                </a:solidFill>
                <a:latin typeface="Arial" panose="020B0604020202020204" pitchFamily="34" charset="0"/>
                <a:cs typeface="Arial" panose="020B0604020202020204" pitchFamily="34" charset="0"/>
              </a:rPr>
              <a:t>Cont</a:t>
            </a:r>
            <a:r>
              <a:rPr lang="en-US" dirty="0">
                <a:solidFill>
                  <a:schemeClr val="tx2"/>
                </a:solidFill>
                <a:latin typeface="Arial" panose="020B0604020202020204" pitchFamily="34" charset="0"/>
                <a:cs typeface="Arial" panose="020B0604020202020204" pitchFamily="34" charset="0"/>
              </a:rPr>
              <a:t>… </a:t>
            </a:r>
            <a:endParaRPr lang="en-PK" dirty="0">
              <a:solidFill>
                <a:schemeClr val="tx2"/>
              </a:solidFill>
              <a:latin typeface="Arial" panose="020B0604020202020204" pitchFamily="34" charset="0"/>
              <a:cs typeface="Arial" panose="020B0604020202020204" pitchFamily="34" charset="0"/>
            </a:endParaRPr>
          </a:p>
        </p:txBody>
      </p:sp>
      <p:pic>
        <p:nvPicPr>
          <p:cNvPr id="65" name="Picture 64">
            <a:extLst>
              <a:ext uri="{FF2B5EF4-FFF2-40B4-BE49-F238E27FC236}">
                <a16:creationId xmlns:a16="http://schemas.microsoft.com/office/drawing/2014/main" id="{3A0AB1E0-FFE6-4D14-96E0-C0F76F64B98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rot="16200000">
            <a:off x="36314" y="-39361"/>
            <a:ext cx="1295924" cy="1374648"/>
          </a:xfrm>
          <a:prstGeom prst="rect">
            <a:avLst/>
          </a:prstGeom>
        </p:spPr>
      </p:pic>
      <p:pic>
        <p:nvPicPr>
          <p:cNvPr id="67" name="Picture 66">
            <a:extLst>
              <a:ext uri="{FF2B5EF4-FFF2-40B4-BE49-F238E27FC236}">
                <a16:creationId xmlns:a16="http://schemas.microsoft.com/office/drawing/2014/main" id="{7047E834-B9F5-403B-98C3-A4B024A6419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a:off x="10820400" y="3144779"/>
            <a:ext cx="1371600" cy="2548349"/>
          </a:xfrm>
          <a:prstGeom prst="rect">
            <a:avLst/>
          </a:prstGeom>
        </p:spPr>
      </p:pic>
      <p:graphicFrame>
        <p:nvGraphicFramePr>
          <p:cNvPr id="3" name="Content Placeholder 2">
            <a:extLst>
              <a:ext uri="{FF2B5EF4-FFF2-40B4-BE49-F238E27FC236}">
                <a16:creationId xmlns:a16="http://schemas.microsoft.com/office/drawing/2014/main" id="{1DE1F561-135F-4B96-EA69-246084678611}"/>
              </a:ext>
            </a:extLst>
          </p:cNvPr>
          <p:cNvGraphicFramePr>
            <a:graphicFrameLocks noGrp="1"/>
          </p:cNvGraphicFramePr>
          <p:nvPr>
            <p:ph idx="1"/>
            <p:extLst>
              <p:ext uri="{D42A27DB-BD31-4B8C-83A1-F6EECF244321}">
                <p14:modId xmlns:p14="http://schemas.microsoft.com/office/powerpoint/2010/main" val="329104775"/>
              </p:ext>
            </p:extLst>
          </p:nvPr>
        </p:nvGraphicFramePr>
        <p:xfrm>
          <a:off x="986318" y="1855738"/>
          <a:ext cx="9996755" cy="426766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87955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323719A5-EC90-4B88-918F-E5A8C36C2A60}"/>
                                            </p:graphicEl>
                                          </p:spTgt>
                                        </p:tgtEl>
                                        <p:attrNameLst>
                                          <p:attrName>style.visibility</p:attrName>
                                        </p:attrNameLst>
                                      </p:cBhvr>
                                      <p:to>
                                        <p:strVal val="visible"/>
                                      </p:to>
                                    </p:set>
                                    <p:anim calcmode="lin" valueType="num">
                                      <p:cBhvr additive="base">
                                        <p:cTn id="7" dur="500" fill="hold"/>
                                        <p:tgtEl>
                                          <p:spTgt spid="3">
                                            <p:graphicEl>
                                              <a:dgm id="{323719A5-EC90-4B88-918F-E5A8C36C2A60}"/>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323719A5-EC90-4B88-918F-E5A8C36C2A60}"/>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graphicEl>
                                              <a:dgm id="{2BD272EE-261D-45D5-BBDE-7F727BEB2F53}"/>
                                            </p:graphicEl>
                                          </p:spTgt>
                                        </p:tgtEl>
                                        <p:attrNameLst>
                                          <p:attrName>style.visibility</p:attrName>
                                        </p:attrNameLst>
                                      </p:cBhvr>
                                      <p:to>
                                        <p:strVal val="visible"/>
                                      </p:to>
                                    </p:set>
                                    <p:anim calcmode="lin" valueType="num">
                                      <p:cBhvr additive="base">
                                        <p:cTn id="11" dur="500" fill="hold"/>
                                        <p:tgtEl>
                                          <p:spTgt spid="3">
                                            <p:graphicEl>
                                              <a:dgm id="{2BD272EE-261D-45D5-BBDE-7F727BEB2F53}"/>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graphicEl>
                                              <a:dgm id="{2BD272EE-261D-45D5-BBDE-7F727BEB2F53}"/>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graphicEl>
                                              <a:dgm id="{9EA07817-2DBC-4186-A8E2-1BE975C74ECD}"/>
                                            </p:graphicEl>
                                          </p:spTgt>
                                        </p:tgtEl>
                                        <p:attrNameLst>
                                          <p:attrName>style.visibility</p:attrName>
                                        </p:attrNameLst>
                                      </p:cBhvr>
                                      <p:to>
                                        <p:strVal val="visible"/>
                                      </p:to>
                                    </p:set>
                                    <p:anim calcmode="lin" valueType="num">
                                      <p:cBhvr additive="base">
                                        <p:cTn id="17" dur="500" fill="hold"/>
                                        <p:tgtEl>
                                          <p:spTgt spid="3">
                                            <p:graphicEl>
                                              <a:dgm id="{9EA07817-2DBC-4186-A8E2-1BE975C74ECD}"/>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graphicEl>
                                              <a:dgm id="{9EA07817-2DBC-4186-A8E2-1BE975C74ECD}"/>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graphicEl>
                                              <a:dgm id="{9DE148D8-9110-4DD4-A690-2FB228B2615C}"/>
                                            </p:graphicEl>
                                          </p:spTgt>
                                        </p:tgtEl>
                                        <p:attrNameLst>
                                          <p:attrName>style.visibility</p:attrName>
                                        </p:attrNameLst>
                                      </p:cBhvr>
                                      <p:to>
                                        <p:strVal val="visible"/>
                                      </p:to>
                                    </p:set>
                                    <p:anim calcmode="lin" valueType="num">
                                      <p:cBhvr additive="base">
                                        <p:cTn id="21" dur="500" fill="hold"/>
                                        <p:tgtEl>
                                          <p:spTgt spid="3">
                                            <p:graphicEl>
                                              <a:dgm id="{9DE148D8-9110-4DD4-A690-2FB228B2615C}"/>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graphicEl>
                                              <a:dgm id="{9DE148D8-9110-4DD4-A690-2FB228B2615C}"/>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graphicEl>
                                              <a:dgm id="{CDA434EF-685B-48C5-A8EB-5FFD7B973566}"/>
                                            </p:graphicEl>
                                          </p:spTgt>
                                        </p:tgtEl>
                                        <p:attrNameLst>
                                          <p:attrName>style.visibility</p:attrName>
                                        </p:attrNameLst>
                                      </p:cBhvr>
                                      <p:to>
                                        <p:strVal val="visible"/>
                                      </p:to>
                                    </p:set>
                                    <p:anim calcmode="lin" valueType="num">
                                      <p:cBhvr additive="base">
                                        <p:cTn id="27" dur="500" fill="hold"/>
                                        <p:tgtEl>
                                          <p:spTgt spid="3">
                                            <p:graphicEl>
                                              <a:dgm id="{CDA434EF-685B-48C5-A8EB-5FFD7B973566}"/>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graphicEl>
                                              <a:dgm id="{CDA434EF-685B-48C5-A8EB-5FFD7B973566}"/>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graphicEl>
                                              <a:dgm id="{F8357A6E-E50C-454D-B734-EB2261A24706}"/>
                                            </p:graphicEl>
                                          </p:spTgt>
                                        </p:tgtEl>
                                        <p:attrNameLst>
                                          <p:attrName>style.visibility</p:attrName>
                                        </p:attrNameLst>
                                      </p:cBhvr>
                                      <p:to>
                                        <p:strVal val="visible"/>
                                      </p:to>
                                    </p:set>
                                    <p:anim calcmode="lin" valueType="num">
                                      <p:cBhvr additive="base">
                                        <p:cTn id="31" dur="500" fill="hold"/>
                                        <p:tgtEl>
                                          <p:spTgt spid="3">
                                            <p:graphicEl>
                                              <a:dgm id="{F8357A6E-E50C-454D-B734-EB2261A2470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F8357A6E-E50C-454D-B734-EB2261A24706}"/>
                                            </p:graphic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graphicEl>
                                              <a:dgm id="{0EAFA72F-E2AF-490F-AD25-B2B51509AF36}"/>
                                            </p:graphicEl>
                                          </p:spTgt>
                                        </p:tgtEl>
                                        <p:attrNameLst>
                                          <p:attrName>style.visibility</p:attrName>
                                        </p:attrNameLst>
                                      </p:cBhvr>
                                      <p:to>
                                        <p:strVal val="visible"/>
                                      </p:to>
                                    </p:set>
                                    <p:anim calcmode="lin" valueType="num">
                                      <p:cBhvr additive="base">
                                        <p:cTn id="35" dur="500" fill="hold"/>
                                        <p:tgtEl>
                                          <p:spTgt spid="3">
                                            <p:graphicEl>
                                              <a:dgm id="{0EAFA72F-E2AF-490F-AD25-B2B51509AF36}"/>
                                            </p:graphic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graphicEl>
                                              <a:dgm id="{0EAFA72F-E2AF-490F-AD25-B2B51509AF36}"/>
                                            </p:graphic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graphicEl>
                                              <a:dgm id="{862946F3-5AC9-4D3B-B3E9-54C1501D49CE}"/>
                                            </p:graphicEl>
                                          </p:spTgt>
                                        </p:tgtEl>
                                        <p:attrNameLst>
                                          <p:attrName>style.visibility</p:attrName>
                                        </p:attrNameLst>
                                      </p:cBhvr>
                                      <p:to>
                                        <p:strVal val="visible"/>
                                      </p:to>
                                    </p:set>
                                    <p:anim calcmode="lin" valueType="num">
                                      <p:cBhvr additive="base">
                                        <p:cTn id="41" dur="500" fill="hold"/>
                                        <p:tgtEl>
                                          <p:spTgt spid="3">
                                            <p:graphicEl>
                                              <a:dgm id="{862946F3-5AC9-4D3B-B3E9-54C1501D49CE}"/>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graphicEl>
                                              <a:dgm id="{862946F3-5AC9-4D3B-B3E9-54C1501D49CE}"/>
                                            </p:graphic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graphicEl>
                                              <a:dgm id="{7EE45A3B-5D33-48FC-9C6C-EF510CA74C91}"/>
                                            </p:graphicEl>
                                          </p:spTgt>
                                        </p:tgtEl>
                                        <p:attrNameLst>
                                          <p:attrName>style.visibility</p:attrName>
                                        </p:attrNameLst>
                                      </p:cBhvr>
                                      <p:to>
                                        <p:strVal val="visible"/>
                                      </p:to>
                                    </p:set>
                                    <p:anim calcmode="lin" valueType="num">
                                      <p:cBhvr additive="base">
                                        <p:cTn id="45" dur="500" fill="hold"/>
                                        <p:tgtEl>
                                          <p:spTgt spid="3">
                                            <p:graphicEl>
                                              <a:dgm id="{7EE45A3B-5D33-48FC-9C6C-EF510CA74C91}"/>
                                            </p:graphic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graphicEl>
                                              <a:dgm id="{7EE45A3B-5D33-48FC-9C6C-EF510CA74C91}"/>
                                            </p:graphic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graphicEl>
                                              <a:dgm id="{A752753B-80FF-419D-AA1C-791709D181C2}"/>
                                            </p:graphicEl>
                                          </p:spTgt>
                                        </p:tgtEl>
                                        <p:attrNameLst>
                                          <p:attrName>style.visibility</p:attrName>
                                        </p:attrNameLst>
                                      </p:cBhvr>
                                      <p:to>
                                        <p:strVal val="visible"/>
                                      </p:to>
                                    </p:set>
                                    <p:anim calcmode="lin" valueType="num">
                                      <p:cBhvr additive="base">
                                        <p:cTn id="49" dur="500" fill="hold"/>
                                        <p:tgtEl>
                                          <p:spTgt spid="3">
                                            <p:graphicEl>
                                              <a:dgm id="{A752753B-80FF-419D-AA1C-791709D181C2}"/>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graphicEl>
                                              <a:dgm id="{A752753B-80FF-419D-AA1C-791709D181C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7" name="Rectangle 2056">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pic>
        <p:nvPicPr>
          <p:cNvPr id="2059" name="Picture 2058">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2061" name="Rectangle 2060">
            <a:extLst>
              <a:ext uri="{FF2B5EF4-FFF2-40B4-BE49-F238E27FC236}">
                <a16:creationId xmlns:a16="http://schemas.microsoft.com/office/drawing/2014/main" id="{F1174801-1395-44C5-9B00-CCAC45C05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63" name="Rectangle 2062">
            <a:extLst>
              <a:ext uri="{FF2B5EF4-FFF2-40B4-BE49-F238E27FC236}">
                <a16:creationId xmlns:a16="http://schemas.microsoft.com/office/drawing/2014/main" id="{1F491198-AF87-4E71-AAD9-AE427363C1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61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65" name="Rectangle 2064">
            <a:extLst>
              <a:ext uri="{FF2B5EF4-FFF2-40B4-BE49-F238E27FC236}">
                <a16:creationId xmlns:a16="http://schemas.microsoft.com/office/drawing/2014/main" id="{4C2E1C05-3303-4DCD-9685-3BDE5AEFE1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84319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067" name="Rectangle 2066">
            <a:extLst>
              <a:ext uri="{FF2B5EF4-FFF2-40B4-BE49-F238E27FC236}">
                <a16:creationId xmlns:a16="http://schemas.microsoft.com/office/drawing/2014/main" id="{D7F2E59A-66C6-4BE2-B3FB-D5DE585D25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0"/>
            <a:ext cx="12191999" cy="1833647"/>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169452"/>
            <a:ext cx="10750570" cy="1514105"/>
          </a:xfrm>
        </p:spPr>
        <p:txBody>
          <a:bodyPr vert="horz" lIns="91440" tIns="45720" rIns="91440" bIns="45720" rtlCol="0" anchor="b">
            <a:normAutofit/>
          </a:bodyPr>
          <a:lstStyle/>
          <a:p>
            <a:pPr>
              <a:lnSpc>
                <a:spcPct val="90000"/>
              </a:lnSpc>
            </a:pPr>
            <a:r>
              <a:rPr lang="en-US" sz="5000"/>
              <a:t>Architecture of Distributed Memory: </a:t>
            </a:r>
          </a:p>
        </p:txBody>
      </p:sp>
      <p:pic>
        <p:nvPicPr>
          <p:cNvPr id="2052" name="Picture 4">
            <a:extLst>
              <a:ext uri="{FF2B5EF4-FFF2-40B4-BE49-F238E27FC236}">
                <a16:creationId xmlns:a16="http://schemas.microsoft.com/office/drawing/2014/main" id="{B871F1F6-9C5D-1194-AB45-ACAE1B80EABA}"/>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bwMode="auto">
          <a:xfrm>
            <a:off x="3061758" y="2179717"/>
            <a:ext cx="6303455" cy="3733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532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Flynn’s classification of computer architectures </a:t>
            </a:r>
          </a:p>
        </p:txBody>
      </p:sp>
    </p:spTree>
    <p:extLst>
      <p:ext uri="{BB962C8B-B14F-4D97-AF65-F5344CB8AC3E}">
        <p14:creationId xmlns:p14="http://schemas.microsoft.com/office/powerpoint/2010/main" val="1737078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2030447388"/>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91496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Flynn’s classification of computer architectures (1966): </a:t>
            </a:r>
            <a:endParaRPr lang="en-PK" dirty="0">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67369E26-8F07-424A-0E67-53B4EFCDEF96}"/>
              </a:ext>
            </a:extLst>
          </p:cNvPr>
          <p:cNvSpPr>
            <a:spLocks noGrp="1" noChangeArrowheads="1"/>
          </p:cNvSpPr>
          <p:nvPr>
            <p:ph idx="1"/>
          </p:nvPr>
        </p:nvSpPr>
        <p:spPr>
          <a:xfrm>
            <a:off x="1285875" y="3069021"/>
            <a:ext cx="8696325" cy="3788978"/>
          </a:xfrm>
        </p:spPr>
        <p:txBody>
          <a:bodyPr>
            <a:noAutofit/>
          </a:bodyPr>
          <a:lstStyle/>
          <a:p>
            <a:pPr marL="0" indent="0" algn="ctr">
              <a:buNone/>
            </a:pPr>
            <a:r>
              <a:rPr lang="en-US" dirty="0">
                <a:solidFill>
                  <a:schemeClr val="tx1"/>
                </a:solidFill>
                <a:latin typeface="Arial" panose="020B0604020202020204" pitchFamily="34" charset="0"/>
                <a:cs typeface="Arial" panose="020B0604020202020204" pitchFamily="34" charset="0"/>
              </a:rPr>
              <a:t> “Michael J Flynn classified computers on the basis of </a:t>
            </a:r>
            <a:r>
              <a:rPr lang="en-US" dirty="0">
                <a:solidFill>
                  <a:srgbClr val="0A25F0"/>
                </a:solidFill>
                <a:latin typeface="Arial" panose="020B0604020202020204" pitchFamily="34" charset="0"/>
                <a:cs typeface="Arial" panose="020B0604020202020204" pitchFamily="34" charset="0"/>
              </a:rPr>
              <a:t>multiplicity</a:t>
            </a:r>
            <a:r>
              <a:rPr lang="en-US" dirty="0">
                <a:solidFill>
                  <a:schemeClr val="tx1"/>
                </a:solidFill>
                <a:latin typeface="Arial" panose="020B0604020202020204" pitchFamily="34" charset="0"/>
                <a:cs typeface="Arial" panose="020B0604020202020204" pitchFamily="34" charset="0"/>
              </a:rPr>
              <a:t> of </a:t>
            </a:r>
            <a:r>
              <a:rPr lang="en-US" dirty="0">
                <a:solidFill>
                  <a:srgbClr val="FF0000"/>
                </a:solidFill>
                <a:latin typeface="Arial" panose="020B0604020202020204" pitchFamily="34" charset="0"/>
                <a:cs typeface="Arial" panose="020B0604020202020204" pitchFamily="34" charset="0"/>
              </a:rPr>
              <a:t>instruction stream </a:t>
            </a:r>
            <a:r>
              <a:rPr lang="en-US" dirty="0">
                <a:solidFill>
                  <a:schemeClr val="tx1"/>
                </a:solidFill>
                <a:latin typeface="Arial" panose="020B0604020202020204" pitchFamily="34" charset="0"/>
                <a:cs typeface="Arial" panose="020B0604020202020204" pitchFamily="34" charset="0"/>
              </a:rPr>
              <a:t>and </a:t>
            </a:r>
            <a:r>
              <a:rPr lang="en-US" dirty="0">
                <a:solidFill>
                  <a:srgbClr val="FF0000"/>
                </a:solidFill>
                <a:latin typeface="Arial" panose="020B0604020202020204" pitchFamily="34" charset="0"/>
                <a:cs typeface="Arial" panose="020B0604020202020204" pitchFamily="34" charset="0"/>
              </a:rPr>
              <a:t>data streams </a:t>
            </a:r>
            <a:r>
              <a:rPr lang="en-US" dirty="0">
                <a:solidFill>
                  <a:schemeClr val="tx1"/>
                </a:solidFill>
                <a:latin typeface="Arial" panose="020B0604020202020204" pitchFamily="34" charset="0"/>
                <a:cs typeface="Arial" panose="020B0604020202020204" pitchFamily="34" charset="0"/>
              </a:rPr>
              <a:t>in a computer system.”</a:t>
            </a:r>
          </a:p>
        </p:txBody>
      </p:sp>
    </p:spTree>
    <p:extLst>
      <p:ext uri="{BB962C8B-B14F-4D97-AF65-F5344CB8AC3E}">
        <p14:creationId xmlns:p14="http://schemas.microsoft.com/office/powerpoint/2010/main" val="2619771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3" name="Rectangle 5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5" name="Rectangle 54">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98281"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998281" cy="6858000"/>
          </a:xfrm>
          <a:prstGeom prst="rect">
            <a:avLst/>
          </a:prstGeom>
          <a:blipFill dpi="0" rotWithShape="1">
            <a:blip r:embed="rId3">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4876800" cy="5577934"/>
          </a:xfrm>
        </p:spPr>
        <p:txBody>
          <a:bodyPr>
            <a:normAutofit/>
          </a:bodyPr>
          <a:lstStyle/>
          <a:p>
            <a:r>
              <a:rPr lang="en-US" dirty="0">
                <a:latin typeface="Arial" panose="020B0604020202020204" pitchFamily="34" charset="0"/>
                <a:cs typeface="Arial" panose="020B0604020202020204" pitchFamily="34" charset="0"/>
              </a:rPr>
              <a:t>Flynn’s classification of computer architectures </a:t>
            </a:r>
            <a:r>
              <a:rPr lang="en-US" dirty="0" err="1">
                <a:latin typeface="Arial" panose="020B0604020202020204" pitchFamily="34" charset="0"/>
                <a:cs typeface="Arial" panose="020B0604020202020204" pitchFamily="34" charset="0"/>
              </a:rPr>
              <a:t>Cont</a:t>
            </a:r>
            <a:r>
              <a:rPr lang="en-US" dirty="0">
                <a:latin typeface="Arial" panose="020B0604020202020204" pitchFamily="34" charset="0"/>
                <a:cs typeface="Arial" panose="020B0604020202020204" pitchFamily="34" charset="0"/>
              </a:rPr>
              <a:t>… </a:t>
            </a:r>
            <a:endParaRPr lang="en-PK" dirty="0">
              <a:latin typeface="Arial" panose="020B0604020202020204" pitchFamily="34" charset="0"/>
              <a:cs typeface="Arial" panose="020B0604020202020204" pitchFamily="34" charset="0"/>
            </a:endParaRPr>
          </a:p>
        </p:txBody>
      </p:sp>
      <p:graphicFrame>
        <p:nvGraphicFramePr>
          <p:cNvPr id="47" name="Rectangle 3">
            <a:extLst>
              <a:ext uri="{FF2B5EF4-FFF2-40B4-BE49-F238E27FC236}">
                <a16:creationId xmlns:a16="http://schemas.microsoft.com/office/drawing/2014/main" id="{A8319C18-A9F7-BA06-505A-81A31CEF8755}"/>
              </a:ext>
            </a:extLst>
          </p:cNvPr>
          <p:cNvGraphicFramePr>
            <a:graphicFrameLocks noGrp="1"/>
          </p:cNvGraphicFramePr>
          <p:nvPr>
            <p:ph idx="1"/>
            <p:extLst>
              <p:ext uri="{D42A27DB-BD31-4B8C-83A1-F6EECF244321}">
                <p14:modId xmlns:p14="http://schemas.microsoft.com/office/powerpoint/2010/main" val="3726573027"/>
              </p:ext>
            </p:extLst>
          </p:nvPr>
        </p:nvGraphicFramePr>
        <p:xfrm>
          <a:off x="6184458" y="343433"/>
          <a:ext cx="5626542" cy="57856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3703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801226"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Flynn’s classification of computer architectures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6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468932C0-4D04-6E28-1DDE-4796A56A7F31}"/>
              </a:ext>
            </a:extLst>
          </p:cNvPr>
          <p:cNvGraphicFramePr>
            <a:graphicFrameLocks noGrp="1"/>
          </p:cNvGraphicFramePr>
          <p:nvPr>
            <p:ph idx="1"/>
            <p:extLst>
              <p:ext uri="{D42A27DB-BD31-4B8C-83A1-F6EECF244321}">
                <p14:modId xmlns:p14="http://schemas.microsoft.com/office/powerpoint/2010/main" val="102721748"/>
              </p:ext>
            </p:extLst>
          </p:nvPr>
        </p:nvGraphicFramePr>
        <p:xfrm>
          <a:off x="838200" y="2133599"/>
          <a:ext cx="10515600" cy="40116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7655646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0" name="Rectangle 9">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2" name="Picture 11">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283471"/>
          </a:xfrm>
        </p:spPr>
        <p:txBody>
          <a:bodyPr anchor="t">
            <a:normAutofit/>
          </a:bodyPr>
          <a:lstStyle/>
          <a:p>
            <a:pPr>
              <a:lnSpc>
                <a:spcPct val="90000"/>
              </a:lnSpc>
            </a:pPr>
            <a:r>
              <a:rPr lang="en-US" sz="4100">
                <a:solidFill>
                  <a:schemeClr val="tx2"/>
                </a:solidFill>
              </a:rPr>
              <a:t>Flynn’s classification of computer architectures Cont…</a:t>
            </a:r>
            <a:endParaRPr lang="en-PK" sz="4100">
              <a:solidFill>
                <a:schemeClr val="tx2"/>
              </a:solidFill>
            </a:endParaRPr>
          </a:p>
        </p:txBody>
      </p:sp>
      <p:pic>
        <p:nvPicPr>
          <p:cNvPr id="14" name="Picture 13">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67342"/>
          <a:stretch/>
        </p:blipFill>
        <p:spPr>
          <a:xfrm rot="10800000">
            <a:off x="-1" y="2719661"/>
            <a:ext cx="830249" cy="2548349"/>
          </a:xfrm>
          <a:prstGeom prst="rect">
            <a:avLst/>
          </a:prstGeom>
        </p:spPr>
      </p:pic>
      <p:sp>
        <p:nvSpPr>
          <p:cNvPr id="11" name="AutoShape 3">
            <a:extLst>
              <a:ext uri="{FF2B5EF4-FFF2-40B4-BE49-F238E27FC236}">
                <a16:creationId xmlns:a16="http://schemas.microsoft.com/office/drawing/2014/main" id="{EE0F0D96-01D9-A5C3-3A7A-8CA7B32A40BE}"/>
              </a:ext>
            </a:extLst>
          </p:cNvPr>
          <p:cNvSpPr>
            <a:spLocks noChangeAspect="1" noChangeArrowheads="1" noTextEdit="1"/>
          </p:cNvSpPr>
          <p:nvPr/>
        </p:nvSpPr>
        <p:spPr bwMode="auto">
          <a:xfrm>
            <a:off x="2185988" y="2427288"/>
            <a:ext cx="7820025" cy="324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13" name="Rectangle 5">
            <a:extLst>
              <a:ext uri="{FF2B5EF4-FFF2-40B4-BE49-F238E27FC236}">
                <a16:creationId xmlns:a16="http://schemas.microsoft.com/office/drawing/2014/main" id="{41CAA914-CAEB-3B49-86E1-A5C4D09084DE}"/>
              </a:ext>
            </a:extLst>
          </p:cNvPr>
          <p:cNvSpPr>
            <a:spLocks noChangeArrowheads="1"/>
          </p:cNvSpPr>
          <p:nvPr/>
        </p:nvSpPr>
        <p:spPr bwMode="auto">
          <a:xfrm>
            <a:off x="2192338" y="2435225"/>
            <a:ext cx="2814638" cy="1241425"/>
          </a:xfrm>
          <a:prstGeom prst="rect">
            <a:avLst/>
          </a:prstGeom>
          <a:solidFill>
            <a:srgbClr val="45B0A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15" name="Rectangle 6">
            <a:extLst>
              <a:ext uri="{FF2B5EF4-FFF2-40B4-BE49-F238E27FC236}">
                <a16:creationId xmlns:a16="http://schemas.microsoft.com/office/drawing/2014/main" id="{EA9DFCA9-7EE6-3E14-4656-F5354DEBA26A}"/>
              </a:ext>
            </a:extLst>
          </p:cNvPr>
          <p:cNvSpPr>
            <a:spLocks noChangeArrowheads="1"/>
          </p:cNvSpPr>
          <p:nvPr/>
        </p:nvSpPr>
        <p:spPr bwMode="auto">
          <a:xfrm>
            <a:off x="5006976" y="2435225"/>
            <a:ext cx="2486025" cy="1241425"/>
          </a:xfrm>
          <a:prstGeom prst="rect">
            <a:avLst/>
          </a:prstGeom>
          <a:solidFill>
            <a:srgbClr val="45B0A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16" name="Rectangle 7">
            <a:extLst>
              <a:ext uri="{FF2B5EF4-FFF2-40B4-BE49-F238E27FC236}">
                <a16:creationId xmlns:a16="http://schemas.microsoft.com/office/drawing/2014/main" id="{B10DE1C1-9E9F-6BEF-AD36-D93AB366FDB7}"/>
              </a:ext>
            </a:extLst>
          </p:cNvPr>
          <p:cNvSpPr>
            <a:spLocks noChangeArrowheads="1"/>
          </p:cNvSpPr>
          <p:nvPr/>
        </p:nvSpPr>
        <p:spPr bwMode="auto">
          <a:xfrm>
            <a:off x="7494588" y="2436813"/>
            <a:ext cx="2486025" cy="1239837"/>
          </a:xfrm>
          <a:prstGeom prst="rect">
            <a:avLst/>
          </a:prstGeom>
          <a:solidFill>
            <a:srgbClr val="45B0A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17" name="Rectangle 8">
            <a:extLst>
              <a:ext uri="{FF2B5EF4-FFF2-40B4-BE49-F238E27FC236}">
                <a16:creationId xmlns:a16="http://schemas.microsoft.com/office/drawing/2014/main" id="{D2732E02-7146-7E0B-DFA8-A85ECECE9B75}"/>
              </a:ext>
            </a:extLst>
          </p:cNvPr>
          <p:cNvSpPr>
            <a:spLocks noChangeArrowheads="1"/>
          </p:cNvSpPr>
          <p:nvPr/>
        </p:nvSpPr>
        <p:spPr bwMode="auto">
          <a:xfrm>
            <a:off x="2192338" y="3676650"/>
            <a:ext cx="2814638" cy="736600"/>
          </a:xfrm>
          <a:prstGeom prst="rect">
            <a:avLst/>
          </a:prstGeom>
          <a:solidFill>
            <a:srgbClr val="CFE4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18" name="Rectangle 9">
            <a:extLst>
              <a:ext uri="{FF2B5EF4-FFF2-40B4-BE49-F238E27FC236}">
                <a16:creationId xmlns:a16="http://schemas.microsoft.com/office/drawing/2014/main" id="{81D46D19-86D3-0FC4-5E14-92CBB479E788}"/>
              </a:ext>
            </a:extLst>
          </p:cNvPr>
          <p:cNvSpPr>
            <a:spLocks noChangeArrowheads="1"/>
          </p:cNvSpPr>
          <p:nvPr/>
        </p:nvSpPr>
        <p:spPr bwMode="auto">
          <a:xfrm>
            <a:off x="5006976" y="3676650"/>
            <a:ext cx="2486025" cy="736600"/>
          </a:xfrm>
          <a:prstGeom prst="rect">
            <a:avLst/>
          </a:prstGeom>
          <a:solidFill>
            <a:srgbClr val="CFE4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19" name="Rectangle 10">
            <a:extLst>
              <a:ext uri="{FF2B5EF4-FFF2-40B4-BE49-F238E27FC236}">
                <a16:creationId xmlns:a16="http://schemas.microsoft.com/office/drawing/2014/main" id="{3A00FA23-041D-F6C7-1B0F-972BAF0B33C0}"/>
              </a:ext>
            </a:extLst>
          </p:cNvPr>
          <p:cNvSpPr>
            <a:spLocks noChangeArrowheads="1"/>
          </p:cNvSpPr>
          <p:nvPr/>
        </p:nvSpPr>
        <p:spPr bwMode="auto">
          <a:xfrm>
            <a:off x="7494588" y="3676650"/>
            <a:ext cx="2486025" cy="738187"/>
          </a:xfrm>
          <a:prstGeom prst="rect">
            <a:avLst/>
          </a:prstGeom>
          <a:solidFill>
            <a:srgbClr val="CFE4E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20" name="Rectangle 11">
            <a:extLst>
              <a:ext uri="{FF2B5EF4-FFF2-40B4-BE49-F238E27FC236}">
                <a16:creationId xmlns:a16="http://schemas.microsoft.com/office/drawing/2014/main" id="{1E8A989C-7497-2270-9D80-CA8D6574A5A8}"/>
              </a:ext>
            </a:extLst>
          </p:cNvPr>
          <p:cNvSpPr>
            <a:spLocks noChangeArrowheads="1"/>
          </p:cNvSpPr>
          <p:nvPr/>
        </p:nvSpPr>
        <p:spPr bwMode="auto">
          <a:xfrm>
            <a:off x="2192338" y="4413250"/>
            <a:ext cx="2814638" cy="1241425"/>
          </a:xfrm>
          <a:prstGeom prst="rect">
            <a:avLst/>
          </a:prstGeom>
          <a:solidFill>
            <a:srgbClr val="E9F2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21" name="Rectangle 12">
            <a:extLst>
              <a:ext uri="{FF2B5EF4-FFF2-40B4-BE49-F238E27FC236}">
                <a16:creationId xmlns:a16="http://schemas.microsoft.com/office/drawing/2014/main" id="{925BC8D4-C8E4-A0D7-7823-2ECDF6ADEFCE}"/>
              </a:ext>
            </a:extLst>
          </p:cNvPr>
          <p:cNvSpPr>
            <a:spLocks noChangeArrowheads="1"/>
          </p:cNvSpPr>
          <p:nvPr/>
        </p:nvSpPr>
        <p:spPr bwMode="auto">
          <a:xfrm>
            <a:off x="5006976" y="4413250"/>
            <a:ext cx="2486025" cy="1241425"/>
          </a:xfrm>
          <a:prstGeom prst="rect">
            <a:avLst/>
          </a:prstGeom>
          <a:solidFill>
            <a:srgbClr val="E9F2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22" name="Rectangle 13">
            <a:extLst>
              <a:ext uri="{FF2B5EF4-FFF2-40B4-BE49-F238E27FC236}">
                <a16:creationId xmlns:a16="http://schemas.microsoft.com/office/drawing/2014/main" id="{DE66E684-3642-58E6-7D50-C9AC4171357C}"/>
              </a:ext>
            </a:extLst>
          </p:cNvPr>
          <p:cNvSpPr>
            <a:spLocks noChangeArrowheads="1"/>
          </p:cNvSpPr>
          <p:nvPr/>
        </p:nvSpPr>
        <p:spPr bwMode="auto">
          <a:xfrm>
            <a:off x="7494588" y="4414838"/>
            <a:ext cx="2486025" cy="1239837"/>
          </a:xfrm>
          <a:prstGeom prst="rect">
            <a:avLst/>
          </a:prstGeom>
          <a:solidFill>
            <a:srgbClr val="E9F2F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PK"/>
          </a:p>
        </p:txBody>
      </p:sp>
      <p:sp>
        <p:nvSpPr>
          <p:cNvPr id="23" name="Line 14">
            <a:extLst>
              <a:ext uri="{FF2B5EF4-FFF2-40B4-BE49-F238E27FC236}">
                <a16:creationId xmlns:a16="http://schemas.microsoft.com/office/drawing/2014/main" id="{D97A0570-A7C3-01C1-8B03-1BDB794923A1}"/>
              </a:ext>
            </a:extLst>
          </p:cNvPr>
          <p:cNvSpPr>
            <a:spLocks noChangeShapeType="1"/>
          </p:cNvSpPr>
          <p:nvPr/>
        </p:nvSpPr>
        <p:spPr bwMode="auto">
          <a:xfrm>
            <a:off x="5006976" y="2428875"/>
            <a:ext cx="0" cy="323215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24" name="Line 15">
            <a:extLst>
              <a:ext uri="{FF2B5EF4-FFF2-40B4-BE49-F238E27FC236}">
                <a16:creationId xmlns:a16="http://schemas.microsoft.com/office/drawing/2014/main" id="{724F9727-FB15-18FC-519D-B732732BB096}"/>
              </a:ext>
            </a:extLst>
          </p:cNvPr>
          <p:cNvSpPr>
            <a:spLocks noChangeShapeType="1"/>
          </p:cNvSpPr>
          <p:nvPr/>
        </p:nvSpPr>
        <p:spPr bwMode="auto">
          <a:xfrm>
            <a:off x="7493001" y="2428875"/>
            <a:ext cx="0" cy="323215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25" name="Line 16">
            <a:extLst>
              <a:ext uri="{FF2B5EF4-FFF2-40B4-BE49-F238E27FC236}">
                <a16:creationId xmlns:a16="http://schemas.microsoft.com/office/drawing/2014/main" id="{4395DB0C-B60D-6C60-C24D-AC1FEAF8DB86}"/>
              </a:ext>
            </a:extLst>
          </p:cNvPr>
          <p:cNvSpPr>
            <a:spLocks noChangeShapeType="1"/>
          </p:cNvSpPr>
          <p:nvPr/>
        </p:nvSpPr>
        <p:spPr bwMode="auto">
          <a:xfrm>
            <a:off x="2185988" y="3676650"/>
            <a:ext cx="7800975" cy="0"/>
          </a:xfrm>
          <a:prstGeom prst="line">
            <a:avLst/>
          </a:prstGeom>
          <a:noFill/>
          <a:ln w="381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26" name="Line 17">
            <a:extLst>
              <a:ext uri="{FF2B5EF4-FFF2-40B4-BE49-F238E27FC236}">
                <a16:creationId xmlns:a16="http://schemas.microsoft.com/office/drawing/2014/main" id="{F983EA4B-4E45-90E7-389F-7D0919FA5AEF}"/>
              </a:ext>
            </a:extLst>
          </p:cNvPr>
          <p:cNvSpPr>
            <a:spLocks noChangeShapeType="1"/>
          </p:cNvSpPr>
          <p:nvPr/>
        </p:nvSpPr>
        <p:spPr bwMode="auto">
          <a:xfrm>
            <a:off x="2185988" y="4414838"/>
            <a:ext cx="780097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27" name="Line 18">
            <a:extLst>
              <a:ext uri="{FF2B5EF4-FFF2-40B4-BE49-F238E27FC236}">
                <a16:creationId xmlns:a16="http://schemas.microsoft.com/office/drawing/2014/main" id="{2835AB61-409B-5213-D709-43E7342BB30C}"/>
              </a:ext>
            </a:extLst>
          </p:cNvPr>
          <p:cNvSpPr>
            <a:spLocks noChangeShapeType="1"/>
          </p:cNvSpPr>
          <p:nvPr/>
        </p:nvSpPr>
        <p:spPr bwMode="auto">
          <a:xfrm>
            <a:off x="2192338" y="2428875"/>
            <a:ext cx="0" cy="323215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28" name="Line 19">
            <a:extLst>
              <a:ext uri="{FF2B5EF4-FFF2-40B4-BE49-F238E27FC236}">
                <a16:creationId xmlns:a16="http://schemas.microsoft.com/office/drawing/2014/main" id="{DBB3C703-9C0B-F2F9-4F47-628975479876}"/>
              </a:ext>
            </a:extLst>
          </p:cNvPr>
          <p:cNvSpPr>
            <a:spLocks noChangeShapeType="1"/>
          </p:cNvSpPr>
          <p:nvPr/>
        </p:nvSpPr>
        <p:spPr bwMode="auto">
          <a:xfrm>
            <a:off x="9980613" y="2428875"/>
            <a:ext cx="0" cy="323215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29" name="Line 20">
            <a:extLst>
              <a:ext uri="{FF2B5EF4-FFF2-40B4-BE49-F238E27FC236}">
                <a16:creationId xmlns:a16="http://schemas.microsoft.com/office/drawing/2014/main" id="{9D377B74-31CB-83E6-E4E6-13FFD0ACCB52}"/>
              </a:ext>
            </a:extLst>
          </p:cNvPr>
          <p:cNvSpPr>
            <a:spLocks noChangeShapeType="1"/>
          </p:cNvSpPr>
          <p:nvPr/>
        </p:nvSpPr>
        <p:spPr bwMode="auto">
          <a:xfrm>
            <a:off x="2185988" y="2436813"/>
            <a:ext cx="780097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30" name="Line 21">
            <a:extLst>
              <a:ext uri="{FF2B5EF4-FFF2-40B4-BE49-F238E27FC236}">
                <a16:creationId xmlns:a16="http://schemas.microsoft.com/office/drawing/2014/main" id="{ED4B5C6C-904D-6E12-D262-F9A9524947DB}"/>
              </a:ext>
            </a:extLst>
          </p:cNvPr>
          <p:cNvSpPr>
            <a:spLocks noChangeShapeType="1"/>
          </p:cNvSpPr>
          <p:nvPr/>
        </p:nvSpPr>
        <p:spPr bwMode="auto">
          <a:xfrm>
            <a:off x="2185988" y="5654675"/>
            <a:ext cx="7800975" cy="0"/>
          </a:xfrm>
          <a:prstGeom prst="line">
            <a:avLst/>
          </a:prstGeom>
          <a:noFill/>
          <a:ln w="12700" cap="flat">
            <a:solidFill>
              <a:srgbClr val="FFFFFF"/>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PK"/>
          </a:p>
        </p:txBody>
      </p:sp>
      <p:sp>
        <p:nvSpPr>
          <p:cNvPr id="31" name="Rectangle 22">
            <a:extLst>
              <a:ext uri="{FF2B5EF4-FFF2-40B4-BE49-F238E27FC236}">
                <a16:creationId xmlns:a16="http://schemas.microsoft.com/office/drawing/2014/main" id="{AAD29781-4C70-A6EE-0266-98825178A061}"/>
              </a:ext>
            </a:extLst>
          </p:cNvPr>
          <p:cNvSpPr>
            <a:spLocks noChangeArrowheads="1"/>
          </p:cNvSpPr>
          <p:nvPr/>
        </p:nvSpPr>
        <p:spPr bwMode="auto">
          <a:xfrm>
            <a:off x="5175251" y="2536825"/>
            <a:ext cx="11430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1" i="0" u="none" strike="noStrike" cap="none" normalizeH="0" baseline="0">
                <a:ln>
                  <a:noFill/>
                </a:ln>
                <a:solidFill>
                  <a:srgbClr val="000000"/>
                </a:solidFill>
                <a:effectLst/>
                <a:latin typeface="Arial" panose="020B0604020202020204" pitchFamily="34" charset="0"/>
              </a:rPr>
              <a:t>Single </a:t>
            </a:r>
            <a:endParaRPr kumimoji="0" lang="en-PK" altLang="en-PK" sz="1800" b="0" i="0" u="none" strike="noStrike" cap="none" normalizeH="0" baseline="0">
              <a:ln>
                <a:noFill/>
              </a:ln>
              <a:solidFill>
                <a:schemeClr val="tx1"/>
              </a:solidFill>
              <a:effectLst/>
              <a:latin typeface="Arial" panose="020B0604020202020204" pitchFamily="34" charset="0"/>
            </a:endParaRPr>
          </a:p>
        </p:txBody>
      </p:sp>
      <p:sp>
        <p:nvSpPr>
          <p:cNvPr id="32" name="Rectangle 23">
            <a:extLst>
              <a:ext uri="{FF2B5EF4-FFF2-40B4-BE49-F238E27FC236}">
                <a16:creationId xmlns:a16="http://schemas.microsoft.com/office/drawing/2014/main" id="{32796A7C-A8DF-9EFE-96BD-51994E3CDBD9}"/>
              </a:ext>
            </a:extLst>
          </p:cNvPr>
          <p:cNvSpPr>
            <a:spLocks noChangeArrowheads="1"/>
          </p:cNvSpPr>
          <p:nvPr/>
        </p:nvSpPr>
        <p:spPr bwMode="auto">
          <a:xfrm>
            <a:off x="5175251" y="2900363"/>
            <a:ext cx="1719263"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1" i="0" u="none" strike="noStrike" cap="none" normalizeH="0" baseline="0">
                <a:ln>
                  <a:noFill/>
                </a:ln>
                <a:solidFill>
                  <a:srgbClr val="000000"/>
                </a:solidFill>
                <a:effectLst/>
                <a:latin typeface="Arial" panose="020B0604020202020204" pitchFamily="34" charset="0"/>
              </a:rPr>
              <a:t>instruction</a:t>
            </a:r>
            <a:endParaRPr kumimoji="0" lang="en-PK" altLang="en-PK" sz="1800" b="0" i="0" u="none" strike="noStrike" cap="none" normalizeH="0" baseline="0">
              <a:ln>
                <a:noFill/>
              </a:ln>
              <a:solidFill>
                <a:schemeClr val="tx1"/>
              </a:solidFill>
              <a:effectLst/>
              <a:latin typeface="Arial" panose="020B0604020202020204" pitchFamily="34" charset="0"/>
            </a:endParaRPr>
          </a:p>
        </p:txBody>
      </p:sp>
      <p:sp>
        <p:nvSpPr>
          <p:cNvPr id="33" name="Rectangle 24">
            <a:extLst>
              <a:ext uri="{FF2B5EF4-FFF2-40B4-BE49-F238E27FC236}">
                <a16:creationId xmlns:a16="http://schemas.microsoft.com/office/drawing/2014/main" id="{B44E3FA1-F143-CDFA-528A-024B88350891}"/>
              </a:ext>
            </a:extLst>
          </p:cNvPr>
          <p:cNvSpPr>
            <a:spLocks noChangeArrowheads="1"/>
          </p:cNvSpPr>
          <p:nvPr/>
        </p:nvSpPr>
        <p:spPr bwMode="auto">
          <a:xfrm>
            <a:off x="7661276" y="2536825"/>
            <a:ext cx="1379538"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1" i="0" u="none" strike="noStrike" cap="none" normalizeH="0" baseline="0" dirty="0">
                <a:ln>
                  <a:noFill/>
                </a:ln>
                <a:solidFill>
                  <a:srgbClr val="000000"/>
                </a:solidFill>
                <a:effectLst/>
                <a:latin typeface="Arial" panose="020B0604020202020204" pitchFamily="34" charset="0"/>
              </a:rPr>
              <a:t>Multiple </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34" name="Rectangle 25">
            <a:extLst>
              <a:ext uri="{FF2B5EF4-FFF2-40B4-BE49-F238E27FC236}">
                <a16:creationId xmlns:a16="http://schemas.microsoft.com/office/drawing/2014/main" id="{752ED254-13F5-1CDB-A62C-21042FD1FBCB}"/>
              </a:ext>
            </a:extLst>
          </p:cNvPr>
          <p:cNvSpPr>
            <a:spLocks noChangeArrowheads="1"/>
          </p:cNvSpPr>
          <p:nvPr/>
        </p:nvSpPr>
        <p:spPr bwMode="auto">
          <a:xfrm>
            <a:off x="7661276" y="2900363"/>
            <a:ext cx="172085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1" i="0" u="none" strike="noStrike" cap="none" normalizeH="0" baseline="0" dirty="0">
                <a:ln>
                  <a:noFill/>
                </a:ln>
                <a:solidFill>
                  <a:srgbClr val="000000"/>
                </a:solidFill>
                <a:effectLst/>
                <a:latin typeface="Arial" panose="020B0604020202020204" pitchFamily="34" charset="0"/>
              </a:rPr>
              <a:t>instruction</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35" name="Rectangle 26">
            <a:extLst>
              <a:ext uri="{FF2B5EF4-FFF2-40B4-BE49-F238E27FC236}">
                <a16:creationId xmlns:a16="http://schemas.microsoft.com/office/drawing/2014/main" id="{B42096D1-846A-9C74-E44F-17A601B397E7}"/>
              </a:ext>
            </a:extLst>
          </p:cNvPr>
          <p:cNvSpPr>
            <a:spLocks noChangeArrowheads="1"/>
          </p:cNvSpPr>
          <p:nvPr/>
        </p:nvSpPr>
        <p:spPr bwMode="auto">
          <a:xfrm>
            <a:off x="2362201" y="3775075"/>
            <a:ext cx="1768475"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1" i="0" u="none" strike="noStrike" cap="none" normalizeH="0" baseline="0">
                <a:ln>
                  <a:noFill/>
                </a:ln>
                <a:solidFill>
                  <a:srgbClr val="000000"/>
                </a:solidFill>
                <a:effectLst/>
                <a:latin typeface="Arial" panose="020B0604020202020204" pitchFamily="34" charset="0"/>
              </a:rPr>
              <a:t>Single data</a:t>
            </a:r>
            <a:endParaRPr kumimoji="0" lang="en-PK" altLang="en-PK" sz="1800" b="0" i="0" u="none" strike="noStrike" cap="none" normalizeH="0" baseline="0">
              <a:ln>
                <a:noFill/>
              </a:ln>
              <a:solidFill>
                <a:schemeClr val="tx1"/>
              </a:solidFill>
              <a:effectLst/>
              <a:latin typeface="Arial" panose="020B0604020202020204" pitchFamily="34" charset="0"/>
            </a:endParaRPr>
          </a:p>
        </p:txBody>
      </p:sp>
      <p:sp>
        <p:nvSpPr>
          <p:cNvPr id="36" name="Rectangle 27">
            <a:extLst>
              <a:ext uri="{FF2B5EF4-FFF2-40B4-BE49-F238E27FC236}">
                <a16:creationId xmlns:a16="http://schemas.microsoft.com/office/drawing/2014/main" id="{C65191ED-E594-C215-CB27-D05A164FBFA0}"/>
              </a:ext>
            </a:extLst>
          </p:cNvPr>
          <p:cNvSpPr>
            <a:spLocks noChangeArrowheads="1"/>
          </p:cNvSpPr>
          <p:nvPr/>
        </p:nvSpPr>
        <p:spPr bwMode="auto">
          <a:xfrm>
            <a:off x="5175251" y="3784600"/>
            <a:ext cx="8461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0" i="0" u="none" strike="noStrike" cap="none" normalizeH="0" baseline="0">
                <a:ln>
                  <a:noFill/>
                </a:ln>
                <a:solidFill>
                  <a:srgbClr val="000000"/>
                </a:solidFill>
                <a:effectLst/>
                <a:latin typeface="Arial" panose="020B0604020202020204" pitchFamily="34" charset="0"/>
              </a:rPr>
              <a:t>SISD</a:t>
            </a:r>
            <a:endParaRPr kumimoji="0" lang="en-PK" altLang="en-PK" sz="1800" b="0" i="0" u="none" strike="noStrike" cap="none" normalizeH="0" baseline="0">
              <a:ln>
                <a:noFill/>
              </a:ln>
              <a:solidFill>
                <a:schemeClr val="tx1"/>
              </a:solidFill>
              <a:effectLst/>
              <a:latin typeface="Arial" panose="020B0604020202020204" pitchFamily="34" charset="0"/>
            </a:endParaRPr>
          </a:p>
        </p:txBody>
      </p:sp>
      <p:sp>
        <p:nvSpPr>
          <p:cNvPr id="37" name="Rectangle 28">
            <a:extLst>
              <a:ext uri="{FF2B5EF4-FFF2-40B4-BE49-F238E27FC236}">
                <a16:creationId xmlns:a16="http://schemas.microsoft.com/office/drawing/2014/main" id="{571C62BE-9DFF-5096-6E03-7FE8B00FDF37}"/>
              </a:ext>
            </a:extLst>
          </p:cNvPr>
          <p:cNvSpPr>
            <a:spLocks noChangeArrowheads="1"/>
          </p:cNvSpPr>
          <p:nvPr/>
        </p:nvSpPr>
        <p:spPr bwMode="auto">
          <a:xfrm>
            <a:off x="7661276" y="3784600"/>
            <a:ext cx="896938"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0" i="0" u="none" strike="noStrike" cap="none" normalizeH="0" baseline="0" dirty="0">
                <a:ln>
                  <a:noFill/>
                </a:ln>
                <a:solidFill>
                  <a:srgbClr val="000000"/>
                </a:solidFill>
                <a:effectLst/>
                <a:latin typeface="Arial" panose="020B0604020202020204" pitchFamily="34" charset="0"/>
              </a:rPr>
              <a:t>MISD</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38" name="Rectangle 29">
            <a:extLst>
              <a:ext uri="{FF2B5EF4-FFF2-40B4-BE49-F238E27FC236}">
                <a16:creationId xmlns:a16="http://schemas.microsoft.com/office/drawing/2014/main" id="{CE8184BC-939C-D7EA-F6C5-5CE74A10991A}"/>
              </a:ext>
            </a:extLst>
          </p:cNvPr>
          <p:cNvSpPr>
            <a:spLocks noChangeArrowheads="1"/>
          </p:cNvSpPr>
          <p:nvPr/>
        </p:nvSpPr>
        <p:spPr bwMode="auto">
          <a:xfrm>
            <a:off x="2362201" y="4514850"/>
            <a:ext cx="20066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1" i="0" u="none" strike="noStrike" cap="none" normalizeH="0" baseline="0" dirty="0">
                <a:ln>
                  <a:noFill/>
                </a:ln>
                <a:solidFill>
                  <a:srgbClr val="000000"/>
                </a:solidFill>
                <a:effectLst/>
                <a:latin typeface="Arial" panose="020B0604020202020204" pitchFamily="34" charset="0"/>
              </a:rPr>
              <a:t>Multiple data</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39" name="Rectangle 30">
            <a:extLst>
              <a:ext uri="{FF2B5EF4-FFF2-40B4-BE49-F238E27FC236}">
                <a16:creationId xmlns:a16="http://schemas.microsoft.com/office/drawing/2014/main" id="{59E9D927-B1AA-FC60-B888-D70BE62CCA44}"/>
              </a:ext>
            </a:extLst>
          </p:cNvPr>
          <p:cNvSpPr>
            <a:spLocks noChangeArrowheads="1"/>
          </p:cNvSpPr>
          <p:nvPr/>
        </p:nvSpPr>
        <p:spPr bwMode="auto">
          <a:xfrm>
            <a:off x="5175251" y="4522788"/>
            <a:ext cx="89535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0" i="0" u="none" strike="noStrike" cap="none" normalizeH="0" baseline="0" dirty="0">
                <a:ln>
                  <a:noFill/>
                </a:ln>
                <a:solidFill>
                  <a:srgbClr val="000000"/>
                </a:solidFill>
                <a:effectLst/>
                <a:latin typeface="Arial" panose="020B0604020202020204" pitchFamily="34" charset="0"/>
              </a:rPr>
              <a:t>SIMD</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
        <p:nvSpPr>
          <p:cNvPr id="40" name="Rectangle 31">
            <a:extLst>
              <a:ext uri="{FF2B5EF4-FFF2-40B4-BE49-F238E27FC236}">
                <a16:creationId xmlns:a16="http://schemas.microsoft.com/office/drawing/2014/main" id="{59050E71-A5E8-A9BB-467A-78BA7A5966D6}"/>
              </a:ext>
            </a:extLst>
          </p:cNvPr>
          <p:cNvSpPr>
            <a:spLocks noChangeArrowheads="1"/>
          </p:cNvSpPr>
          <p:nvPr/>
        </p:nvSpPr>
        <p:spPr bwMode="auto">
          <a:xfrm>
            <a:off x="7661276" y="4522788"/>
            <a:ext cx="947738"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PK" altLang="en-PK" sz="2400" b="0" i="0" u="none" strike="noStrike" cap="none" normalizeH="0" baseline="0" dirty="0">
                <a:ln>
                  <a:noFill/>
                </a:ln>
                <a:solidFill>
                  <a:srgbClr val="000000"/>
                </a:solidFill>
                <a:effectLst/>
                <a:latin typeface="Arial" panose="020B0604020202020204" pitchFamily="34" charset="0"/>
              </a:rPr>
              <a:t>MIMD</a:t>
            </a:r>
            <a:endParaRPr kumimoji="0" lang="en-PK" altLang="en-PK"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2450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anim calcmode="lin" valueType="num">
                                      <p:cBhvr additive="base">
                                        <p:cTn id="11" dur="500" fill="hold"/>
                                        <p:tgtEl>
                                          <p:spTgt spid="34"/>
                                        </p:tgtEl>
                                        <p:attrNameLst>
                                          <p:attrName>ppt_x</p:attrName>
                                        </p:attrNameLst>
                                      </p:cBhvr>
                                      <p:tavLst>
                                        <p:tav tm="0">
                                          <p:val>
                                            <p:strVal val="#ppt_x"/>
                                          </p:val>
                                        </p:tav>
                                        <p:tav tm="100000">
                                          <p:val>
                                            <p:strVal val="#ppt_x"/>
                                          </p:val>
                                        </p:tav>
                                      </p:tavLst>
                                    </p:anim>
                                    <p:anim calcmode="lin" valueType="num">
                                      <p:cBhvr additive="base">
                                        <p:cTn id="12" dur="500" fill="hold"/>
                                        <p:tgtEl>
                                          <p:spTgt spid="3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additive="base">
                                        <p:cTn id="29" dur="500" fill="hold"/>
                                        <p:tgtEl>
                                          <p:spTgt spid="35"/>
                                        </p:tgtEl>
                                        <p:attrNameLst>
                                          <p:attrName>ppt_x</p:attrName>
                                        </p:attrNameLst>
                                      </p:cBhvr>
                                      <p:tavLst>
                                        <p:tav tm="0">
                                          <p:val>
                                            <p:strVal val="#ppt_x"/>
                                          </p:val>
                                        </p:tav>
                                        <p:tav tm="100000">
                                          <p:val>
                                            <p:strVal val="#ppt_x"/>
                                          </p:val>
                                        </p:tav>
                                      </p:tavLst>
                                    </p:anim>
                                    <p:anim calcmode="lin" valueType="num">
                                      <p:cBhvr additive="base">
                                        <p:cTn id="3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6"/>
                                        </p:tgtEl>
                                        <p:attrNameLst>
                                          <p:attrName>style.visibility</p:attrName>
                                        </p:attrNameLst>
                                      </p:cBhvr>
                                      <p:to>
                                        <p:strVal val="visible"/>
                                      </p:to>
                                    </p:set>
                                    <p:anim calcmode="lin" valueType="num">
                                      <p:cBhvr additive="base">
                                        <p:cTn id="35" dur="500" fill="hold"/>
                                        <p:tgtEl>
                                          <p:spTgt spid="36"/>
                                        </p:tgtEl>
                                        <p:attrNameLst>
                                          <p:attrName>ppt_x</p:attrName>
                                        </p:attrNameLst>
                                      </p:cBhvr>
                                      <p:tavLst>
                                        <p:tav tm="0">
                                          <p:val>
                                            <p:strVal val="#ppt_x"/>
                                          </p:val>
                                        </p:tav>
                                        <p:tav tm="100000">
                                          <p:val>
                                            <p:strVal val="#ppt_x"/>
                                          </p:val>
                                        </p:tav>
                                      </p:tavLst>
                                    </p:anim>
                                    <p:anim calcmode="lin" valueType="num">
                                      <p:cBhvr additive="base">
                                        <p:cTn id="36"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anim calcmode="lin" valueType="num">
                                      <p:cBhvr additive="base">
                                        <p:cTn id="41" dur="500" fill="hold"/>
                                        <p:tgtEl>
                                          <p:spTgt spid="37"/>
                                        </p:tgtEl>
                                        <p:attrNameLst>
                                          <p:attrName>ppt_x</p:attrName>
                                        </p:attrNameLst>
                                      </p:cBhvr>
                                      <p:tavLst>
                                        <p:tav tm="0">
                                          <p:val>
                                            <p:strVal val="#ppt_x"/>
                                          </p:val>
                                        </p:tav>
                                        <p:tav tm="100000">
                                          <p:val>
                                            <p:strVal val="#ppt_x"/>
                                          </p:val>
                                        </p:tav>
                                      </p:tavLst>
                                    </p:anim>
                                    <p:anim calcmode="lin" valueType="num">
                                      <p:cBhvr additive="base">
                                        <p:cTn id="4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anim calcmode="lin" valueType="num">
                                      <p:cBhvr additive="base">
                                        <p:cTn id="47" dur="500" fill="hold"/>
                                        <p:tgtEl>
                                          <p:spTgt spid="38"/>
                                        </p:tgtEl>
                                        <p:attrNameLst>
                                          <p:attrName>ppt_x</p:attrName>
                                        </p:attrNameLst>
                                      </p:cBhvr>
                                      <p:tavLst>
                                        <p:tav tm="0">
                                          <p:val>
                                            <p:strVal val="#ppt_x"/>
                                          </p:val>
                                        </p:tav>
                                        <p:tav tm="100000">
                                          <p:val>
                                            <p:strVal val="#ppt_x"/>
                                          </p:val>
                                        </p:tav>
                                      </p:tavLst>
                                    </p:anim>
                                    <p:anim calcmode="lin" valueType="num">
                                      <p:cBhvr additive="base">
                                        <p:cTn id="4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anim calcmode="lin" valueType="num">
                                      <p:cBhvr additive="base">
                                        <p:cTn id="53" dur="500" fill="hold"/>
                                        <p:tgtEl>
                                          <p:spTgt spid="39"/>
                                        </p:tgtEl>
                                        <p:attrNameLst>
                                          <p:attrName>ppt_x</p:attrName>
                                        </p:attrNameLst>
                                      </p:cBhvr>
                                      <p:tavLst>
                                        <p:tav tm="0">
                                          <p:val>
                                            <p:strVal val="#ppt_x"/>
                                          </p:val>
                                        </p:tav>
                                        <p:tav tm="100000">
                                          <p:val>
                                            <p:strVal val="#ppt_x"/>
                                          </p:val>
                                        </p:tav>
                                      </p:tavLst>
                                    </p:anim>
                                    <p:anim calcmode="lin" valueType="num">
                                      <p:cBhvr additive="base">
                                        <p:cTn id="5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40"/>
                                        </p:tgtEl>
                                        <p:attrNameLst>
                                          <p:attrName>style.visibility</p:attrName>
                                        </p:attrNameLst>
                                      </p:cBhvr>
                                      <p:to>
                                        <p:strVal val="visible"/>
                                      </p:to>
                                    </p:set>
                                    <p:anim calcmode="lin" valueType="num">
                                      <p:cBhvr additive="base">
                                        <p:cTn id="59" dur="500" fill="hold"/>
                                        <p:tgtEl>
                                          <p:spTgt spid="40"/>
                                        </p:tgtEl>
                                        <p:attrNameLst>
                                          <p:attrName>ppt_x</p:attrName>
                                        </p:attrNameLst>
                                      </p:cBhvr>
                                      <p:tavLst>
                                        <p:tav tm="0">
                                          <p:val>
                                            <p:strVal val="#ppt_x"/>
                                          </p:val>
                                        </p:tav>
                                        <p:tav tm="100000">
                                          <p:val>
                                            <p:strVal val="#ppt_x"/>
                                          </p:val>
                                        </p:tav>
                                      </p:tavLst>
                                    </p:anim>
                                    <p:anim calcmode="lin" valueType="num">
                                      <p:cBhvr additive="base">
                                        <p:cTn id="60"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p:bldP spid="32" grpId="0"/>
      <p:bldP spid="33" grpId="0"/>
      <p:bldP spid="34" grpId="0"/>
      <p:bldP spid="35" grpId="0"/>
      <p:bldP spid="36" grpId="0"/>
      <p:bldP spid="37" grpId="0"/>
      <p:bldP spid="38" grpId="0"/>
      <p:bldP spid="39" grpId="0"/>
      <p:bldP spid="40"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SISD (Single-Instruction Single-Data)</a:t>
            </a:r>
          </a:p>
        </p:txBody>
      </p:sp>
    </p:spTree>
    <p:extLst>
      <p:ext uri="{BB962C8B-B14F-4D97-AF65-F5344CB8AC3E}">
        <p14:creationId xmlns:p14="http://schemas.microsoft.com/office/powerpoint/2010/main" val="1473708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1301879070"/>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89859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SISD (Single-Instruction Single-Data)</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828675" y="2606674"/>
            <a:ext cx="9153525" cy="3691512"/>
          </a:xfrm>
        </p:spPr>
        <p:txBody>
          <a:bodyPr anchor="t">
            <a:normAutofit/>
          </a:bodyPr>
          <a:lstStyle/>
          <a:p>
            <a:pPr marL="0" indent="0">
              <a:lnSpc>
                <a:spcPct val="100000"/>
              </a:lnSpc>
              <a:buNone/>
            </a:pPr>
            <a:r>
              <a:rPr lang="en-US" dirty="0">
                <a:solidFill>
                  <a:schemeClr val="tx1">
                    <a:alpha val="80000"/>
                  </a:schemeClr>
                </a:solidFill>
                <a:latin typeface="Arial" panose="020B0604020202020204" pitchFamily="34" charset="0"/>
                <a:cs typeface="Arial" panose="020B0604020202020204" pitchFamily="34" charset="0"/>
              </a:rPr>
              <a:t>      </a:t>
            </a:r>
          </a:p>
          <a:p>
            <a:pPr marL="0" indent="0" algn="ctr">
              <a:lnSpc>
                <a:spcPct val="100000"/>
              </a:lnSpc>
              <a:buNone/>
            </a:pPr>
            <a:r>
              <a:rPr lang="en-US" dirty="0">
                <a:solidFill>
                  <a:schemeClr val="tx1">
                    <a:alpha val="80000"/>
                  </a:schemeClr>
                </a:solidFill>
                <a:latin typeface="Arial" panose="020B0604020202020204" pitchFamily="34" charset="0"/>
                <a:cs typeface="Arial" panose="020B0604020202020204" pitchFamily="34" charset="0"/>
              </a:rPr>
              <a:t>   </a:t>
            </a:r>
            <a:r>
              <a:rPr lang="en-US" dirty="0">
                <a:solidFill>
                  <a:schemeClr val="tx1"/>
                </a:solidFill>
                <a:latin typeface="Arial" panose="020B0604020202020204" pitchFamily="34" charset="0"/>
                <a:cs typeface="Arial" panose="020B0604020202020204" pitchFamily="34" charset="0"/>
              </a:rPr>
              <a:t>“R</a:t>
            </a:r>
            <a:r>
              <a:rPr lang="en-US" i="0" dirty="0">
                <a:solidFill>
                  <a:schemeClr val="tx1"/>
                </a:solidFill>
                <a:effectLst/>
                <a:latin typeface="Arial" panose="020B0604020202020204" pitchFamily="34" charset="0"/>
                <a:cs typeface="Arial" panose="020B0604020202020204" pitchFamily="34" charset="0"/>
              </a:rPr>
              <a:t>efers to the traditional </a:t>
            </a:r>
            <a:r>
              <a:rPr lang="en-US" i="0" u="sng" dirty="0">
                <a:solidFill>
                  <a:srgbClr val="0000FF"/>
                </a:solidFill>
                <a:effectLst/>
                <a:latin typeface="Arial" panose="020B0604020202020204" pitchFamily="34" charset="0"/>
                <a:cs typeface="Arial" panose="020B0604020202020204" pitchFamily="34" charset="0"/>
              </a:rPr>
              <a:t>von Neumann architecture </a:t>
            </a:r>
            <a:r>
              <a:rPr lang="en-US" i="0" dirty="0">
                <a:solidFill>
                  <a:schemeClr val="tx1"/>
                </a:solidFill>
                <a:effectLst/>
                <a:latin typeface="Arial" panose="020B0604020202020204" pitchFamily="34" charset="0"/>
                <a:cs typeface="Arial" panose="020B0604020202020204" pitchFamily="34" charset="0"/>
              </a:rPr>
              <a:t>where a </a:t>
            </a:r>
            <a:r>
              <a:rPr lang="en-US" i="0" dirty="0">
                <a:solidFill>
                  <a:srgbClr val="C00000"/>
                </a:solidFill>
                <a:effectLst/>
                <a:latin typeface="Arial" panose="020B0604020202020204" pitchFamily="34" charset="0"/>
                <a:cs typeface="Arial" panose="020B0604020202020204" pitchFamily="34" charset="0"/>
              </a:rPr>
              <a:t>single sequential </a:t>
            </a:r>
            <a:r>
              <a:rPr lang="en-US" i="0" dirty="0">
                <a:solidFill>
                  <a:schemeClr val="tx1"/>
                </a:solidFill>
                <a:effectLst/>
                <a:latin typeface="Arial" panose="020B0604020202020204" pitchFamily="34" charset="0"/>
                <a:cs typeface="Arial" panose="020B0604020202020204" pitchFamily="34" charset="0"/>
              </a:rPr>
              <a:t>processing element (PE) operates on a </a:t>
            </a:r>
            <a:r>
              <a:rPr lang="en-US" i="0" dirty="0">
                <a:solidFill>
                  <a:srgbClr val="C00000"/>
                </a:solidFill>
                <a:effectLst/>
                <a:latin typeface="Arial" panose="020B0604020202020204" pitchFamily="34" charset="0"/>
                <a:cs typeface="Arial" panose="020B0604020202020204" pitchFamily="34" charset="0"/>
              </a:rPr>
              <a:t>single stream </a:t>
            </a:r>
            <a:r>
              <a:rPr lang="en-US" i="0" dirty="0">
                <a:solidFill>
                  <a:schemeClr val="tx1"/>
                </a:solidFill>
                <a:effectLst/>
                <a:latin typeface="Arial" panose="020B0604020202020204" pitchFamily="34" charset="0"/>
                <a:cs typeface="Arial" panose="020B0604020202020204" pitchFamily="34" charset="0"/>
              </a:rPr>
              <a:t>of data.</a:t>
            </a:r>
            <a:r>
              <a:rPr lang="en-US" dirty="0">
                <a:solidFill>
                  <a:schemeClr val="tx1"/>
                </a:solidFill>
                <a:latin typeface="Arial" panose="020B0604020202020204" pitchFamily="34" charset="0"/>
                <a:cs typeface="Arial" panose="020B0604020202020204" pitchFamily="34" charset="0"/>
              </a:rPr>
              <a:t>”</a:t>
            </a:r>
            <a:endParaRPr lang="en-PK"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8643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305925"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SISD (Single-Instruction Single-Data) Architecture</a:t>
            </a:r>
            <a:endParaRPr lang="en-PK" sz="60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1028" name="Picture 4">
            <a:extLst>
              <a:ext uri="{FF2B5EF4-FFF2-40B4-BE49-F238E27FC236}">
                <a16:creationId xmlns:a16="http://schemas.microsoft.com/office/drawing/2014/main" id="{7C2AEA45-216B-3BBE-09C4-6613DAC1A2C2}"/>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838200" y="2836444"/>
            <a:ext cx="9886950" cy="2421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7039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63" name="Rectangle 62">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65" name="Picture 64">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675009"/>
          </a:xfrm>
        </p:spPr>
        <p:txBody>
          <a:bodyPr anchor="t">
            <a:normAutofit/>
          </a:bodyPr>
          <a:lstStyle/>
          <a:p>
            <a:r>
              <a:rPr lang="en-US" sz="4000" dirty="0">
                <a:solidFill>
                  <a:schemeClr val="tx2"/>
                </a:solidFill>
                <a:latin typeface="Arial" panose="020B0604020202020204" pitchFamily="34" charset="0"/>
                <a:cs typeface="Arial" panose="020B0604020202020204" pitchFamily="34" charset="0"/>
              </a:rPr>
              <a:t>SISD (Single-Instruction Single-Data) </a:t>
            </a:r>
            <a:r>
              <a:rPr lang="en-US" sz="4000" dirty="0" err="1">
                <a:solidFill>
                  <a:schemeClr val="tx2"/>
                </a:solidFill>
                <a:latin typeface="Arial" panose="020B0604020202020204" pitchFamily="34" charset="0"/>
                <a:cs typeface="Arial" panose="020B0604020202020204" pitchFamily="34" charset="0"/>
              </a:rPr>
              <a:t>Cont</a:t>
            </a:r>
            <a:r>
              <a:rPr lang="en-US" sz="4000" dirty="0">
                <a:solidFill>
                  <a:schemeClr val="tx2"/>
                </a:solidFill>
                <a:latin typeface="Arial" panose="020B0604020202020204" pitchFamily="34" charset="0"/>
                <a:cs typeface="Arial" panose="020B0604020202020204" pitchFamily="34" charset="0"/>
              </a:rPr>
              <a:t>…</a:t>
            </a:r>
            <a:endParaRPr lang="en-PK" sz="4000" dirty="0">
              <a:solidFill>
                <a:schemeClr val="tx2"/>
              </a:solidFill>
              <a:latin typeface="Arial" panose="020B0604020202020204" pitchFamily="34" charset="0"/>
              <a:cs typeface="Arial" panose="020B0604020202020204" pitchFamily="34" charset="0"/>
            </a:endParaRPr>
          </a:p>
        </p:txBody>
      </p:sp>
      <p:pic>
        <p:nvPicPr>
          <p:cNvPr id="67" name="Picture 66">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3" name="Content Placeholder 2">
            <a:extLst>
              <a:ext uri="{FF2B5EF4-FFF2-40B4-BE49-F238E27FC236}">
                <a16:creationId xmlns:a16="http://schemas.microsoft.com/office/drawing/2014/main" id="{4315CF0F-5EA1-E9EE-D6F5-589F132D5739}"/>
              </a:ext>
            </a:extLst>
          </p:cNvPr>
          <p:cNvGraphicFramePr>
            <a:graphicFrameLocks noGrp="1"/>
          </p:cNvGraphicFramePr>
          <p:nvPr>
            <p:ph idx="1"/>
            <p:extLst>
              <p:ext uri="{D42A27DB-BD31-4B8C-83A1-F6EECF244321}">
                <p14:modId xmlns:p14="http://schemas.microsoft.com/office/powerpoint/2010/main" val="738694673"/>
              </p:ext>
            </p:extLst>
          </p:nvPr>
        </p:nvGraphicFramePr>
        <p:xfrm>
          <a:off x="1650125" y="2333296"/>
          <a:ext cx="9859704" cy="435778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040096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305925" cy="1573786"/>
          </a:xfrm>
        </p:spPr>
        <p:txBody>
          <a:bodyPr>
            <a:normAutofit/>
          </a:bodyPr>
          <a:lstStyle/>
          <a:p>
            <a:pPr>
              <a:lnSpc>
                <a:spcPct val="90000"/>
              </a:lnSpc>
            </a:pPr>
            <a:r>
              <a:rPr lang="en-US" sz="3600" dirty="0">
                <a:solidFill>
                  <a:schemeClr val="tx1"/>
                </a:solidFill>
                <a:latin typeface="Arial" panose="020B0604020202020204" pitchFamily="34" charset="0"/>
                <a:cs typeface="Arial" panose="020B0604020202020204" pitchFamily="34" charset="0"/>
              </a:rPr>
              <a:t>SISD (Single-Instruction Single-Data) </a:t>
            </a:r>
            <a:r>
              <a:rPr lang="en-US" sz="3600" dirty="0" err="1">
                <a:solidFill>
                  <a:schemeClr val="tx1"/>
                </a:solidFill>
                <a:latin typeface="Arial" panose="020B0604020202020204" pitchFamily="34" charset="0"/>
                <a:cs typeface="Arial" panose="020B0604020202020204" pitchFamily="34" charset="0"/>
              </a:rPr>
              <a:t>Cont</a:t>
            </a:r>
            <a:r>
              <a:rPr lang="en-US" sz="3600" dirty="0">
                <a:solidFill>
                  <a:schemeClr val="tx1"/>
                </a:solidFill>
                <a:latin typeface="Arial" panose="020B0604020202020204" pitchFamily="34" charset="0"/>
                <a:cs typeface="Arial" panose="020B0604020202020204" pitchFamily="34" charset="0"/>
              </a:rPr>
              <a:t>…</a:t>
            </a:r>
            <a:endParaRPr lang="en-PK" sz="6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ACF2F645-8691-73AA-DC8A-975EFB9310CD}"/>
              </a:ext>
            </a:extLst>
          </p:cNvPr>
          <p:cNvGraphicFramePr>
            <a:graphicFrameLocks noGrp="1"/>
          </p:cNvGraphicFramePr>
          <p:nvPr>
            <p:ph idx="1"/>
            <p:extLst>
              <p:ext uri="{D42A27DB-BD31-4B8C-83A1-F6EECF244321}">
                <p14:modId xmlns:p14="http://schemas.microsoft.com/office/powerpoint/2010/main" val="1181454082"/>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6612340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SIMD (Single-Instruction Multi-Data) </a:t>
            </a:r>
          </a:p>
        </p:txBody>
      </p:sp>
    </p:spTree>
    <p:extLst>
      <p:ext uri="{BB962C8B-B14F-4D97-AF65-F5344CB8AC3E}">
        <p14:creationId xmlns:p14="http://schemas.microsoft.com/office/powerpoint/2010/main" val="818615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215285480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8236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SIMD (Single-Instruction Multi-Data) </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1185756" y="2362200"/>
            <a:ext cx="8796444" cy="3935986"/>
          </a:xfrm>
        </p:spPr>
        <p:txBody>
          <a:bodyPr anchor="ctr">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“SIMD </a:t>
            </a:r>
            <a:r>
              <a:rPr lang="en-US" b="0" i="0" dirty="0">
                <a:solidFill>
                  <a:schemeClr val="tx1">
                    <a:alpha val="80000"/>
                  </a:schemeClr>
                </a:solidFill>
                <a:effectLst/>
                <a:latin typeface="Arial" panose="020B0604020202020204" pitchFamily="34" charset="0"/>
                <a:cs typeface="Arial" panose="020B0604020202020204" pitchFamily="34" charset="0"/>
              </a:rPr>
              <a:t>is a </a:t>
            </a:r>
            <a:r>
              <a:rPr lang="en-US" b="0" i="0" strike="noStrike" dirty="0">
                <a:solidFill>
                  <a:srgbClr val="FF0000">
                    <a:alpha val="80000"/>
                  </a:srgbClr>
                </a:solidFill>
                <a:effectLst/>
                <a:latin typeface="Arial" panose="020B0604020202020204" pitchFamily="34" charset="0"/>
                <a:cs typeface="Arial" panose="020B0604020202020204" pitchFamily="34" charset="0"/>
              </a:rPr>
              <a:t>multiple-processing</a:t>
            </a:r>
            <a:r>
              <a:rPr lang="en-US" b="0" i="0" dirty="0">
                <a:solidFill>
                  <a:schemeClr val="tx1">
                    <a:alpha val="80000"/>
                  </a:schemeClr>
                </a:solidFill>
                <a:effectLst/>
                <a:latin typeface="Arial" panose="020B0604020202020204" pitchFamily="34" charset="0"/>
                <a:cs typeface="Arial" panose="020B0604020202020204" pitchFamily="34" charset="0"/>
              </a:rPr>
              <a:t> system that performs </a:t>
            </a:r>
            <a:r>
              <a:rPr lang="en-US" b="0" i="0" dirty="0">
                <a:solidFill>
                  <a:srgbClr val="FF0000">
                    <a:alpha val="80000"/>
                  </a:srgbClr>
                </a:solidFill>
                <a:effectLst/>
                <a:latin typeface="Arial" panose="020B0604020202020204" pitchFamily="34" charset="0"/>
                <a:cs typeface="Arial" panose="020B0604020202020204" pitchFamily="34" charset="0"/>
              </a:rPr>
              <a:t>one operation </a:t>
            </a:r>
            <a:r>
              <a:rPr lang="en-US" b="0" i="0" u="sng" dirty="0">
                <a:solidFill>
                  <a:srgbClr val="0A25F0">
                    <a:alpha val="80000"/>
                  </a:srgbClr>
                </a:solidFill>
                <a:effectLst/>
                <a:latin typeface="Arial" panose="020B0604020202020204" pitchFamily="34" charset="0"/>
                <a:cs typeface="Arial" panose="020B0604020202020204" pitchFamily="34" charset="0"/>
              </a:rPr>
              <a:t>simultaneously on more than one </a:t>
            </a:r>
            <a:r>
              <a:rPr lang="en-US" b="0" i="0" dirty="0">
                <a:solidFill>
                  <a:schemeClr val="tx1">
                    <a:alpha val="80000"/>
                  </a:schemeClr>
                </a:solidFill>
                <a:effectLst/>
                <a:latin typeface="Arial" panose="020B0604020202020204" pitchFamily="34" charset="0"/>
                <a:cs typeface="Arial" panose="020B0604020202020204" pitchFamily="34" charset="0"/>
              </a:rPr>
              <a:t>piece of </a:t>
            </a:r>
            <a:r>
              <a:rPr lang="en-US" b="0" i="0" strike="noStrike" dirty="0">
                <a:solidFill>
                  <a:schemeClr val="tx1">
                    <a:alpha val="80000"/>
                  </a:schemeClr>
                </a:solidFill>
                <a:effectLst/>
                <a:latin typeface="Arial" panose="020B0604020202020204" pitchFamily="34" charset="0"/>
                <a:cs typeface="Arial" panose="020B0604020202020204" pitchFamily="34" charset="0"/>
              </a:rPr>
              <a:t>data</a:t>
            </a:r>
            <a:r>
              <a:rPr lang="en-US" b="0" i="0" dirty="0">
                <a:solidFill>
                  <a:schemeClr val="tx1">
                    <a:alpha val="80000"/>
                  </a:schemeClr>
                </a:solidFill>
                <a:effectLst/>
                <a:latin typeface="Arial" panose="020B0604020202020204" pitchFamily="34" charset="0"/>
                <a:cs typeface="Arial" panose="020B0604020202020204" pitchFamily="34" charset="0"/>
              </a:rPr>
              <a:t>.</a:t>
            </a:r>
            <a:r>
              <a:rPr lang="en-US" dirty="0">
                <a:solidFill>
                  <a:schemeClr val="tx1">
                    <a:alpha val="80000"/>
                  </a:schemeClr>
                </a:solidFill>
                <a:latin typeface="Arial" panose="020B0604020202020204" pitchFamily="34" charset="0"/>
                <a:cs typeface="Arial" panose="020B0604020202020204" pitchFamily="34" charset="0"/>
              </a:rPr>
              <a:t>”</a:t>
            </a:r>
            <a:endParaRPr lang="en-PK" dirty="0">
              <a:solidFill>
                <a:schemeClr val="tx1">
                  <a:alpha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89972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248775"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SIMD (Single-Instruction Multi-Data)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38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AE8D312B-A2DD-9ECF-07BD-202BB34A4C3C}"/>
              </a:ext>
            </a:extLst>
          </p:cNvPr>
          <p:cNvGraphicFramePr>
            <a:graphicFrameLocks noGrp="1"/>
          </p:cNvGraphicFramePr>
          <p:nvPr>
            <p:ph idx="1"/>
            <p:extLst>
              <p:ext uri="{D42A27DB-BD31-4B8C-83A1-F6EECF244321}">
                <p14:modId xmlns:p14="http://schemas.microsoft.com/office/powerpoint/2010/main" val="346237592"/>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152171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10363201"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SIMD (Single-Instruction Multi-Data) Architecture</a:t>
            </a:r>
            <a:endParaRPr lang="en-PK" sz="138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776612B4-056B-DF0B-4AD7-BD6C5940D955}"/>
              </a:ext>
            </a:extLst>
          </p:cNvPr>
          <p:cNvGraphicFramePr>
            <a:graphicFrameLocks noGrp="1"/>
          </p:cNvGraphicFramePr>
          <p:nvPr>
            <p:ph idx="1"/>
            <p:extLst>
              <p:ext uri="{D42A27DB-BD31-4B8C-83A1-F6EECF244321}">
                <p14:modId xmlns:p14="http://schemas.microsoft.com/office/powerpoint/2010/main" val="416556333"/>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1224184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248775"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SIMD (Single-Instruction Multi-Data) Architecture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38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2054" name="Picture 6">
            <a:extLst>
              <a:ext uri="{FF2B5EF4-FFF2-40B4-BE49-F238E27FC236}">
                <a16:creationId xmlns:a16="http://schemas.microsoft.com/office/drawing/2014/main" id="{EBC1D497-93C3-2BCC-3D06-F4BCD02A1918}"/>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2537324" y="1949450"/>
            <a:ext cx="7117352" cy="419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2434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248775"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SIMD (Single-Instruction Multi-Data) Schemes</a:t>
            </a:r>
            <a:endParaRPr lang="en-PK" sz="138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3DEC3560-010D-7A9E-7AD1-EDC1C263D54B}"/>
              </a:ext>
            </a:extLst>
          </p:cNvPr>
          <p:cNvGraphicFramePr>
            <a:graphicFrameLocks noGrp="1"/>
          </p:cNvGraphicFramePr>
          <p:nvPr>
            <p:ph idx="1"/>
            <p:extLst>
              <p:ext uri="{D42A27DB-BD31-4B8C-83A1-F6EECF244321}">
                <p14:modId xmlns:p14="http://schemas.microsoft.com/office/powerpoint/2010/main" val="2500046378"/>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2910652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248775" cy="1554737"/>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SIMD (Single-Instruction Multi-Data) Scheme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38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975359" y="1952624"/>
            <a:ext cx="10106713" cy="4824095"/>
          </a:xfrm>
        </p:spPr>
        <p:txBody>
          <a:bodyPr>
            <a:normAutofit/>
          </a:bodyPr>
          <a:lstStyle/>
          <a:p>
            <a:pPr algn="just"/>
            <a:r>
              <a:rPr lang="en-US" dirty="0">
                <a:solidFill>
                  <a:schemeClr val="tx1"/>
                </a:solidFill>
                <a:latin typeface="Arial" panose="020B0604020202020204" pitchFamily="34" charset="0"/>
                <a:cs typeface="Arial" panose="020B0604020202020204" pitchFamily="34" charset="0"/>
              </a:rPr>
              <a:t>SIMD Scheme 1</a:t>
            </a:r>
          </a:p>
        </p:txBody>
      </p:sp>
      <p:pic>
        <p:nvPicPr>
          <p:cNvPr id="1026" name="Picture 2">
            <a:extLst>
              <a:ext uri="{FF2B5EF4-FFF2-40B4-BE49-F238E27FC236}">
                <a16:creationId xmlns:a16="http://schemas.microsoft.com/office/drawing/2014/main" id="{72A5B9EA-90D0-DF5D-98AD-988E03722D3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0514" y="2544766"/>
            <a:ext cx="6720617" cy="3475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62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791701"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SIMD (Single-Instruction Multi-Data) </a:t>
            </a:r>
            <a:r>
              <a:rPr lang="en-US" sz="3100" dirty="0">
                <a:solidFill>
                  <a:schemeClr val="tx1"/>
                </a:solidFill>
                <a:latin typeface="Arial" panose="020B0604020202020204" pitchFamily="34" charset="0"/>
                <a:cs typeface="Arial" panose="020B0604020202020204" pitchFamily="34" charset="0"/>
              </a:rPr>
              <a:t>Scheme </a:t>
            </a:r>
            <a:r>
              <a:rPr lang="en-US" sz="3100" dirty="0" err="1">
                <a:solidFill>
                  <a:schemeClr val="tx1"/>
                </a:solidFill>
                <a:latin typeface="Arial" panose="020B0604020202020204" pitchFamily="34" charset="0"/>
                <a:cs typeface="Arial" panose="020B0604020202020204" pitchFamily="34" charset="0"/>
              </a:rPr>
              <a:t>Cont</a:t>
            </a:r>
            <a:r>
              <a:rPr lang="en-US" sz="3100" dirty="0">
                <a:solidFill>
                  <a:schemeClr val="tx1"/>
                </a:solidFill>
                <a:latin typeface="Arial" panose="020B0604020202020204" pitchFamily="34" charset="0"/>
                <a:cs typeface="Arial" panose="020B0604020202020204" pitchFamily="34" charset="0"/>
              </a:rPr>
              <a:t>…</a:t>
            </a:r>
            <a:endParaRPr lang="en-PK" sz="31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838199" y="2102424"/>
            <a:ext cx="10515600" cy="4195763"/>
          </a:xfrm>
        </p:spPr>
        <p:txBody>
          <a:bodyPr>
            <a:normAutofit/>
          </a:bodyPr>
          <a:lstStyle/>
          <a:p>
            <a:pPr algn="just"/>
            <a:r>
              <a:rPr lang="en-US" dirty="0">
                <a:solidFill>
                  <a:schemeClr val="tx1"/>
                </a:solidFill>
                <a:latin typeface="Arial" panose="020B0604020202020204" pitchFamily="34" charset="0"/>
                <a:cs typeface="Arial" panose="020B0604020202020204" pitchFamily="34" charset="0"/>
              </a:rPr>
              <a:t>SIMD Scheme 2</a:t>
            </a:r>
          </a:p>
          <a:p>
            <a:pPr marL="0" indent="0" algn="just">
              <a:buNone/>
            </a:pPr>
            <a:endParaRPr lang="en-US" dirty="0">
              <a:solidFill>
                <a:schemeClr val="tx1"/>
              </a:solidFill>
              <a:latin typeface="Arial" panose="020B0604020202020204" pitchFamily="34" charset="0"/>
              <a:cs typeface="Arial" panose="020B0604020202020204" pitchFamily="34" charset="0"/>
            </a:endParaRPr>
          </a:p>
        </p:txBody>
      </p:sp>
      <p:pic>
        <p:nvPicPr>
          <p:cNvPr id="2052" name="Picture 4">
            <a:extLst>
              <a:ext uri="{FF2B5EF4-FFF2-40B4-BE49-F238E27FC236}">
                <a16:creationId xmlns:a16="http://schemas.microsoft.com/office/drawing/2014/main" id="{762FC8A0-7C21-9978-2911-0E55370B4F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6663" y="2561665"/>
            <a:ext cx="6321546" cy="3316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5303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MISD (Multiple-Instruction Single-Data)</a:t>
            </a:r>
          </a:p>
        </p:txBody>
      </p:sp>
    </p:spTree>
    <p:extLst>
      <p:ext uri="{BB962C8B-B14F-4D97-AF65-F5344CB8AC3E}">
        <p14:creationId xmlns:p14="http://schemas.microsoft.com/office/powerpoint/2010/main" val="12254728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797759846"/>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8886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69795" y="381000"/>
            <a:ext cx="10331605" cy="1600124"/>
          </a:xfrm>
        </p:spPr>
        <p:txBody>
          <a:bodyPr>
            <a:normAutofit/>
          </a:bodyPr>
          <a:lstStyle/>
          <a:p>
            <a:r>
              <a:rPr lang="en-US" dirty="0">
                <a:latin typeface="Arial" panose="020B0604020202020204" pitchFamily="34" charset="0"/>
                <a:cs typeface="Arial" panose="020B0604020202020204" pitchFamily="34" charset="0"/>
              </a:rPr>
              <a:t>MISD (Multiple-Instruction Single-Data)</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1185755" y="3334215"/>
            <a:ext cx="9028761" cy="2963970"/>
          </a:xfrm>
        </p:spPr>
        <p:txBody>
          <a:bodyPr anchor="t">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“A pipeline of </a:t>
            </a:r>
            <a:r>
              <a:rPr lang="en-US" dirty="0">
                <a:solidFill>
                  <a:srgbClr val="C00000">
                    <a:alpha val="80000"/>
                  </a:srgbClr>
                </a:solidFill>
                <a:latin typeface="Arial" panose="020B0604020202020204" pitchFamily="34" charset="0"/>
                <a:cs typeface="Arial" panose="020B0604020202020204" pitchFamily="34" charset="0"/>
              </a:rPr>
              <a:t>multiple independently </a:t>
            </a:r>
            <a:r>
              <a:rPr lang="en-US" dirty="0">
                <a:solidFill>
                  <a:schemeClr val="tx1">
                    <a:alpha val="80000"/>
                  </a:schemeClr>
                </a:solidFill>
                <a:latin typeface="Arial" panose="020B0604020202020204" pitchFamily="34" charset="0"/>
                <a:cs typeface="Arial" panose="020B0604020202020204" pitchFamily="34" charset="0"/>
              </a:rPr>
              <a:t>executing functional units operating on a </a:t>
            </a:r>
            <a:r>
              <a:rPr lang="en-US" u="sng" dirty="0">
                <a:solidFill>
                  <a:srgbClr val="0A25F0">
                    <a:alpha val="80000"/>
                  </a:srgbClr>
                </a:solidFill>
                <a:latin typeface="Arial" panose="020B0604020202020204" pitchFamily="34" charset="0"/>
                <a:cs typeface="Arial" panose="020B0604020202020204" pitchFamily="34" charset="0"/>
              </a:rPr>
              <a:t>single stream of data</a:t>
            </a:r>
            <a:r>
              <a:rPr lang="en-US" dirty="0">
                <a:solidFill>
                  <a:schemeClr val="tx1">
                    <a:alpha val="80000"/>
                  </a:schemeClr>
                </a:solidFill>
                <a:latin typeface="Arial" panose="020B0604020202020204" pitchFamily="34" charset="0"/>
                <a:cs typeface="Arial" panose="020B0604020202020204" pitchFamily="34" charset="0"/>
              </a:rPr>
              <a:t>, forwarding results from one functional unit to the next."</a:t>
            </a:r>
            <a:endParaRPr lang="en-PK" dirty="0">
              <a:solidFill>
                <a:schemeClr val="tx1">
                  <a:alpha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671459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9467850" cy="1389637"/>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MISD (Multiple-Instruction Single-Data) Architecture</a:t>
            </a:r>
            <a:endParaRPr lang="en-PK" sz="49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3074" name="Picture 2">
            <a:extLst>
              <a:ext uri="{FF2B5EF4-FFF2-40B4-BE49-F238E27FC236}">
                <a16:creationId xmlns:a16="http://schemas.microsoft.com/office/drawing/2014/main" id="{58A158E6-6CFA-EC2A-810F-43778D88906F}"/>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2945827" y="1949450"/>
            <a:ext cx="6300346" cy="419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8851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9467850"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MISD (Multiple-Instruction Single-Data)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49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4A2C6D37-278F-1C78-9887-74EE9D74ED1B}"/>
              </a:ext>
            </a:extLst>
          </p:cNvPr>
          <p:cNvGraphicFramePr>
            <a:graphicFrameLocks noGrp="1"/>
          </p:cNvGraphicFramePr>
          <p:nvPr>
            <p:ph idx="1"/>
            <p:extLst>
              <p:ext uri="{D42A27DB-BD31-4B8C-83A1-F6EECF244321}">
                <p14:modId xmlns:p14="http://schemas.microsoft.com/office/powerpoint/2010/main" val="1580937069"/>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3653861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MIMD (Multi-Instruction Multi-data)</a:t>
            </a:r>
          </a:p>
        </p:txBody>
      </p:sp>
    </p:spTree>
    <p:extLst>
      <p:ext uri="{BB962C8B-B14F-4D97-AF65-F5344CB8AC3E}">
        <p14:creationId xmlns:p14="http://schemas.microsoft.com/office/powerpoint/2010/main" val="2475116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6" name="Rectangle 75">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78" name="Rectangle 77">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80" name="Rectangle 79">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vert="horz" lIns="91440" tIns="45720" rIns="91440" bIns="45720" rtlCol="0">
            <a:normAutofit/>
          </a:bodyPr>
          <a:lstStyle/>
          <a:p>
            <a:r>
              <a:rPr lang="en-US" altLang="en-PK" sz="3700"/>
              <a:t>Objectives</a:t>
            </a:r>
            <a:endParaRPr lang="en-US" sz="3700"/>
          </a:p>
        </p:txBody>
      </p:sp>
      <p:graphicFrame>
        <p:nvGraphicFramePr>
          <p:cNvPr id="5" name="Content Placeholder 4">
            <a:extLst>
              <a:ext uri="{FF2B5EF4-FFF2-40B4-BE49-F238E27FC236}">
                <a16:creationId xmlns:a16="http://schemas.microsoft.com/office/drawing/2014/main" id="{145ECF46-0622-F3E6-6893-F9FDD0B9C510}"/>
              </a:ext>
            </a:extLst>
          </p:cNvPr>
          <p:cNvGraphicFramePr>
            <a:graphicFrameLocks noGrp="1"/>
          </p:cNvGraphicFramePr>
          <p:nvPr>
            <p:ph idx="1"/>
            <p:extLst>
              <p:ext uri="{D42A27DB-BD31-4B8C-83A1-F6EECF244321}">
                <p14:modId xmlns:p14="http://schemas.microsoft.com/office/powerpoint/2010/main" val="793715334"/>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065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0" name="Rectangle 49">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52" name="Rectangle 51">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54" name="Rectangle 53">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dirty="0">
                <a:latin typeface="Arial" panose="020B0604020202020204" pitchFamily="34" charset="0"/>
                <a:cs typeface="Arial" panose="020B0604020202020204" pitchFamily="34" charset="0"/>
              </a:rPr>
              <a:t>MIMD (Multi-Instruction Multi-data)</a:t>
            </a:r>
            <a:endParaRPr lang="en-PK" dirty="0">
              <a:latin typeface="Arial" panose="020B0604020202020204" pitchFamily="34" charset="0"/>
              <a:cs typeface="Arial" panose="020B0604020202020204" pitchFamily="34" charset="0"/>
            </a:endParaRPr>
          </a:p>
        </p:txBody>
      </p:sp>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1185756" y="3311912"/>
            <a:ext cx="9274088" cy="2986274"/>
          </a:xfrm>
        </p:spPr>
        <p:txBody>
          <a:bodyPr anchor="t">
            <a:normAutofit/>
          </a:bodyPr>
          <a:lstStyle/>
          <a:p>
            <a:pPr marL="0" indent="0" algn="ctr">
              <a:buNone/>
            </a:pPr>
            <a:r>
              <a:rPr lang="en-US" dirty="0">
                <a:solidFill>
                  <a:schemeClr val="tx1">
                    <a:alpha val="80000"/>
                  </a:schemeClr>
                </a:solidFill>
                <a:latin typeface="Arial" panose="020B0604020202020204" pitchFamily="34" charset="0"/>
                <a:cs typeface="Arial" panose="020B0604020202020204" pitchFamily="34" charset="0"/>
              </a:rPr>
              <a:t> “In MIMD </a:t>
            </a:r>
            <a:r>
              <a:rPr lang="en-US" b="0" i="0" dirty="0">
                <a:solidFill>
                  <a:schemeClr val="tx1">
                    <a:alpha val="80000"/>
                  </a:schemeClr>
                </a:solidFill>
                <a:effectLst/>
                <a:latin typeface="Arial" panose="020B0604020202020204" pitchFamily="34" charset="0"/>
                <a:cs typeface="Arial" panose="020B0604020202020204" pitchFamily="34" charset="0"/>
              </a:rPr>
              <a:t>all processors in a parallel computer can execute </a:t>
            </a:r>
            <a:r>
              <a:rPr lang="en-US" b="0" i="0" dirty="0">
                <a:solidFill>
                  <a:srgbClr val="C00000">
                    <a:alpha val="80000"/>
                  </a:srgbClr>
                </a:solidFill>
                <a:effectLst/>
                <a:latin typeface="Arial" panose="020B0604020202020204" pitchFamily="34" charset="0"/>
                <a:cs typeface="Arial" panose="020B0604020202020204" pitchFamily="34" charset="0"/>
              </a:rPr>
              <a:t>different instructions </a:t>
            </a:r>
            <a:r>
              <a:rPr lang="en-US" b="0" i="0" dirty="0">
                <a:solidFill>
                  <a:schemeClr val="tx1">
                    <a:alpha val="80000"/>
                  </a:schemeClr>
                </a:solidFill>
                <a:effectLst/>
                <a:latin typeface="Arial" panose="020B0604020202020204" pitchFamily="34" charset="0"/>
                <a:cs typeface="Arial" panose="020B0604020202020204" pitchFamily="34" charset="0"/>
              </a:rPr>
              <a:t>and </a:t>
            </a:r>
            <a:r>
              <a:rPr lang="en-US" b="0" i="0" dirty="0">
                <a:solidFill>
                  <a:srgbClr val="C00000">
                    <a:alpha val="80000"/>
                  </a:srgbClr>
                </a:solidFill>
                <a:effectLst/>
                <a:latin typeface="Arial" panose="020B0604020202020204" pitchFamily="34" charset="0"/>
                <a:cs typeface="Arial" panose="020B0604020202020204" pitchFamily="34" charset="0"/>
              </a:rPr>
              <a:t>operate on various data</a:t>
            </a:r>
            <a:r>
              <a:rPr lang="en-US" b="0" i="0" dirty="0">
                <a:solidFill>
                  <a:schemeClr val="tx1">
                    <a:alpha val="80000"/>
                  </a:schemeClr>
                </a:solidFill>
                <a:effectLst/>
                <a:latin typeface="Arial" panose="020B0604020202020204" pitchFamily="34" charset="0"/>
                <a:cs typeface="Arial" panose="020B0604020202020204" pitchFamily="34" charset="0"/>
              </a:rPr>
              <a:t> at the </a:t>
            </a:r>
            <a:r>
              <a:rPr lang="en-US" b="0" i="0" dirty="0">
                <a:solidFill>
                  <a:srgbClr val="0000FF">
                    <a:alpha val="80000"/>
                  </a:srgbClr>
                </a:solidFill>
                <a:effectLst/>
                <a:latin typeface="Arial" panose="020B0604020202020204" pitchFamily="34" charset="0"/>
                <a:cs typeface="Arial" panose="020B0604020202020204" pitchFamily="34" charset="0"/>
              </a:rPr>
              <a:t>same time</a:t>
            </a:r>
            <a:r>
              <a:rPr lang="en-US" b="0" i="0" dirty="0">
                <a:solidFill>
                  <a:schemeClr val="tx1">
                    <a:alpha val="80000"/>
                  </a:schemeClr>
                </a:solidFill>
                <a:effectLst/>
                <a:latin typeface="Arial" panose="020B0604020202020204" pitchFamily="34" charset="0"/>
                <a:cs typeface="Arial" panose="020B0604020202020204" pitchFamily="34" charset="0"/>
              </a:rPr>
              <a:t>.</a:t>
            </a:r>
            <a:r>
              <a:rPr lang="en-US" dirty="0">
                <a:solidFill>
                  <a:schemeClr val="tx1">
                    <a:alpha val="80000"/>
                  </a:schemeClr>
                </a:solidFill>
                <a:latin typeface="Arial" panose="020B0604020202020204" pitchFamily="34" charset="0"/>
                <a:cs typeface="Arial" panose="020B0604020202020204" pitchFamily="34" charset="0"/>
              </a:rPr>
              <a:t>”</a:t>
            </a:r>
            <a:endParaRPr lang="en-PK" dirty="0">
              <a:solidFill>
                <a:schemeClr val="tx1">
                  <a:alpha val="8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60570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9467850"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MIMD (Multi-Instruction Multi-data) Architecture</a:t>
            </a:r>
            <a:endParaRPr lang="en-PK" sz="49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pic>
        <p:nvPicPr>
          <p:cNvPr id="1026" name="Picture 2">
            <a:extLst>
              <a:ext uri="{FF2B5EF4-FFF2-40B4-BE49-F238E27FC236}">
                <a16:creationId xmlns:a16="http://schemas.microsoft.com/office/drawing/2014/main" id="{9DB74AC7-8747-3265-53AD-BCC85C66DDD3}"/>
              </a:ext>
            </a:extLst>
          </p:cNvPr>
          <p:cNvPicPr>
            <a:picLocks noGrp="1" noChangeAspect="1" noChangeArrowheads="1"/>
          </p:cNvPicPr>
          <p:nvPr>
            <p:ph idx="1"/>
          </p:nvPr>
        </p:nvPicPr>
        <p:blipFill>
          <a:blip r:embed="rId5">
            <a:extLst>
              <a:ext uri="{28A0092B-C50C-407E-A947-70E740481C1C}">
                <a14:useLocalDpi xmlns:a14="http://schemas.microsoft.com/office/drawing/2010/main" val="0"/>
              </a:ext>
            </a:extLst>
          </a:blip>
          <a:srcRect/>
          <a:stretch>
            <a:fillRect/>
          </a:stretch>
        </p:blipFill>
        <p:spPr bwMode="auto">
          <a:xfrm>
            <a:off x="1495994" y="1949450"/>
            <a:ext cx="9200011" cy="4195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2230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9696450"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MIMD (Multi-Instruction Multi-data)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777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9EA7CA51-0AB5-5281-B016-5AE82F3A9669}"/>
              </a:ext>
            </a:extLst>
          </p:cNvPr>
          <p:cNvGraphicFramePr>
            <a:graphicFrameLocks noGrp="1"/>
          </p:cNvGraphicFramePr>
          <p:nvPr>
            <p:ph idx="1"/>
            <p:extLst>
              <p:ext uri="{D42A27DB-BD31-4B8C-83A1-F6EECF244321}">
                <p14:modId xmlns:p14="http://schemas.microsoft.com/office/powerpoint/2010/main" val="3541046314"/>
              </p:ext>
            </p:extLst>
          </p:nvPr>
        </p:nvGraphicFramePr>
        <p:xfrm>
          <a:off x="838200" y="1949450"/>
          <a:ext cx="10515600" cy="434873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7895942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9467850"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MIMD (Multi-Instruction Multi-data) Architecture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496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F3347E21-7894-D356-3E41-EE3163740FA4}"/>
              </a:ext>
            </a:extLst>
          </p:cNvPr>
          <p:cNvGraphicFramePr>
            <a:graphicFrameLocks noGrp="1"/>
          </p:cNvGraphicFramePr>
          <p:nvPr>
            <p:ph idx="1"/>
            <p:extLst>
              <p:ext uri="{D42A27DB-BD31-4B8C-83A1-F6EECF244321}">
                <p14:modId xmlns:p14="http://schemas.microsoft.com/office/powerpoint/2010/main" val="511500015"/>
              </p:ext>
            </p:extLst>
          </p:nvPr>
        </p:nvGraphicFramePr>
        <p:xfrm>
          <a:off x="838200" y="1949450"/>
          <a:ext cx="10515600" cy="41957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645460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66BCA646-C9B1-49AD-B4C2-9645023F8423}"/>
                                            </p:graphicEl>
                                          </p:spTgt>
                                        </p:tgtEl>
                                        <p:attrNameLst>
                                          <p:attrName>style.visibility</p:attrName>
                                        </p:attrNameLst>
                                      </p:cBhvr>
                                      <p:to>
                                        <p:strVal val="visible"/>
                                      </p:to>
                                    </p:set>
                                    <p:anim calcmode="lin" valueType="num">
                                      <p:cBhvr additive="base">
                                        <p:cTn id="7" dur="500" fill="hold"/>
                                        <p:tgtEl>
                                          <p:spTgt spid="4">
                                            <p:graphicEl>
                                              <a:dgm id="{66BCA646-C9B1-49AD-B4C2-9645023F8423}"/>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66BCA646-C9B1-49AD-B4C2-9645023F8423}"/>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3D8CC78B-D6B1-4897-8FCB-1E6180CBE56A}"/>
                                            </p:graphicEl>
                                          </p:spTgt>
                                        </p:tgtEl>
                                        <p:attrNameLst>
                                          <p:attrName>style.visibility</p:attrName>
                                        </p:attrNameLst>
                                      </p:cBhvr>
                                      <p:to>
                                        <p:strVal val="visible"/>
                                      </p:to>
                                    </p:set>
                                    <p:anim calcmode="lin" valueType="num">
                                      <p:cBhvr additive="base">
                                        <p:cTn id="13" dur="500" fill="hold"/>
                                        <p:tgtEl>
                                          <p:spTgt spid="4">
                                            <p:graphicEl>
                                              <a:dgm id="{3D8CC78B-D6B1-4897-8FCB-1E6180CBE56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3D8CC78B-D6B1-4897-8FCB-1E6180CBE56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3BA97C7F-C971-47E3-867F-F27621C23696}"/>
                                            </p:graphicEl>
                                          </p:spTgt>
                                        </p:tgtEl>
                                        <p:attrNameLst>
                                          <p:attrName>style.visibility</p:attrName>
                                        </p:attrNameLst>
                                      </p:cBhvr>
                                      <p:to>
                                        <p:strVal val="visible"/>
                                      </p:to>
                                    </p:set>
                                    <p:anim calcmode="lin" valueType="num">
                                      <p:cBhvr additive="base">
                                        <p:cTn id="19" dur="500" fill="hold"/>
                                        <p:tgtEl>
                                          <p:spTgt spid="4">
                                            <p:graphicEl>
                                              <a:dgm id="{3BA97C7F-C971-47E3-867F-F27621C23696}"/>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3BA97C7F-C971-47E3-867F-F27621C23696}"/>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56151812-7F41-472A-AA65-8974193661A0}"/>
                                            </p:graphicEl>
                                          </p:spTgt>
                                        </p:tgtEl>
                                        <p:attrNameLst>
                                          <p:attrName>style.visibility</p:attrName>
                                        </p:attrNameLst>
                                      </p:cBhvr>
                                      <p:to>
                                        <p:strVal val="visible"/>
                                      </p:to>
                                    </p:set>
                                    <p:anim calcmode="lin" valueType="num">
                                      <p:cBhvr additive="base">
                                        <p:cTn id="25" dur="500" fill="hold"/>
                                        <p:tgtEl>
                                          <p:spTgt spid="4">
                                            <p:graphicEl>
                                              <a:dgm id="{56151812-7F41-472A-AA65-8974193661A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56151812-7F41-472A-AA65-8974193661A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199" y="559813"/>
            <a:ext cx="9959939" cy="991585"/>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MIMD (Multi-Instruction Multi-data)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777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4" name="Content Placeholder 3">
            <a:extLst>
              <a:ext uri="{FF2B5EF4-FFF2-40B4-BE49-F238E27FC236}">
                <a16:creationId xmlns:a16="http://schemas.microsoft.com/office/drawing/2014/main" id="{5A743B0A-DB5E-AD0D-BE05-5CF144A6B5D1}"/>
              </a:ext>
            </a:extLst>
          </p:cNvPr>
          <p:cNvGraphicFramePr>
            <a:graphicFrameLocks noGrp="1"/>
          </p:cNvGraphicFramePr>
          <p:nvPr>
            <p:ph idx="1"/>
            <p:extLst>
              <p:ext uri="{D42A27DB-BD31-4B8C-83A1-F6EECF244321}">
                <p14:modId xmlns:p14="http://schemas.microsoft.com/office/powerpoint/2010/main" val="157798799"/>
              </p:ext>
            </p:extLst>
          </p:nvPr>
        </p:nvGraphicFramePr>
        <p:xfrm>
          <a:off x="872377" y="1551397"/>
          <a:ext cx="10651622" cy="51473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532420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0" y="559813"/>
            <a:ext cx="9696450"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MIMD (Multi-Instruction Multi-data)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777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722772" y="1706880"/>
            <a:ext cx="11373823" cy="7037718"/>
          </a:xfrm>
        </p:spPr>
        <p:txBody>
          <a:bodyPr>
            <a:noAutofit/>
          </a:bodyPr>
          <a:lstStyle/>
          <a:p>
            <a:pPr marL="457200" lvl="1" indent="0">
              <a:buNone/>
            </a:pPr>
            <a:r>
              <a:rPr lang="en-US" sz="2800" b="1" dirty="0">
                <a:solidFill>
                  <a:schemeClr val="tx1"/>
                </a:solidFill>
                <a:latin typeface="Arial" panose="020B0604020202020204" pitchFamily="34" charset="0"/>
                <a:cs typeface="Arial" panose="020B0604020202020204" pitchFamily="34" charset="0"/>
              </a:rPr>
              <a:t>Shared Memory Architecture</a:t>
            </a:r>
          </a:p>
          <a:p>
            <a:pPr marL="457200" lvl="1" indent="0">
              <a:buNone/>
            </a:pPr>
            <a:endParaRPr lang="en-US" sz="2800" b="1" dirty="0">
              <a:solidFill>
                <a:schemeClr val="tx1"/>
              </a:solidFill>
              <a:latin typeface="Arial" panose="020B0604020202020204" pitchFamily="34" charset="0"/>
              <a:cs typeface="Arial" panose="020B0604020202020204" pitchFamily="34" charset="0"/>
            </a:endParaRPr>
          </a:p>
        </p:txBody>
      </p:sp>
      <p:pic>
        <p:nvPicPr>
          <p:cNvPr id="2054" name="Picture 6">
            <a:extLst>
              <a:ext uri="{FF2B5EF4-FFF2-40B4-BE49-F238E27FC236}">
                <a16:creationId xmlns:a16="http://schemas.microsoft.com/office/drawing/2014/main" id="{4343B21E-7579-6BD3-E09B-EEFB839B90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01140" y="2133599"/>
            <a:ext cx="7280749" cy="4429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5501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756920" y="407413"/>
            <a:ext cx="9696450" cy="979598"/>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MIMD (Multi-Instruction Multi-data)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777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graphicFrame>
        <p:nvGraphicFramePr>
          <p:cNvPr id="3" name="Content Placeholder 2">
            <a:extLst>
              <a:ext uri="{FF2B5EF4-FFF2-40B4-BE49-F238E27FC236}">
                <a16:creationId xmlns:a16="http://schemas.microsoft.com/office/drawing/2014/main" id="{545FD675-0C99-401F-1999-63C7257C8B27}"/>
              </a:ext>
            </a:extLst>
          </p:cNvPr>
          <p:cNvGraphicFramePr>
            <a:graphicFrameLocks noGrp="1"/>
          </p:cNvGraphicFramePr>
          <p:nvPr>
            <p:ph idx="1"/>
            <p:extLst>
              <p:ext uri="{D42A27DB-BD31-4B8C-83A1-F6EECF244321}">
                <p14:modId xmlns:p14="http://schemas.microsoft.com/office/powerpoint/2010/main" val="3179788995"/>
              </p:ext>
            </p:extLst>
          </p:nvPr>
        </p:nvGraphicFramePr>
        <p:xfrm>
          <a:off x="595901" y="1676401"/>
          <a:ext cx="11196136" cy="443672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732559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5A8C81AE-8F0D-49F3-9FB4-334B0DCDF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29DA4B2B-B54E-43B4-A1A4-EB704F7F3D4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l="53001" t="54841" r="-1"/>
          <a:stretch/>
        </p:blipFill>
        <p:spPr>
          <a:xfrm>
            <a:off x="0" y="0"/>
            <a:ext cx="872377" cy="83820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756920" y="407413"/>
            <a:ext cx="9696450" cy="1573786"/>
          </a:xfrm>
        </p:spPr>
        <p:txBody>
          <a:bodyPr>
            <a:normAutofit/>
          </a:bodyPr>
          <a:lstStyle/>
          <a:p>
            <a:pPr>
              <a:lnSpc>
                <a:spcPct val="90000"/>
              </a:lnSpc>
            </a:pPr>
            <a:r>
              <a:rPr lang="en-US" sz="3200" dirty="0">
                <a:solidFill>
                  <a:schemeClr val="tx1"/>
                </a:solidFill>
                <a:latin typeface="Arial" panose="020B0604020202020204" pitchFamily="34" charset="0"/>
                <a:cs typeface="Arial" panose="020B0604020202020204" pitchFamily="34" charset="0"/>
              </a:rPr>
              <a:t>MIMD (Multi-Instruction Multi-data) </a:t>
            </a:r>
            <a:r>
              <a:rPr lang="en-US" sz="3200" dirty="0" err="1">
                <a:solidFill>
                  <a:schemeClr val="tx1"/>
                </a:solidFill>
                <a:latin typeface="Arial" panose="020B0604020202020204" pitchFamily="34" charset="0"/>
                <a:cs typeface="Arial" panose="020B0604020202020204" pitchFamily="34" charset="0"/>
              </a:rPr>
              <a:t>Cont</a:t>
            </a:r>
            <a:r>
              <a:rPr lang="en-US" sz="3200" dirty="0">
                <a:solidFill>
                  <a:schemeClr val="tx1"/>
                </a:solidFill>
                <a:latin typeface="Arial" panose="020B0604020202020204" pitchFamily="34" charset="0"/>
                <a:cs typeface="Arial" panose="020B0604020202020204" pitchFamily="34" charset="0"/>
              </a:rPr>
              <a:t>…</a:t>
            </a:r>
            <a:endParaRPr lang="en-PK" sz="177700" dirty="0">
              <a:solidFill>
                <a:schemeClr val="tx1"/>
              </a:solidFill>
              <a:latin typeface="Arial" panose="020B0604020202020204" pitchFamily="34" charset="0"/>
              <a:cs typeface="Arial" panose="020B0604020202020204" pitchFamily="34" charset="0"/>
            </a:endParaRPr>
          </a:p>
        </p:txBody>
      </p:sp>
      <p:pic>
        <p:nvPicPr>
          <p:cNvPr id="45" name="Picture 44">
            <a:extLst>
              <a:ext uri="{FF2B5EF4-FFF2-40B4-BE49-F238E27FC236}">
                <a16:creationId xmlns:a16="http://schemas.microsoft.com/office/drawing/2014/main" id="{1C32610F-5445-4E12-87F6-F0591ABE7A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73964"/>
          <a:stretch/>
        </p:blipFill>
        <p:spPr>
          <a:xfrm>
            <a:off x="11527047" y="3144779"/>
            <a:ext cx="661905" cy="2548349"/>
          </a:xfrm>
          <a:prstGeom prst="rect">
            <a:avLst/>
          </a:prstGeom>
        </p:spPr>
      </p:pic>
      <p:sp>
        <p:nvSpPr>
          <p:cNvPr id="6" name="Content Placeholder 5">
            <a:extLst>
              <a:ext uri="{FF2B5EF4-FFF2-40B4-BE49-F238E27FC236}">
                <a16:creationId xmlns:a16="http://schemas.microsoft.com/office/drawing/2014/main" id="{E98325AA-E6E7-1055-08B4-9F26D1BE664B}"/>
              </a:ext>
            </a:extLst>
          </p:cNvPr>
          <p:cNvSpPr>
            <a:spLocks noGrp="1"/>
          </p:cNvSpPr>
          <p:nvPr>
            <p:ph idx="1"/>
          </p:nvPr>
        </p:nvSpPr>
        <p:spPr>
          <a:xfrm>
            <a:off x="396915" y="1676400"/>
            <a:ext cx="11395122" cy="7033625"/>
          </a:xfrm>
        </p:spPr>
        <p:txBody>
          <a:bodyPr>
            <a:noAutofit/>
          </a:bodyPr>
          <a:lstStyle/>
          <a:p>
            <a:pPr marL="457200" lvl="1" indent="0">
              <a:buNone/>
            </a:pPr>
            <a:r>
              <a:rPr lang="en-US" sz="2800" b="1" dirty="0">
                <a:solidFill>
                  <a:schemeClr val="tx1"/>
                </a:solidFill>
                <a:latin typeface="Arial" panose="020B0604020202020204" pitchFamily="34" charset="0"/>
                <a:cs typeface="Arial" panose="020B0604020202020204" pitchFamily="34" charset="0"/>
              </a:rPr>
              <a:t>Message Passing Architecture</a:t>
            </a:r>
          </a:p>
          <a:p>
            <a:pPr marL="457200" lvl="1" indent="0">
              <a:buNone/>
            </a:pPr>
            <a:endParaRPr lang="en-PK" sz="2800" b="1" dirty="0">
              <a:solidFill>
                <a:schemeClr val="tx1"/>
              </a:solidFill>
              <a:latin typeface="Arial" panose="020B0604020202020204" pitchFamily="34" charset="0"/>
              <a:cs typeface="Arial" panose="020B0604020202020204" pitchFamily="34" charset="0"/>
            </a:endParaRPr>
          </a:p>
          <a:p>
            <a:pPr marL="0" indent="0">
              <a:buNone/>
            </a:pPr>
            <a:endParaRPr lang="en-PK" sz="2400" dirty="0">
              <a:solidFill>
                <a:schemeClr val="tx1"/>
              </a:solidFill>
              <a:latin typeface="Arial" panose="020B0604020202020204" pitchFamily="34" charset="0"/>
              <a:cs typeface="Arial" panose="020B0604020202020204" pitchFamily="34" charset="0"/>
            </a:endParaRPr>
          </a:p>
        </p:txBody>
      </p:sp>
      <p:pic>
        <p:nvPicPr>
          <p:cNvPr id="3074" name="Picture 2">
            <a:extLst>
              <a:ext uri="{FF2B5EF4-FFF2-40B4-BE49-F238E27FC236}">
                <a16:creationId xmlns:a16="http://schemas.microsoft.com/office/drawing/2014/main" id="{5590F371-E3CF-7BF0-0EBE-10DDF2AB86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4766" y="2734942"/>
            <a:ext cx="7163317" cy="3521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27941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11" name="Picture 10">
            <a:extLst>
              <a:ext uri="{FF2B5EF4-FFF2-40B4-BE49-F238E27FC236}">
                <a16:creationId xmlns:a16="http://schemas.microsoft.com/office/drawing/2014/main" id="{1CB7E8AE-A3AC-4BB7-A5C6-F00EC697B26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5000"/>
            <a:extLst>
              <a:ext uri="{28A0092B-C50C-407E-A947-70E740481C1C}">
                <a14:useLocalDpi xmlns:a14="http://schemas.microsoft.com/office/drawing/2010/main" val="0"/>
              </a:ext>
            </a:extLst>
          </a:blip>
          <a:stretch>
            <a:fillRect/>
          </a:stretch>
        </p:blipFill>
        <p:spPr>
          <a:xfrm>
            <a:off x="0" y="1"/>
            <a:ext cx="12192000" cy="1392401"/>
          </a:xfrm>
          <a:prstGeom prst="rect">
            <a:avLst/>
          </a:prstGeom>
        </p:spPr>
      </p:pic>
      <p:sp useBgFill="1">
        <p:nvSpPr>
          <p:cNvPr id="13" name="Rectangle 12">
            <a:extLst>
              <a:ext uri="{FF2B5EF4-FFF2-40B4-BE49-F238E27FC236}">
                <a16:creationId xmlns:a16="http://schemas.microsoft.com/office/drawing/2014/main" id="{4AB8125F-0FD8-48CD-9F43-73E5494EA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5" name="Rectangle 14">
            <a:extLst>
              <a:ext uri="{FF2B5EF4-FFF2-40B4-BE49-F238E27FC236}">
                <a16:creationId xmlns:a16="http://schemas.microsoft.com/office/drawing/2014/main" id="{0019DD6C-5899-4C07-864B-EB0A7D104A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pic>
        <p:nvPicPr>
          <p:cNvPr id="4" name="Picture 3">
            <a:extLst>
              <a:ext uri="{FF2B5EF4-FFF2-40B4-BE49-F238E27FC236}">
                <a16:creationId xmlns:a16="http://schemas.microsoft.com/office/drawing/2014/main" id="{D4D19B4B-DD16-5DF2-E34B-4765F6BA2C48}"/>
              </a:ext>
            </a:extLst>
          </p:cNvPr>
          <p:cNvPicPr>
            <a:picLocks noChangeAspect="1"/>
          </p:cNvPicPr>
          <p:nvPr/>
        </p:nvPicPr>
        <p:blipFill rotWithShape="1">
          <a:blip r:embed="rId3"/>
          <a:srcRect l="9052" r="15486" b="-2"/>
          <a:stretch/>
        </p:blipFill>
        <p:spPr>
          <a:xfrm>
            <a:off x="3048" y="10"/>
            <a:ext cx="6195372" cy="4618233"/>
          </a:xfrm>
          <a:prstGeom prst="rect">
            <a:avLst/>
          </a:prstGeom>
        </p:spPr>
      </p:pic>
      <p:sp>
        <p:nvSpPr>
          <p:cNvPr id="17" name="Rectangle 16">
            <a:extLst>
              <a:ext uri="{FF2B5EF4-FFF2-40B4-BE49-F238E27FC236}">
                <a16:creationId xmlns:a16="http://schemas.microsoft.com/office/drawing/2014/main" id="{EBDFFBC1-15BD-428E-B8AF-ECF5D1B76D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02877"/>
            <a:ext cx="12192000" cy="2267339"/>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19" name="Rectangle 18">
            <a:extLst>
              <a:ext uri="{FF2B5EF4-FFF2-40B4-BE49-F238E27FC236}">
                <a16:creationId xmlns:a16="http://schemas.microsoft.com/office/drawing/2014/main" id="{EBFB3075-0323-4EB0-B1A5-776A0E709C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055" y="4596020"/>
            <a:ext cx="12191999" cy="2274195"/>
          </a:xfrm>
          <a:prstGeom prst="rect">
            <a:avLst/>
          </a:prstGeom>
          <a:blipFill dpi="0" rotWithShape="1">
            <a:blip r:embed="rId4">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EEF2AEC3-B371-83A9-2DBA-0BB3061611A0}"/>
              </a:ext>
            </a:extLst>
          </p:cNvPr>
          <p:cNvSpPr>
            <a:spLocks noGrp="1"/>
          </p:cNvSpPr>
          <p:nvPr>
            <p:ph type="ctrTitle"/>
          </p:nvPr>
        </p:nvSpPr>
        <p:spPr>
          <a:xfrm>
            <a:off x="838200" y="4876800"/>
            <a:ext cx="10003218" cy="1219200"/>
          </a:xfrm>
        </p:spPr>
        <p:txBody>
          <a:bodyPr vert="horz" lIns="91440" tIns="45720" rIns="91440" bIns="45720" rtlCol="0" anchor="ctr">
            <a:normAutofit/>
          </a:bodyPr>
          <a:lstStyle/>
          <a:p>
            <a:pPr algn="l">
              <a:lnSpc>
                <a:spcPct val="90000"/>
              </a:lnSpc>
            </a:pPr>
            <a:r>
              <a:rPr lang="en-US" altLang="en-PK" sz="4100"/>
              <a:t>CS621 Parallel and Distributed Computing</a:t>
            </a:r>
            <a:endParaRPr lang="en-US" sz="4100"/>
          </a:p>
        </p:txBody>
      </p:sp>
      <p:sp>
        <p:nvSpPr>
          <p:cNvPr id="3" name="Subtitle 2">
            <a:extLst>
              <a:ext uri="{FF2B5EF4-FFF2-40B4-BE49-F238E27FC236}">
                <a16:creationId xmlns:a16="http://schemas.microsoft.com/office/drawing/2014/main" id="{7357D0A4-286C-034D-8B8B-FADC6513AC0A}"/>
              </a:ext>
            </a:extLst>
          </p:cNvPr>
          <p:cNvSpPr>
            <a:spLocks noGrp="1"/>
          </p:cNvSpPr>
          <p:nvPr>
            <p:ph type="subTitle" idx="1"/>
          </p:nvPr>
        </p:nvSpPr>
        <p:spPr>
          <a:xfrm>
            <a:off x="6553200" y="369204"/>
            <a:ext cx="4800600" cy="3935986"/>
          </a:xfrm>
        </p:spPr>
        <p:txBody>
          <a:bodyPr vert="horz" lIns="91440" tIns="45720" rIns="91440" bIns="45720" rtlCol="0" anchor="ctr">
            <a:normAutofit/>
          </a:bodyPr>
          <a:lstStyle/>
          <a:p>
            <a:r>
              <a:rPr lang="en-US" sz="2800" b="1" dirty="0">
                <a:solidFill>
                  <a:schemeClr val="tx2"/>
                </a:solidFill>
                <a:latin typeface="Arial" panose="020B0604020202020204" pitchFamily="34" charset="0"/>
                <a:cs typeface="Arial" panose="020B0604020202020204" pitchFamily="34" charset="0"/>
              </a:rPr>
              <a:t>SIMD-MIMD Comparison</a:t>
            </a:r>
          </a:p>
        </p:txBody>
      </p:sp>
    </p:spTree>
    <p:extLst>
      <p:ext uri="{BB962C8B-B14F-4D97-AF65-F5344CB8AC3E}">
        <p14:creationId xmlns:p14="http://schemas.microsoft.com/office/powerpoint/2010/main" val="5808295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2" name="Rectangle 41">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lumMod val="65000"/>
                  <a:lumOff val="35000"/>
                </a:srgbClr>
              </a:solidFill>
              <a:effectLst/>
              <a:uLnTx/>
              <a:uFillTx/>
              <a:latin typeface="AvenirNext LT Pro Medium" panose="020B0504020202020204" pitchFamily="34" charset="0"/>
              <a:ea typeface="+mn-ea"/>
              <a:cs typeface="+mn-cs"/>
            </a:endParaRPr>
          </a:p>
        </p:txBody>
      </p:sp>
      <p:sp>
        <p:nvSpPr>
          <p:cNvPr id="44" name="Rectangle 43">
            <a:extLst>
              <a:ext uri="{FF2B5EF4-FFF2-40B4-BE49-F238E27FC236}">
                <a16:creationId xmlns:a16="http://schemas.microsoft.com/office/drawing/2014/main" id="{027CAEDE-D92D-4745-8749-71019415A7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46" name="Rectangle 45">
            <a:extLst>
              <a:ext uri="{FF2B5EF4-FFF2-40B4-BE49-F238E27FC236}">
                <a16:creationId xmlns:a16="http://schemas.microsoft.com/office/drawing/2014/main" id="{00C96CB6-3880-40E6-A4BF-F64E7D1E42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0" cy="6858000"/>
          </a:xfrm>
          <a:prstGeom prst="rect">
            <a:avLst/>
          </a:prstGeom>
          <a:blipFill dpi="0" rotWithShape="1">
            <a:blip r:embed="rId2">
              <a:alphaModFix amt="20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venir Next LT Pro"/>
              <a:ea typeface="+mn-ea"/>
              <a:cs typeface="+mn-cs"/>
            </a:endParaRPr>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2819399" cy="5577934"/>
          </a:xfrm>
        </p:spPr>
        <p:txBody>
          <a:bodyPr>
            <a:normAutofit/>
          </a:bodyPr>
          <a:lstStyle/>
          <a:p>
            <a:r>
              <a:rPr lang="en-US" altLang="en-PK" sz="3700">
                <a:ea typeface="ＭＳ Ｐゴシック" panose="020B0600070205080204" pitchFamily="34" charset="-128"/>
              </a:rPr>
              <a:t>Objectives</a:t>
            </a:r>
            <a:endParaRPr lang="en-PK" sz="3700"/>
          </a:p>
        </p:txBody>
      </p:sp>
      <p:graphicFrame>
        <p:nvGraphicFramePr>
          <p:cNvPr id="36" name="Rectangle 3">
            <a:extLst>
              <a:ext uri="{FF2B5EF4-FFF2-40B4-BE49-F238E27FC236}">
                <a16:creationId xmlns:a16="http://schemas.microsoft.com/office/drawing/2014/main" id="{BC8A9704-B22C-9F3F-529F-C75DC3835712}"/>
              </a:ext>
            </a:extLst>
          </p:cNvPr>
          <p:cNvGraphicFramePr>
            <a:graphicFrameLocks noGrp="1"/>
          </p:cNvGraphicFramePr>
          <p:nvPr>
            <p:ph idx="1"/>
            <p:extLst>
              <p:ext uri="{D42A27DB-BD31-4B8C-83A1-F6EECF244321}">
                <p14:modId xmlns:p14="http://schemas.microsoft.com/office/powerpoint/2010/main" val="2460596062"/>
              </p:ext>
            </p:extLst>
          </p:nvPr>
        </p:nvGraphicFramePr>
        <p:xfrm>
          <a:off x="4807223" y="457200"/>
          <a:ext cx="7003777" cy="5843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512006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43A9B7B3-F171-4C25-99FC-C54250F06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30" name="Rectangle 29">
            <a:extLst>
              <a:ext uri="{FF2B5EF4-FFF2-40B4-BE49-F238E27FC236}">
                <a16:creationId xmlns:a16="http://schemas.microsoft.com/office/drawing/2014/main" id="{D2D5C7C5-9C27-4A61-9F57-1857D4532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32" name="Rectangle 31">
            <a:extLst>
              <a:ext uri="{FF2B5EF4-FFF2-40B4-BE49-F238E27FC236}">
                <a16:creationId xmlns:a16="http://schemas.microsoft.com/office/drawing/2014/main" id="{84B9546E-20BE-462C-8BE8-4EBDB46F86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25674"/>
          </a:xfrm>
          <a:prstGeom prst="rect">
            <a:avLst/>
          </a:prstGeom>
          <a:solidFill>
            <a:schemeClr val="tx2">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FE5D2E8-C366-48AC-97AE-18C67E4EF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2225674"/>
          </a:xfrm>
          <a:prstGeom prst="rect">
            <a:avLst/>
          </a:prstGeom>
          <a:blipFill dpi="0" rotWithShape="1">
            <a:blip r:embed="rId3">
              <a:alphaModFix amt="24000"/>
              <a:duotone>
                <a:schemeClr val="accent1">
                  <a:shade val="45000"/>
                  <a:satMod val="135000"/>
                </a:schemeClr>
                <a:prstClr val="white"/>
              </a:duotone>
            </a:blip>
            <a:srcRect/>
            <a:tile tx="88900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1198182" y="381000"/>
            <a:ext cx="10003218" cy="1600124"/>
          </a:xfrm>
        </p:spPr>
        <p:txBody>
          <a:bodyPr>
            <a:normAutofit/>
          </a:bodyPr>
          <a:lstStyle/>
          <a:p>
            <a:r>
              <a:rPr lang="en-US" i="0" dirty="0">
                <a:effectLst/>
                <a:latin typeface="Times New Roman" panose="02020603050405020304" pitchFamily="18" charset="0"/>
              </a:rPr>
              <a:t>SIMD-MIMD Comparison</a:t>
            </a:r>
            <a:endParaRPr lang="en-PK" dirty="0"/>
          </a:p>
        </p:txBody>
      </p:sp>
      <p:graphicFrame>
        <p:nvGraphicFramePr>
          <p:cNvPr id="5" name="Content Placeholder 4">
            <a:extLst>
              <a:ext uri="{FF2B5EF4-FFF2-40B4-BE49-F238E27FC236}">
                <a16:creationId xmlns:a16="http://schemas.microsoft.com/office/drawing/2014/main" id="{3BF3EB40-6214-29DA-C9C7-CBE40BFFD431}"/>
              </a:ext>
            </a:extLst>
          </p:cNvPr>
          <p:cNvGraphicFramePr>
            <a:graphicFrameLocks noGrp="1"/>
          </p:cNvGraphicFramePr>
          <p:nvPr>
            <p:ph idx="1"/>
            <p:extLst>
              <p:ext uri="{D42A27DB-BD31-4B8C-83A1-F6EECF244321}">
                <p14:modId xmlns:p14="http://schemas.microsoft.com/office/powerpoint/2010/main" val="2682584192"/>
              </p:ext>
            </p:extLst>
          </p:nvPr>
        </p:nvGraphicFramePr>
        <p:xfrm>
          <a:off x="1185863" y="2362200"/>
          <a:ext cx="8796337" cy="39354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193647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675009"/>
          </a:xfrm>
        </p:spPr>
        <p:txBody>
          <a:bodyPr anchor="t">
            <a:normAutofit/>
          </a:bodyPr>
          <a:lstStyle/>
          <a:p>
            <a:r>
              <a:rPr lang="en-US" i="0" dirty="0">
                <a:solidFill>
                  <a:schemeClr val="tx2"/>
                </a:solidFill>
                <a:effectLst/>
                <a:latin typeface="Times New Roman" panose="02020603050405020304" pitchFamily="18" charset="0"/>
              </a:rPr>
              <a:t>SIMD-MIMD Comparison </a:t>
            </a:r>
            <a:r>
              <a:rPr lang="en-US" i="0" dirty="0" err="1">
                <a:solidFill>
                  <a:schemeClr val="tx2"/>
                </a:solidFill>
                <a:effectLst/>
                <a:latin typeface="Times New Roman" panose="02020603050405020304" pitchFamily="18" charset="0"/>
              </a:rPr>
              <a:t>Cont</a:t>
            </a:r>
            <a:r>
              <a:rPr lang="en-US" i="0" dirty="0">
                <a:solidFill>
                  <a:schemeClr val="tx2"/>
                </a:solidFill>
                <a:effectLst/>
                <a:latin typeface="Times New Roman" panose="02020603050405020304" pitchFamily="18" charset="0"/>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6" name="Content Placeholder 5">
            <a:extLst>
              <a:ext uri="{FF2B5EF4-FFF2-40B4-BE49-F238E27FC236}">
                <a16:creationId xmlns:a16="http://schemas.microsoft.com/office/drawing/2014/main" id="{A57861E6-161A-BFD1-6498-7862AF2A4CE1}"/>
              </a:ext>
            </a:extLst>
          </p:cNvPr>
          <p:cNvGraphicFramePr>
            <a:graphicFrameLocks noGrp="1"/>
          </p:cNvGraphicFramePr>
          <p:nvPr>
            <p:ph idx="1"/>
            <p:extLst>
              <p:ext uri="{D42A27DB-BD31-4B8C-83A1-F6EECF244321}">
                <p14:modId xmlns:p14="http://schemas.microsoft.com/office/powerpoint/2010/main" val="3642618667"/>
              </p:ext>
            </p:extLst>
          </p:nvPr>
        </p:nvGraphicFramePr>
        <p:xfrm>
          <a:off x="1371601" y="1859622"/>
          <a:ext cx="9801678" cy="425346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4253151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dgm id="{FF2D45CC-F3AA-4697-B7CF-B0F67C2D53D5}"/>
                                            </p:graphicEl>
                                          </p:spTgt>
                                        </p:tgtEl>
                                        <p:attrNameLst>
                                          <p:attrName>style.visibility</p:attrName>
                                        </p:attrNameLst>
                                      </p:cBhvr>
                                      <p:to>
                                        <p:strVal val="visible"/>
                                      </p:to>
                                    </p:set>
                                    <p:anim calcmode="lin" valueType="num">
                                      <p:cBhvr additive="base">
                                        <p:cTn id="7" dur="500" fill="hold"/>
                                        <p:tgtEl>
                                          <p:spTgt spid="6">
                                            <p:graphicEl>
                                              <a:dgm id="{FF2D45CC-F3AA-4697-B7CF-B0F67C2D53D5}"/>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FF2D45CC-F3AA-4697-B7CF-B0F67C2D53D5}"/>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dgm id="{D0468B5A-E413-41CA-A89A-8D704190F980}"/>
                                            </p:graphicEl>
                                          </p:spTgt>
                                        </p:tgtEl>
                                        <p:attrNameLst>
                                          <p:attrName>style.visibility</p:attrName>
                                        </p:attrNameLst>
                                      </p:cBhvr>
                                      <p:to>
                                        <p:strVal val="visible"/>
                                      </p:to>
                                    </p:set>
                                    <p:anim calcmode="lin" valueType="num">
                                      <p:cBhvr additive="base">
                                        <p:cTn id="13" dur="500" fill="hold"/>
                                        <p:tgtEl>
                                          <p:spTgt spid="6">
                                            <p:graphicEl>
                                              <a:dgm id="{D0468B5A-E413-41CA-A89A-8D704190F980}"/>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dgm id="{D0468B5A-E413-41CA-A89A-8D704190F98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41" name="Rectangle 40">
            <a:extLst>
              <a:ext uri="{FF2B5EF4-FFF2-40B4-BE49-F238E27FC236}">
                <a16:creationId xmlns:a16="http://schemas.microsoft.com/office/drawing/2014/main" id="{37962AE0-6A1C-4B76-9D52-10E5E6D7D3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43" name="Picture 42">
            <a:extLst>
              <a:ext uri="{FF2B5EF4-FFF2-40B4-BE49-F238E27FC236}">
                <a16:creationId xmlns:a16="http://schemas.microsoft.com/office/drawing/2014/main" id="{A72D06A1-BA08-4820-BBC8-B24DDB32A37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duotone>
              <a:schemeClr val="accent1">
                <a:shade val="45000"/>
                <a:satMod val="135000"/>
              </a:schemeClr>
              <a:prstClr val="white"/>
            </a:duotone>
            <a:extLst>
              <a:ext uri="{28A0092B-C50C-407E-A947-70E740481C1C}">
                <a14:useLocalDpi xmlns:a14="http://schemas.microsoft.com/office/drawing/2010/main" val="0"/>
              </a:ext>
            </a:extLst>
          </a:blip>
          <a:srcRect t="37018" r="40625"/>
          <a:stretch/>
        </p:blipFill>
        <p:spPr>
          <a:xfrm>
            <a:off x="10744200" y="0"/>
            <a:ext cx="1447800" cy="1535750"/>
          </a:xfrm>
          <a:prstGeom prst="rect">
            <a:avLst/>
          </a:prstGeom>
        </p:spPr>
      </p:pic>
      <p:sp>
        <p:nvSpPr>
          <p:cNvPr id="2" name="Title 1">
            <a:extLst>
              <a:ext uri="{FF2B5EF4-FFF2-40B4-BE49-F238E27FC236}">
                <a16:creationId xmlns:a16="http://schemas.microsoft.com/office/drawing/2014/main" id="{AFC3A1FC-2952-9A27-C2AB-8BFB59DFF86D}"/>
              </a:ext>
            </a:extLst>
          </p:cNvPr>
          <p:cNvSpPr>
            <a:spLocks noGrp="1"/>
          </p:cNvSpPr>
          <p:nvPr>
            <p:ph type="title"/>
          </p:nvPr>
        </p:nvSpPr>
        <p:spPr>
          <a:xfrm>
            <a:off x="838201" y="559813"/>
            <a:ext cx="10348146" cy="1116721"/>
          </a:xfrm>
        </p:spPr>
        <p:txBody>
          <a:bodyPr anchor="t">
            <a:normAutofit/>
          </a:bodyPr>
          <a:lstStyle/>
          <a:p>
            <a:r>
              <a:rPr lang="en-US" i="0" dirty="0">
                <a:solidFill>
                  <a:schemeClr val="tx2"/>
                </a:solidFill>
                <a:effectLst/>
                <a:latin typeface="Times New Roman" panose="02020603050405020304" pitchFamily="18" charset="0"/>
              </a:rPr>
              <a:t>SIMD-MIMD Comparison </a:t>
            </a:r>
            <a:r>
              <a:rPr lang="en-US" i="0" dirty="0" err="1">
                <a:solidFill>
                  <a:schemeClr val="tx2"/>
                </a:solidFill>
                <a:effectLst/>
                <a:latin typeface="Times New Roman" panose="02020603050405020304" pitchFamily="18" charset="0"/>
              </a:rPr>
              <a:t>Cont</a:t>
            </a:r>
            <a:r>
              <a:rPr lang="en-US" i="0" dirty="0">
                <a:solidFill>
                  <a:schemeClr val="tx2"/>
                </a:solidFill>
                <a:effectLst/>
                <a:latin typeface="Times New Roman" panose="02020603050405020304" pitchFamily="18" charset="0"/>
              </a:rPr>
              <a:t>…</a:t>
            </a:r>
            <a:endParaRPr lang="en-PK" dirty="0">
              <a:solidFill>
                <a:schemeClr val="tx2"/>
              </a:solidFill>
            </a:endParaRPr>
          </a:p>
        </p:txBody>
      </p:sp>
      <p:pic>
        <p:nvPicPr>
          <p:cNvPr id="45" name="Picture 44">
            <a:extLst>
              <a:ext uri="{FF2B5EF4-FFF2-40B4-BE49-F238E27FC236}">
                <a16:creationId xmlns:a16="http://schemas.microsoft.com/office/drawing/2014/main" id="{1295E665-0408-4072-94B3-49BA5ACBCB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1">
                <a:shade val="45000"/>
                <a:satMod val="135000"/>
              </a:schemeClr>
              <a:prstClr val="white"/>
            </a:duotone>
            <a:extLst>
              <a:ext uri="{28A0092B-C50C-407E-A947-70E740481C1C}">
                <a14:useLocalDpi xmlns:a14="http://schemas.microsoft.com/office/drawing/2010/main" val="0"/>
              </a:ext>
            </a:extLst>
          </a:blip>
          <a:srcRect r="46048"/>
          <a:stretch/>
        </p:blipFill>
        <p:spPr>
          <a:xfrm rot="10800000">
            <a:off x="0" y="2719662"/>
            <a:ext cx="1371600" cy="2548349"/>
          </a:xfrm>
          <a:prstGeom prst="rect">
            <a:avLst/>
          </a:prstGeom>
        </p:spPr>
      </p:pic>
      <p:graphicFrame>
        <p:nvGraphicFramePr>
          <p:cNvPr id="5" name="Table 6">
            <a:extLst>
              <a:ext uri="{FF2B5EF4-FFF2-40B4-BE49-F238E27FC236}">
                <a16:creationId xmlns:a16="http://schemas.microsoft.com/office/drawing/2014/main" id="{24AF3563-C3E2-21D7-476D-C9E68A26111D}"/>
              </a:ext>
            </a:extLst>
          </p:cNvPr>
          <p:cNvGraphicFramePr>
            <a:graphicFrameLocks noGrp="1"/>
          </p:cNvGraphicFramePr>
          <p:nvPr>
            <p:ph idx="1"/>
            <p:extLst>
              <p:ext uri="{D42A27DB-BD31-4B8C-83A1-F6EECF244321}">
                <p14:modId xmlns:p14="http://schemas.microsoft.com/office/powerpoint/2010/main" val="781601306"/>
              </p:ext>
            </p:extLst>
          </p:nvPr>
        </p:nvGraphicFramePr>
        <p:xfrm>
          <a:off x="1001940" y="2303634"/>
          <a:ext cx="10515597" cy="35763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921348868"/>
                    </a:ext>
                  </a:extLst>
                </a:gridCol>
                <a:gridCol w="3505199">
                  <a:extLst>
                    <a:ext uri="{9D8B030D-6E8A-4147-A177-3AD203B41FA5}">
                      <a16:colId xmlns:a16="http://schemas.microsoft.com/office/drawing/2014/main" val="2629457672"/>
                    </a:ext>
                  </a:extLst>
                </a:gridCol>
                <a:gridCol w="3505199">
                  <a:extLst>
                    <a:ext uri="{9D8B030D-6E8A-4147-A177-3AD203B41FA5}">
                      <a16:colId xmlns:a16="http://schemas.microsoft.com/office/drawing/2014/main" val="3991110998"/>
                    </a:ext>
                  </a:extLst>
                </a:gridCol>
              </a:tblGrid>
              <a:tr h="370840">
                <a:tc>
                  <a:txBody>
                    <a:bodyPr/>
                    <a:lstStyle/>
                    <a:p>
                      <a:pPr algn="ctr" fontAlgn="b"/>
                      <a:r>
                        <a:rPr lang="en-US" b="1">
                          <a:effectLst/>
                          <a:latin typeface="Arial" panose="020B0604020202020204" pitchFamily="34" charset="0"/>
                          <a:cs typeface="Arial" panose="020B0604020202020204" pitchFamily="34" charset="0"/>
                        </a:rPr>
                        <a:t>Architecture</a:t>
                      </a:r>
                    </a:p>
                  </a:txBody>
                  <a:tcPr anchor="b"/>
                </a:tc>
                <a:tc>
                  <a:txBody>
                    <a:bodyPr/>
                    <a:lstStyle/>
                    <a:p>
                      <a:pPr algn="ctr" fontAlgn="b"/>
                      <a:r>
                        <a:rPr lang="en-US" b="1">
                          <a:effectLst/>
                          <a:latin typeface="Arial" panose="020B0604020202020204" pitchFamily="34" charset="0"/>
                          <a:cs typeface="Arial" panose="020B0604020202020204" pitchFamily="34" charset="0"/>
                        </a:rPr>
                        <a:t>Single Instruction Multiple Data (SIMD)</a:t>
                      </a:r>
                    </a:p>
                  </a:txBody>
                  <a:tcPr anchor="b"/>
                </a:tc>
                <a:tc>
                  <a:txBody>
                    <a:bodyPr/>
                    <a:lstStyle/>
                    <a:p>
                      <a:pPr algn="ctr" fontAlgn="b"/>
                      <a:r>
                        <a:rPr lang="fr-FR" b="1">
                          <a:effectLst/>
                          <a:latin typeface="Arial" panose="020B0604020202020204" pitchFamily="34" charset="0"/>
                          <a:cs typeface="Arial" panose="020B0604020202020204" pitchFamily="34" charset="0"/>
                        </a:rPr>
                        <a:t>Multiple Instruction Multiple Data (MIMD)</a:t>
                      </a:r>
                    </a:p>
                  </a:txBody>
                  <a:tcPr anchor="b"/>
                </a:tc>
                <a:extLst>
                  <a:ext uri="{0D108BD9-81ED-4DB2-BD59-A6C34878D82A}">
                    <a16:rowId xmlns:a16="http://schemas.microsoft.com/office/drawing/2014/main" val="3652023449"/>
                  </a:ext>
                </a:extLst>
              </a:tr>
              <a:tr h="370840">
                <a:tc>
                  <a:txBody>
                    <a:bodyPr/>
                    <a:lstStyle/>
                    <a:p>
                      <a:pPr algn="ctr" fontAlgn="base"/>
                      <a:r>
                        <a:rPr lang="en-US" b="1" dirty="0">
                          <a:effectLst/>
                          <a:latin typeface="Arial" panose="020B0604020202020204" pitchFamily="34" charset="0"/>
                          <a:cs typeface="Arial" panose="020B0604020202020204" pitchFamily="34" charset="0"/>
                        </a:rPr>
                        <a:t>Type of processing</a:t>
                      </a:r>
                    </a:p>
                  </a:txBody>
                  <a:tcPr anchor="ctr"/>
                </a:tc>
                <a:tc>
                  <a:txBody>
                    <a:bodyPr/>
                    <a:lstStyle/>
                    <a:p>
                      <a:pPr algn="ctr" fontAlgn="base"/>
                      <a:r>
                        <a:rPr lang="en-US">
                          <a:effectLst/>
                          <a:latin typeface="Arial" panose="020B0604020202020204" pitchFamily="34" charset="0"/>
                          <a:cs typeface="Arial" panose="020B0604020202020204" pitchFamily="34" charset="0"/>
                        </a:rPr>
                        <a:t>Same instruction on multiple data sets</a:t>
                      </a:r>
                    </a:p>
                  </a:txBody>
                  <a:tcPr anchor="ctr"/>
                </a:tc>
                <a:tc>
                  <a:txBody>
                    <a:bodyPr/>
                    <a:lstStyle/>
                    <a:p>
                      <a:pPr algn="ctr" fontAlgn="base"/>
                      <a:r>
                        <a:rPr lang="en-US">
                          <a:effectLst/>
                          <a:latin typeface="Arial" panose="020B0604020202020204" pitchFamily="34" charset="0"/>
                          <a:cs typeface="Arial" panose="020B0604020202020204" pitchFamily="34" charset="0"/>
                        </a:rPr>
                        <a:t>Different instructions on multiple data sets</a:t>
                      </a:r>
                    </a:p>
                  </a:txBody>
                  <a:tcPr anchor="ctr"/>
                </a:tc>
                <a:extLst>
                  <a:ext uri="{0D108BD9-81ED-4DB2-BD59-A6C34878D82A}">
                    <a16:rowId xmlns:a16="http://schemas.microsoft.com/office/drawing/2014/main" val="4027184465"/>
                  </a:ext>
                </a:extLst>
              </a:tr>
              <a:tr h="370840">
                <a:tc>
                  <a:txBody>
                    <a:bodyPr/>
                    <a:lstStyle/>
                    <a:p>
                      <a:pPr algn="ctr" fontAlgn="base"/>
                      <a:r>
                        <a:rPr lang="en-US" b="1">
                          <a:effectLst/>
                          <a:latin typeface="Arial" panose="020B0604020202020204" pitchFamily="34" charset="0"/>
                          <a:cs typeface="Arial" panose="020B0604020202020204" pitchFamily="34" charset="0"/>
                        </a:rPr>
                        <a:t>Flexibility</a:t>
                      </a:r>
                    </a:p>
                  </a:txBody>
                  <a:tcPr anchor="ctr"/>
                </a:tc>
                <a:tc>
                  <a:txBody>
                    <a:bodyPr/>
                    <a:lstStyle/>
                    <a:p>
                      <a:pPr algn="ctr" fontAlgn="base"/>
                      <a:r>
                        <a:rPr lang="en-US">
                          <a:effectLst/>
                          <a:latin typeface="Arial" panose="020B0604020202020204" pitchFamily="34" charset="0"/>
                          <a:cs typeface="Arial" panose="020B0604020202020204" pitchFamily="34" charset="0"/>
                        </a:rPr>
                        <a:t>Limited</a:t>
                      </a:r>
                    </a:p>
                  </a:txBody>
                  <a:tcPr anchor="ctr"/>
                </a:tc>
                <a:tc>
                  <a:txBody>
                    <a:bodyPr/>
                    <a:lstStyle/>
                    <a:p>
                      <a:pPr algn="ctr" fontAlgn="base"/>
                      <a:r>
                        <a:rPr lang="en-US">
                          <a:effectLst/>
                          <a:latin typeface="Arial" panose="020B0604020202020204" pitchFamily="34" charset="0"/>
                          <a:cs typeface="Arial" panose="020B0604020202020204" pitchFamily="34" charset="0"/>
                        </a:rPr>
                        <a:t>High</a:t>
                      </a:r>
                    </a:p>
                  </a:txBody>
                  <a:tcPr anchor="ctr"/>
                </a:tc>
                <a:extLst>
                  <a:ext uri="{0D108BD9-81ED-4DB2-BD59-A6C34878D82A}">
                    <a16:rowId xmlns:a16="http://schemas.microsoft.com/office/drawing/2014/main" val="389344787"/>
                  </a:ext>
                </a:extLst>
              </a:tr>
              <a:tr h="370840">
                <a:tc>
                  <a:txBody>
                    <a:bodyPr/>
                    <a:lstStyle/>
                    <a:p>
                      <a:pPr algn="ctr" fontAlgn="base"/>
                      <a:r>
                        <a:rPr lang="en-US" b="1">
                          <a:effectLst/>
                          <a:latin typeface="Arial" panose="020B0604020202020204" pitchFamily="34" charset="0"/>
                          <a:cs typeface="Arial" panose="020B0604020202020204" pitchFamily="34" charset="0"/>
                        </a:rPr>
                        <a:t>Memory access</a:t>
                      </a:r>
                    </a:p>
                  </a:txBody>
                  <a:tcPr anchor="ctr"/>
                </a:tc>
                <a:tc>
                  <a:txBody>
                    <a:bodyPr/>
                    <a:lstStyle/>
                    <a:p>
                      <a:pPr algn="ctr" fontAlgn="base"/>
                      <a:r>
                        <a:rPr lang="en-US">
                          <a:effectLst/>
                          <a:latin typeface="Arial" panose="020B0604020202020204" pitchFamily="34" charset="0"/>
                          <a:cs typeface="Arial" panose="020B0604020202020204" pitchFamily="34" charset="0"/>
                        </a:rPr>
                        <a:t>Shared</a:t>
                      </a:r>
                    </a:p>
                  </a:txBody>
                  <a:tcPr anchor="ctr"/>
                </a:tc>
                <a:tc>
                  <a:txBody>
                    <a:bodyPr/>
                    <a:lstStyle/>
                    <a:p>
                      <a:pPr algn="ctr" fontAlgn="base"/>
                      <a:r>
                        <a:rPr lang="en-US">
                          <a:effectLst/>
                          <a:latin typeface="Arial" panose="020B0604020202020204" pitchFamily="34" charset="0"/>
                          <a:cs typeface="Arial" panose="020B0604020202020204" pitchFamily="34" charset="0"/>
                        </a:rPr>
                        <a:t>Separate</a:t>
                      </a:r>
                    </a:p>
                  </a:txBody>
                  <a:tcPr anchor="ctr"/>
                </a:tc>
                <a:extLst>
                  <a:ext uri="{0D108BD9-81ED-4DB2-BD59-A6C34878D82A}">
                    <a16:rowId xmlns:a16="http://schemas.microsoft.com/office/drawing/2014/main" val="3090222485"/>
                  </a:ext>
                </a:extLst>
              </a:tr>
              <a:tr h="370840">
                <a:tc>
                  <a:txBody>
                    <a:bodyPr/>
                    <a:lstStyle/>
                    <a:p>
                      <a:pPr algn="ctr" fontAlgn="base"/>
                      <a:r>
                        <a:rPr lang="en-US" b="1">
                          <a:effectLst/>
                          <a:latin typeface="Arial" panose="020B0604020202020204" pitchFamily="34" charset="0"/>
                          <a:cs typeface="Arial" panose="020B0604020202020204" pitchFamily="34" charset="0"/>
                        </a:rPr>
                        <a:t>Best suited for</a:t>
                      </a:r>
                    </a:p>
                  </a:txBody>
                  <a:tcPr anchor="ctr"/>
                </a:tc>
                <a:tc>
                  <a:txBody>
                    <a:bodyPr/>
                    <a:lstStyle/>
                    <a:p>
                      <a:pPr algn="ctr" fontAlgn="base"/>
                      <a:r>
                        <a:rPr lang="en-US">
                          <a:effectLst/>
                          <a:latin typeface="Arial" panose="020B0604020202020204" pitchFamily="34" charset="0"/>
                          <a:cs typeface="Arial" panose="020B0604020202020204" pitchFamily="34" charset="0"/>
                        </a:rPr>
                        <a:t>Applications with regular data parallelism</a:t>
                      </a:r>
                    </a:p>
                  </a:txBody>
                  <a:tcPr anchor="ctr"/>
                </a:tc>
                <a:tc>
                  <a:txBody>
                    <a:bodyPr/>
                    <a:lstStyle/>
                    <a:p>
                      <a:pPr algn="ctr" fontAlgn="base"/>
                      <a:r>
                        <a:rPr lang="en-US">
                          <a:effectLst/>
                          <a:latin typeface="Arial" panose="020B0604020202020204" pitchFamily="34" charset="0"/>
                          <a:cs typeface="Arial" panose="020B0604020202020204" pitchFamily="34" charset="0"/>
                        </a:rPr>
                        <a:t>Applications with irregular data dependencies or complex computations</a:t>
                      </a:r>
                    </a:p>
                  </a:txBody>
                  <a:tcPr anchor="ctr"/>
                </a:tc>
                <a:extLst>
                  <a:ext uri="{0D108BD9-81ED-4DB2-BD59-A6C34878D82A}">
                    <a16:rowId xmlns:a16="http://schemas.microsoft.com/office/drawing/2014/main" val="4252848355"/>
                  </a:ext>
                </a:extLst>
              </a:tr>
              <a:tr h="370840">
                <a:tc>
                  <a:txBody>
                    <a:bodyPr/>
                    <a:lstStyle/>
                    <a:p>
                      <a:pPr algn="ctr" fontAlgn="base"/>
                      <a:r>
                        <a:rPr lang="en-US" b="1" dirty="0">
                          <a:effectLst/>
                          <a:latin typeface="Arial" panose="020B0604020202020204" pitchFamily="34" charset="0"/>
                          <a:cs typeface="Arial" panose="020B0604020202020204" pitchFamily="34" charset="0"/>
                        </a:rPr>
                        <a:t>Performance</a:t>
                      </a:r>
                    </a:p>
                  </a:txBody>
                  <a:tcPr anchor="ctr"/>
                </a:tc>
                <a:tc>
                  <a:txBody>
                    <a:bodyPr/>
                    <a:lstStyle/>
                    <a:p>
                      <a:pPr algn="ctr" fontAlgn="base"/>
                      <a:r>
                        <a:rPr lang="en-US">
                          <a:effectLst/>
                          <a:latin typeface="Arial" panose="020B0604020202020204" pitchFamily="34" charset="0"/>
                          <a:cs typeface="Arial" panose="020B0604020202020204" pitchFamily="34" charset="0"/>
                        </a:rPr>
                        <a:t>High efficiency for parallelizable tasks</a:t>
                      </a:r>
                    </a:p>
                  </a:txBody>
                  <a:tcPr anchor="ctr"/>
                </a:tc>
                <a:tc>
                  <a:txBody>
                    <a:bodyPr/>
                    <a:lstStyle/>
                    <a:p>
                      <a:pPr algn="ctr" fontAlgn="base"/>
                      <a:r>
                        <a:rPr lang="en-US" dirty="0">
                          <a:effectLst/>
                          <a:latin typeface="Arial" panose="020B0604020202020204" pitchFamily="34" charset="0"/>
                          <a:cs typeface="Arial" panose="020B0604020202020204" pitchFamily="34" charset="0"/>
                        </a:rPr>
                        <a:t>Flexible, but may be less efficient for parallelizable tasks</a:t>
                      </a:r>
                    </a:p>
                  </a:txBody>
                  <a:tcPr anchor="ctr"/>
                </a:tc>
                <a:extLst>
                  <a:ext uri="{0D108BD9-81ED-4DB2-BD59-A6C34878D82A}">
                    <a16:rowId xmlns:a16="http://schemas.microsoft.com/office/drawing/2014/main" val="1003232755"/>
                  </a:ext>
                </a:extLst>
              </a:tr>
            </a:tbl>
          </a:graphicData>
        </a:graphic>
      </p:graphicFrame>
    </p:spTree>
    <p:extLst>
      <p:ext uri="{BB962C8B-B14F-4D97-AF65-F5344CB8AC3E}">
        <p14:creationId xmlns:p14="http://schemas.microsoft.com/office/powerpoint/2010/main" val="2952132141"/>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Custom 56">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lockprintVTI" id="{AA8C8908-6BA4-477C-AEA4-CB6C32A1FE3B}" vid="{36392749-7C1D-4938-93BB-440CD2A1B0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1384</TotalTime>
  <Words>1468</Words>
  <Application>Microsoft Office PowerPoint</Application>
  <PresentationFormat>Widescreen</PresentationFormat>
  <Paragraphs>236</Paragraphs>
  <Slides>54</Slides>
  <Notes>36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Avenir Next LT Pro</vt:lpstr>
      <vt:lpstr>AvenirNext LT Pro Medium</vt:lpstr>
      <vt:lpstr>Calibri</vt:lpstr>
      <vt:lpstr>Söhne</vt:lpstr>
      <vt:lpstr>Times New Roman</vt:lpstr>
      <vt:lpstr>BlockprintVTI</vt:lpstr>
      <vt:lpstr>CS621 Parallel and Distributed Computing</vt:lpstr>
      <vt:lpstr>CS621 Parallel and Distributed Computing</vt:lpstr>
      <vt:lpstr>Objectives</vt:lpstr>
      <vt:lpstr>Shared Memory: </vt:lpstr>
      <vt:lpstr>Shared Memory: </vt:lpstr>
      <vt:lpstr>Shared Memory Cont… </vt:lpstr>
      <vt:lpstr>Architecture of Shared Memory: </vt:lpstr>
      <vt:lpstr>CS621 Parallel and Distributed Computing</vt:lpstr>
      <vt:lpstr>Objectives</vt:lpstr>
      <vt:lpstr>Distributed Memory: </vt:lpstr>
      <vt:lpstr>Distributed Memory: </vt:lpstr>
      <vt:lpstr>Distributed Memory Cont… </vt:lpstr>
      <vt:lpstr>Architecture of Distributed Memory: </vt:lpstr>
      <vt:lpstr>CS621 Parallel and Distributed Computing</vt:lpstr>
      <vt:lpstr>Objectives</vt:lpstr>
      <vt:lpstr>Flynn’s classification of computer architectures (1966): </vt:lpstr>
      <vt:lpstr>Flynn’s classification of computer architectures Cont… </vt:lpstr>
      <vt:lpstr>Flynn’s classification of computer architectures Cont…</vt:lpstr>
      <vt:lpstr>Flynn’s classification of computer architectures Cont…</vt:lpstr>
      <vt:lpstr>CS621 Parallel and Distributed Computing</vt:lpstr>
      <vt:lpstr>Objectives</vt:lpstr>
      <vt:lpstr>SISD (Single-Instruction Single-Data)</vt:lpstr>
      <vt:lpstr>SISD (Single-Instruction Single-Data) Architecture</vt:lpstr>
      <vt:lpstr>SISD (Single-Instruction Single-Data) Cont…</vt:lpstr>
      <vt:lpstr>SISD (Single-Instruction Single-Data) Cont…</vt:lpstr>
      <vt:lpstr>CS621 Parallel and Distributed Computing</vt:lpstr>
      <vt:lpstr>Objectives</vt:lpstr>
      <vt:lpstr>SIMD (Single-Instruction Multi-Data) </vt:lpstr>
      <vt:lpstr>SIMD (Single-Instruction Multi-Data) Cont…</vt:lpstr>
      <vt:lpstr>SIMD (Single-Instruction Multi-Data) Architecture</vt:lpstr>
      <vt:lpstr>SIMD (Single-Instruction Multi-Data) Architecture Cont…</vt:lpstr>
      <vt:lpstr>SIMD (Single-Instruction Multi-Data) Schemes</vt:lpstr>
      <vt:lpstr>SIMD (Single-Instruction Multi-Data) Scheme Cont…</vt:lpstr>
      <vt:lpstr>SIMD (Single-Instruction Multi-Data) Scheme Cont…</vt:lpstr>
      <vt:lpstr>CS621 Parallel and Distributed Computing</vt:lpstr>
      <vt:lpstr>Objectives</vt:lpstr>
      <vt:lpstr>MISD (Multiple-Instruction Single-Data)</vt:lpstr>
      <vt:lpstr>MISD (Multiple-Instruction Single-Data) Architecture</vt:lpstr>
      <vt:lpstr>MISD (Multiple-Instruction Single-Data) Cont…</vt:lpstr>
      <vt:lpstr>CS621 Parallel and Distributed Computing</vt:lpstr>
      <vt:lpstr>Objectives</vt:lpstr>
      <vt:lpstr>MIMD (Multi-Instruction Multi-data)</vt:lpstr>
      <vt:lpstr>MIMD (Multi-Instruction Multi-data) Architecture</vt:lpstr>
      <vt:lpstr>MIMD (Multi-Instruction Multi-data) Cont…</vt:lpstr>
      <vt:lpstr>MIMD (Multi-Instruction Multi-data) Architecture Cont…</vt:lpstr>
      <vt:lpstr>MIMD (Multi-Instruction Multi-data) Cont…</vt:lpstr>
      <vt:lpstr>MIMD (Multi-Instruction Multi-data) Cont…</vt:lpstr>
      <vt:lpstr>MIMD (Multi-Instruction Multi-data) Cont…</vt:lpstr>
      <vt:lpstr>MIMD (Multi-Instruction Multi-data) Cont…</vt:lpstr>
      <vt:lpstr>CS621 Parallel and Distributed Computing</vt:lpstr>
      <vt:lpstr>Objectives</vt:lpstr>
      <vt:lpstr>SIMD-MIMD Comparison</vt:lpstr>
      <vt:lpstr>SIMD-MIMD Comparison Cont…</vt:lpstr>
      <vt:lpstr>SIMD-MIMD Comparison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Academics 1</dc:creator>
  <cp:lastModifiedBy>Said Nabi</cp:lastModifiedBy>
  <cp:revision>669</cp:revision>
  <dcterms:created xsi:type="dcterms:W3CDTF">2022-12-26T05:14:17Z</dcterms:created>
  <dcterms:modified xsi:type="dcterms:W3CDTF">2023-04-27T09:06:26Z</dcterms:modified>
</cp:coreProperties>
</file>